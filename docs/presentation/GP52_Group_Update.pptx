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slide16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slide17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slide18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slide19.xml" ContentType="application/vnd.openxmlformats-officedocument.presentationml.slide+xml"/>
  <Override PartName="/ppt/slides/slide20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980923914439c" /><Relationship Type="http://schemas.openxmlformats.org/officeDocument/2006/relationships/extended-properties" Target="/docProps/app.xml" Id="Rfbce344280c64e9d" /><Relationship Type="http://schemas.openxmlformats.org/officeDocument/2006/relationships/officeDocument" Target="/ppt/presentation.xml" Id="R8794e7fdd5254a7e" />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48" ns1:id="Rc145fccd77374376"/>
  </p:sldMasterIdLst>
  <p:sldIdLst>
    <p:sldId id="256" ns1:id="Re55cca52aa59440e"/>
    <p:sldId id="257" ns1:id="R9151a15cdc8c4235"/>
    <p:sldId id="258" ns1:id="R7bc8623f00074517"/>
    <p:sldId id="259" ns1:id="R5a419bac40974132"/>
    <p:sldId id="260" ns1:id="R12356696ad7b4a11"/>
    <p:sldId id="261" ns1:id="Rf632c6a74bb944d4"/>
    <p:sldId id="262" ns1:id="Rc5e420a7b97a4c69"/>
    <p:sldId id="263" ns1:id="Ra3782018162f4552"/>
    <p:sldId id="264" ns1:id="Rde63052ea7fa457a"/>
    <p:sldId id="265" ns1:id="Rb4cd1b1a923a4e70"/>
    <p:sldId id="266" ns1:id="R0709332f875f4686"/>
    <p:sldId id="267" ns1:id="Ra1ff6d5d07d645f8"/>
    <p:sldId id="268" ns1:id="R76e18913fc064cea"/>
    <p:sldId id="269" ns1:id="R46405b8f9fda489a"/>
    <p:sldId id="270" ns1:id="R63280d0186ee47f1"/>
    <p:sldId id="271" ns1:id="Rf976ac76c94c4d78"/>
    <p:sldId id="272" ns1:id="R4f34a32c6e3f4306"/>
    <p:sldId id="273" ns1:id="R47b7e0764f2848bd"/>
    <p:sldId id="274" ns1:id="R40ccd2840f93470d"/>
    <p:sldId id="275" ns1:id="Ra138bcba68ea43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c8680cfaf2a74de8" /><Relationship Type="http://schemas.openxmlformats.org/officeDocument/2006/relationships/slideMaster" Target="/ppt/slideMasters/slideMaster1.xml" Id="Rc145fccd77374376" /><Relationship Type="http://schemas.openxmlformats.org/officeDocument/2006/relationships/presProps" Target="/ppt/presProps.xml" Id="Raf35265892e34eca" /><Relationship Type="http://schemas.openxmlformats.org/officeDocument/2006/relationships/tableStyles" Target="/ppt/tableStyles.xml" Id="R28b122f91bc2479e" /><Relationship Type="http://schemas.openxmlformats.org/officeDocument/2006/relationships/slide" Target="/ppt/slides/slide1.xml" Id="Re55cca52aa59440e" /><Relationship Type="http://schemas.openxmlformats.org/officeDocument/2006/relationships/slide" Target="/ppt/slides/slide2.xml" Id="R9151a15cdc8c4235" /><Relationship Type="http://schemas.openxmlformats.org/officeDocument/2006/relationships/slide" Target="/ppt/slides/slide3.xml" Id="R7bc8623f00074517" /><Relationship Type="http://schemas.openxmlformats.org/officeDocument/2006/relationships/slide" Target="/ppt/slides/slide4.xml" Id="R5a419bac40974132" /><Relationship Type="http://schemas.openxmlformats.org/officeDocument/2006/relationships/slide" Target="/ppt/slides/slide5.xml" Id="R12356696ad7b4a11" /><Relationship Type="http://schemas.openxmlformats.org/officeDocument/2006/relationships/slide" Target="/ppt/slides/slide6.xml" Id="Rf632c6a74bb944d4" /><Relationship Type="http://schemas.openxmlformats.org/officeDocument/2006/relationships/slide" Target="/ppt/slides/slide7.xml" Id="Rc5e420a7b97a4c69" /><Relationship Type="http://schemas.openxmlformats.org/officeDocument/2006/relationships/slide" Target="/ppt/slides/slide8.xml" Id="Ra3782018162f4552" /><Relationship Type="http://schemas.openxmlformats.org/officeDocument/2006/relationships/slide" Target="/ppt/slides/slide9.xml" Id="Rde63052ea7fa457a" /><Relationship Type="http://schemas.openxmlformats.org/officeDocument/2006/relationships/slide" Target="/ppt/slides/slide10.xml" Id="Rb4cd1b1a923a4e70" /><Relationship Type="http://schemas.openxmlformats.org/officeDocument/2006/relationships/slide" Target="/ppt/slides/slide11.xml" Id="R0709332f875f4686" /><Relationship Type="http://schemas.openxmlformats.org/officeDocument/2006/relationships/slide" Target="/ppt/slides/slide12.xml" Id="Ra1ff6d5d07d645f8" /><Relationship Type="http://schemas.openxmlformats.org/officeDocument/2006/relationships/slide" Target="/ppt/slides/slide13.xml" Id="R76e18913fc064cea" /><Relationship Type="http://schemas.openxmlformats.org/officeDocument/2006/relationships/slide" Target="/ppt/slides/slide14.xml" Id="R46405b8f9fda489a" /><Relationship Type="http://schemas.openxmlformats.org/officeDocument/2006/relationships/slide" Target="/ppt/slides/slide15.xml" Id="R63280d0186ee47f1" /><Relationship Type="http://schemas.openxmlformats.org/officeDocument/2006/relationships/slide" Target="/ppt/slides/slide16.xml" Id="Rf976ac76c94c4d78" /><Relationship Type="http://schemas.openxmlformats.org/officeDocument/2006/relationships/slide" Target="/ppt/slides/slide17.xml" Id="R4f34a32c6e3f4306" /><Relationship Type="http://schemas.openxmlformats.org/officeDocument/2006/relationships/slide" Target="/ppt/slides/slide18.xml" Id="R47b7e0764f2848bd" /><Relationship Type="http://schemas.openxmlformats.org/officeDocument/2006/relationships/slide" Target="/ppt/slides/slide19.xml" Id="R40ccd2840f93470d" /><Relationship Type="http://schemas.openxmlformats.org/officeDocument/2006/relationships/slide" Target="/ppt/slides/slide20.xml" Id="Ra138bcba68ea43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f0facc1da4c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f12dd104344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73215056b42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7669f6cc14a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b7e69dd8547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1750f766d49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AA7BFF-50B0-4FC6-A331-6FE4E2B68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7BDB77-D499-4C44-B85E-EBC6DD5B5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209052-95B2-42A8-A98D-2DE00E2A40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0F02A9-AC49-4B69-BBF7-D0AABF194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389722-9214-423C-BFF7-9B36AAC75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C21274-4634-4482-A6B5-98393BC61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74F758-D497-47A5-9E8A-85EDABC218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536C39-0C40-4AA3-BE4A-DA25CD3EEA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0DD7B2-57E8-49ED-BE82-C0A7BA1B3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7558B1-5B81-47F5-87EA-2D9C65AD9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e3c9904339466a" /><Relationship Type="http://schemas.openxmlformats.org/officeDocument/2006/relationships/slideLayout" Target="/ppt/slideLayouts/slideLayout1.xml" Id="R90b6bf560f7a42f5" /><Relationship Type="http://schemas.openxmlformats.org/officeDocument/2006/relationships/slideLayout" Target="/ppt/slideLayouts/slideLayout2.xml" Id="Rcaa2814ab9ff48a5" /><Relationship Type="http://schemas.openxmlformats.org/officeDocument/2006/relationships/slideLayout" Target="/ppt/slideLayouts/slideLayout3.xml" Id="R2c33da07f2ee4197" /><Relationship Type="http://schemas.openxmlformats.org/officeDocument/2006/relationships/slideLayout" Target="/ppt/slideLayouts/slideLayout4.xml" Id="R2735830aa05f496a" /><Relationship Type="http://schemas.openxmlformats.org/officeDocument/2006/relationships/slideLayout" Target="/ppt/slideLayouts/slideLayout5.xml" Id="R60a5c023d5ba438e" /><Relationship Type="http://schemas.openxmlformats.org/officeDocument/2006/relationships/slideLayout" Target="/ppt/slideLayouts/slideLayout6.xml" Id="R61519e7b33d046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b6bf560f7a42f5"/>
    <p:sldLayoutId xmlns:r="http://schemas.openxmlformats.org/officeDocument/2006/relationships" id="2147483650" r:id="Rcaa2814ab9ff48a5"/>
    <p:sldLayoutId xmlns:r="http://schemas.openxmlformats.org/officeDocument/2006/relationships" id="2147483651" r:id="R2c33da07f2ee4197"/>
    <p:sldLayoutId xmlns:r="http://schemas.openxmlformats.org/officeDocument/2006/relationships" id="2147483652" r:id="R2735830aa05f496a"/>
    <p:sldLayoutId xmlns:r="http://schemas.openxmlformats.org/officeDocument/2006/relationships" id="2147483653" r:id="R60a5c023d5ba438e"/>
    <p:sldLayoutId xmlns:r="http://schemas.openxmlformats.org/officeDocument/2006/relationships" id="2147483654" r:id="R61519e7b33d046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GP52">
  <a:themeElements>
    <a:clrScheme name="GP5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GP5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bec055e9ec54398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efe8658a3974ace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d9641e7973b4ca2" /><Relationship Type="http://schemas.openxmlformats.org/officeDocument/2006/relationships/chart" Target="/ppt/slides/charts/chart1.xml" Id="R1787b9f4b045493b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f145c5b5f4bde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21ece554c2944eb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40c3e2d1c1b4fe0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731482340654cd4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6ac0f45b10e47d6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ff2831e59642fc" /><Relationship Type="http://schemas.openxmlformats.org/officeDocument/2006/relationships/chart" Target="/ppt/slides/charts/chart2.xml" Id="Rb2d7bac92149485c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f0193a2959f4299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4de578ef6b24a1b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18b380c4d9c4dd1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339c51595a44718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48bc503ed0b4f0f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9f34d87558e41bd" /><Relationship Type="http://schemas.openxmlformats.org/officeDocument/2006/relationships/chart" Target="/ppt/slides/charts/chart3.xml" Id="Ra971f948eac94c02" /><Relationship Type="http://schemas.openxmlformats.org/officeDocument/2006/relationships/chart" Target="/ppt/slides/charts/chart4.xml" Id="R29d7dfbb1ae94382" /><Relationship Type="http://schemas.openxmlformats.org/officeDocument/2006/relationships/chart" Target="/ppt/slides/charts/chart5.xml" Id="R81de2c95b2824b25" /><Relationship Type="http://schemas.openxmlformats.org/officeDocument/2006/relationships/chart" Target="/ppt/slides/charts/chart6.xml" Id="R89ea475801204dc0" /><Relationship Type="http://schemas.openxmlformats.org/officeDocument/2006/relationships/chart" Target="/ppt/slides/charts/chart7.xml" Id="R6973219c37744e88" /><Relationship Type="http://schemas.openxmlformats.org/officeDocument/2006/relationships/chart" Target="/ppt/slides/charts/chart8.xml" Id="R60974531b3af4327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1dd6e16b8014e37" /><Relationship Type="http://schemas.openxmlformats.org/officeDocument/2006/relationships/chart" Target="/ppt/slides/charts/chart9.xml" Id="Rdae8e3fa9ea7452e" /><Relationship Type="http://schemas.openxmlformats.org/officeDocument/2006/relationships/chart" Target="/ppt/slides/charts/chart10.xml" Id="Ra9c1abc9155049a1" /><Relationship Type="http://schemas.openxmlformats.org/officeDocument/2006/relationships/chart" Target="/ppt/slides/charts/chart11.xml" Id="R331bab2349f84115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4d4952077c4455" /><Relationship Type="http://schemas.openxmlformats.org/officeDocument/2006/relationships/chart" Target="/ppt/slides/charts/chart12.xml" Id="Rea157f43443e42c9" /><Relationship Type="http://schemas.openxmlformats.org/officeDocument/2006/relationships/chart" Target="/ppt/slides/charts/chart13.xml" Id="R8e1210585b8c4b62" /><Relationship Type="http://schemas.openxmlformats.org/officeDocument/2006/relationships/chart" Target="/ppt/slides/charts/chart14.xml" Id="Rec27cf18120345a3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b6ce2e31f9a4b48" /><Relationship Type="http://schemas.openxmlformats.org/officeDocument/2006/relationships/chart" Target="/ppt/slides/charts/chart15.xml" Id="Rbc0e798b46db444a" /><Relationship Type="http://schemas.openxmlformats.org/officeDocument/2006/relationships/chart" Target="/ppt/slides/charts/chart16.xml" Id="Re0e31d7ef0e64b96" /><Relationship Type="http://schemas.openxmlformats.org/officeDocument/2006/relationships/chart" Target="/ppt/slides/charts/chart17.xml" Id="R27b05191fc624437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43364831dc74206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a88c2077b5b4a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Prescribed inlet, case 80</c:v>
          </c:tx>
          <c:spPr>
            <a:ln w="24765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0.06</c:v>
                </c:pt>
                <c:pt idx="2">
                  <c:v>0.14</c:v>
                </c:pt>
                <c:pt idx="3">
                  <c:v>0.24</c:v>
                </c:pt>
                <c:pt idx="4">
                  <c:v>0.4</c:v>
                </c:pt>
                <c:pt idx="5">
                  <c:v>0.6</c:v>
                </c:pt>
                <c:pt idx="6">
                  <c:v>0.82</c:v>
                </c:pt>
              </c:numCache>
            </c:numRef>
          </c:xVal>
          <c:yVal>
            <c:numRef>
              <c:f>'Chart Data'!$B$2:$B$8</c:f>
              <c:numCache>
                <c:formatCode>0.0</c:formatCode>
                <c:ptCount val="7"/>
                <c:pt idx="0">
                  <c:v>0.868645671902</c:v>
                </c:pt>
                <c:pt idx="1">
                  <c:v>0.219156846505</c:v>
                </c:pt>
                <c:pt idx="2">
                  <c:v>0.233088584321</c:v>
                </c:pt>
                <c:pt idx="3">
                  <c:v>0.743239268354</c:v>
                </c:pt>
                <c:pt idx="4">
                  <c:v>0.656031720404</c:v>
                </c:pt>
                <c:pt idx="5">
                  <c:v>0.858505409434</c:v>
                </c:pt>
                <c:pt idx="6">
                  <c:v>0.30153520607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650" b="0">
                    <a:solidFill>
                      <a:srgbClr val="68758C"/>
                    </a:solidFill>
                    <a:latin typeface="Inter"/>
                    <a:ea typeface="Inter"/>
                    <a:cs typeface="Inter"/>
                  </a:rPr>
                  <a:t>Th (normalised)</a:t>
                </a:r>
              </a:p>
            </c:rich>
          </c:tx>
          <c:overlay val="0"/>
          <c:txPr>
            <a:bodyPr anchorCtr="1"/>
            <a:lstStyle/>
            <a:p>
              <a:pPr>
                <a:defRPr sz="1650" b="0">
                  <a:solidFill>
                    <a:srgbClr val="68758C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4"/>
      </c:valAx>
      <c:valAx>
        <c:axId val="48650112"/>
        <c:scaling>
          <c:orientation val="minMax"/>
          <c:max val="0.82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650" b="0">
                    <a:solidFill>
                      <a:srgbClr val="68758C"/>
                    </a:solidFill>
                    <a:latin typeface="Inter"/>
                    <a:ea typeface="Inter"/>
                    <a:cs typeface="Inter"/>
                  </a:rPr>
                  <a:t>Time (s)</a:t>
                </a:r>
              </a:p>
            </c:rich>
          </c:tx>
          <c:overlay val="0"/>
          <c:txPr>
            <a:bodyPr anchorCtr="1"/>
            <a:lstStyle/>
            <a:p>
              <a:pPr>
                <a:defRPr sz="1650" b="0">
                  <a:solidFill>
                    <a:srgbClr val="68758C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2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Recent change</c:v>
          </c:tx>
          <c:spPr>
            <a:ln w="23813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'Chart Data'!$B$2:$B$8</c:f>
              <c:numCache>
                <c:formatCode>0.0</c:formatCode>
                <c:ptCount val="7"/>
                <c:pt idx="0">
                  <c:v>0.15</c:v>
                </c:pt>
                <c:pt idx="1">
                  <c:v>0.15</c:v>
                </c:pt>
                <c:pt idx="2">
                  <c:v>0.85</c:v>
                </c:pt>
                <c:pt idx="3">
                  <c:v>0.9</c:v>
                </c:pt>
                <c:pt idx="4">
                  <c:v>0.65</c:v>
                </c:pt>
                <c:pt idx="5">
                  <c:v>0.5</c:v>
                </c:pt>
                <c:pt idx="6">
                  <c:v>0.5</c:v>
                </c:pt>
              </c:numCache>
            </c:numRef>
          </c:yVal>
          <c:smooth val="0"/>
        </c:ser>
        <c:ser>
          <c:idx val="1"/>
          <c:order val="1"/>
          <c:tx>
            <c:v>Stable history</c:v>
          </c:tx>
          <c:spPr>
            <a:ln w="21908">
              <a:solidFill>
                <a:srgbClr val="B97842"/>
              </a:solidFill>
              <a:prstDash val="dash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'Chart Data'!$D$2:$D$8</c:f>
              <c:numCache>
                <c:formatCode>0.0</c:formatCode>
                <c:ptCount val="7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650" b="0">
                    <a:solidFill>
                      <a:srgbClr val="68758C"/>
                    </a:solidFill>
                    <a:latin typeface="Inter"/>
                    <a:ea typeface="Inter"/>
                    <a:cs typeface="Inter"/>
                  </a:rPr>
                  <a:t>Mean c (a.u.)</a:t>
                </a:r>
              </a:p>
            </c:rich>
          </c:tx>
          <c:overlay val="0"/>
          <c:txPr>
            <a:bodyPr anchorCtr="1"/>
            <a:lstStyle/>
            <a:p>
              <a:pPr>
                <a:defRPr sz="1650" b="0">
                  <a:solidFill>
                    <a:srgbClr val="68758C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6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650" b="0">
                    <a:solidFill>
                      <a:srgbClr val="68758C"/>
                    </a:solidFill>
                    <a:latin typeface="Inter"/>
                    <a:ea typeface="Inter"/>
                    <a:cs typeface="Inter"/>
                  </a:rPr>
                  <a:t>Illustrative time (6 = now)</a:t>
                </a:r>
              </a:p>
            </c:rich>
          </c:tx>
          <c:overlay val="0"/>
          <c:txPr>
            <a:bodyPr anchorCtr="1"/>
            <a:lstStyle/>
            <a:p>
              <a:pPr>
                <a:defRPr sz="1650" b="0">
                  <a:solidFill>
                    <a:srgbClr val="68758C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2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C0</c:v>
          </c:tx>
          <c:spPr>
            <a:ln w="22860">
              <a:solidFill>
                <a:srgbClr val="B97842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B97842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4.00728244541</c:v>
                </c:pt>
                <c:pt idx="1">
                  <c:v>1.45371748896</c:v>
                </c:pt>
                <c:pt idx="2">
                  <c:v>1.62699635529</c:v>
                </c:pt>
              </c:numLit>
            </c:plus>
            <c:minus>
              <c:numLit>
                <c:formatCode>0.000000</c:formatCode>
                <c:ptCount val="3"/>
                <c:pt idx="0">
                  <c:v>3.78313467866</c:v>
                </c:pt>
                <c:pt idx="1">
                  <c:v>1.53292891824</c:v>
                </c:pt>
                <c:pt idx="2">
                  <c:v>1.75308002227</c:v>
                </c:pt>
              </c:numLit>
            </c:minus>
            <c:spPr>
              <a:ln w="15240">
                <a:solidFill>
                  <a:srgbClr val="B97842"/>
                </a:solidFill>
              </a:ln>
            </c:spPr>
          </c:errBars>
          <c:cat>
            <c:numRef>
              <c:f>'Chart Data'!$A$2:$A$4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35.1220674333</c:v>
                </c:pt>
                <c:pt idx="1">
                  <c:v>13.709990798</c:v>
                </c:pt>
                <c:pt idx="2">
                  <c:v>15.0758103282</c:v>
                </c:pt>
              </c:numCache>
            </c:numRef>
          </c:val>
          <c:smooth val="0"/>
        </c:ser>
        <c:ser>
          <c:idx val="1"/>
          <c:order val="1"/>
          <c:tx>
            <c:v>Neural</c:v>
          </c:tx>
          <c:spPr>
            <a:ln w="22860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3.18207951166</c:v>
                </c:pt>
                <c:pt idx="1">
                  <c:v>0.424692921081</c:v>
                </c:pt>
                <c:pt idx="2">
                  <c:v>0.455164512301</c:v>
                </c:pt>
              </c:numLit>
            </c:plus>
            <c:minus>
              <c:numLit>
                <c:formatCode>0.000000</c:formatCode>
                <c:ptCount val="3"/>
                <c:pt idx="0">
                  <c:v>2.76510690318</c:v>
                </c:pt>
                <c:pt idx="1">
                  <c:v>0.405258040074</c:v>
                </c:pt>
                <c:pt idx="2">
                  <c:v>0.440130621273</c:v>
                </c:pt>
              </c:numLit>
            </c:minus>
            <c:spPr>
              <a:ln w="15240">
                <a:solidFill>
                  <a:srgbClr val="2864B4"/>
                </a:solidFill>
              </a:ln>
            </c:spPr>
          </c:errBars>
          <c:cat>
            <c:numRef>
              <c:f>'Chart Data'!$C$2:$C$4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21.7796979001</c:v>
                </c:pt>
                <c:pt idx="1">
                  <c:v>4.14767577158</c:v>
                </c:pt>
                <c:pt idx="2">
                  <c:v>4.13571878494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C0</c:v>
          </c:tx>
          <c:spPr>
            <a:ln w="22860">
              <a:solidFill>
                <a:srgbClr val="B97842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B97842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3.5761247115</c:v>
                </c:pt>
                <c:pt idx="1">
                  <c:v>4.97988821041</c:v>
                </c:pt>
                <c:pt idx="2">
                  <c:v>4.65872558597</c:v>
                </c:pt>
              </c:numLit>
            </c:plus>
            <c:minus>
              <c:numLit>
                <c:formatCode>0.000000</c:formatCode>
                <c:ptCount val="3"/>
                <c:pt idx="0">
                  <c:v>3.53963379427</c:v>
                </c:pt>
                <c:pt idx="1">
                  <c:v>5.16680043337</c:v>
                </c:pt>
                <c:pt idx="2">
                  <c:v>4.78011991736</c:v>
                </c:pt>
              </c:numLit>
            </c:minus>
            <c:spPr>
              <a:ln w="15240">
                <a:solidFill>
                  <a:srgbClr val="B97842"/>
                </a:solidFill>
              </a:ln>
            </c:spPr>
          </c:errBars>
          <c:cat>
            <c:numRef>
              <c:f>'Chart Data'!$A$2:$A$4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30.4689518085</c:v>
                </c:pt>
                <c:pt idx="1">
                  <c:v>41.0903545147</c:v>
                </c:pt>
                <c:pt idx="2">
                  <c:v>39.3651624317</c:v>
                </c:pt>
              </c:numCache>
            </c:numRef>
          </c:val>
          <c:smooth val="0"/>
        </c:ser>
        <c:ser>
          <c:idx val="1"/>
          <c:order val="1"/>
          <c:tx>
            <c:v>Neural</c:v>
          </c:tx>
          <c:spPr>
            <a:ln w="22860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2.49018631399</c:v>
                </c:pt>
                <c:pt idx="1">
                  <c:v>2.09515400279</c:v>
                </c:pt>
                <c:pt idx="2">
                  <c:v>2.1677419321</c:v>
                </c:pt>
              </c:numLit>
            </c:plus>
            <c:minus>
              <c:numLit>
                <c:formatCode>0.000000</c:formatCode>
                <c:ptCount val="3"/>
                <c:pt idx="0">
                  <c:v>2.494621733</c:v>
                </c:pt>
                <c:pt idx="1">
                  <c:v>2.13527677723</c:v>
                </c:pt>
                <c:pt idx="2">
                  <c:v>2.18866159481</c:v>
                </c:pt>
              </c:numLit>
            </c:minus>
            <c:spPr>
              <a:ln w="15240">
                <a:solidFill>
                  <a:srgbClr val="2864B4"/>
                </a:solidFill>
              </a:ln>
            </c:spPr>
          </c:errBars>
          <c:cat>
            <c:numRef>
              <c:f>'Chart Data'!$C$2:$C$4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26.4425538438</c:v>
                </c:pt>
                <c:pt idx="1">
                  <c:v>25.5584379242</c:v>
                </c:pt>
                <c:pt idx="2">
                  <c:v>24.2484713402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C0</c:v>
          </c:tx>
          <c:spPr>
            <a:ln w="22860">
              <a:solidFill>
                <a:srgbClr val="B97842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B97842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3.4867393289</c:v>
                </c:pt>
                <c:pt idx="1">
                  <c:v>3.94873255986</c:v>
                </c:pt>
                <c:pt idx="2">
                  <c:v>4.89693316189</c:v>
                </c:pt>
              </c:numLit>
            </c:plus>
            <c:minus>
              <c:numLit>
                <c:formatCode>0.000000</c:formatCode>
                <c:ptCount val="3"/>
                <c:pt idx="0">
                  <c:v>3.42735223847</c:v>
                </c:pt>
                <c:pt idx="1">
                  <c:v>3.85283179864</c:v>
                </c:pt>
                <c:pt idx="2">
                  <c:v>4.95027907455</c:v>
                </c:pt>
              </c:numLit>
            </c:minus>
            <c:spPr>
              <a:ln w="15240">
                <a:solidFill>
                  <a:srgbClr val="B97842"/>
                </a:solidFill>
              </a:ln>
            </c:spPr>
          </c:errBars>
          <c:cat>
            <c:numRef>
              <c:f>'Chart Data'!$A$2:$A$4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30.1654585656</c:v>
                </c:pt>
                <c:pt idx="1">
                  <c:v>32.501578268</c:v>
                </c:pt>
                <c:pt idx="2">
                  <c:v>40.4313092095</c:v>
                </c:pt>
              </c:numCache>
            </c:numRef>
          </c:val>
          <c:smooth val="0"/>
        </c:ser>
        <c:ser>
          <c:idx val="1"/>
          <c:order val="1"/>
          <c:tx>
            <c:v>Neural</c:v>
          </c:tx>
          <c:spPr>
            <a:ln w="22860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2.31805679155</c:v>
                </c:pt>
                <c:pt idx="1">
                  <c:v>2.11082406445</c:v>
                </c:pt>
                <c:pt idx="2">
                  <c:v>2.18968641866</c:v>
                </c:pt>
              </c:numLit>
            </c:plus>
            <c:minus>
              <c:numLit>
                <c:formatCode>0.000000</c:formatCode>
                <c:ptCount val="3"/>
                <c:pt idx="0">
                  <c:v>2.35552169724</c:v>
                </c:pt>
                <c:pt idx="1">
                  <c:v>2.10769491886</c:v>
                </c:pt>
                <c:pt idx="2">
                  <c:v>2.23754265566</c:v>
                </c:pt>
              </c:numLit>
            </c:minus>
            <c:spPr>
              <a:ln w="15240">
                <a:solidFill>
                  <a:srgbClr val="2864B4"/>
                </a:solidFill>
              </a:ln>
            </c:spPr>
          </c:errBars>
          <c:cat>
            <c:numRef>
              <c:f>'Chart Data'!$C$2:$C$4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25.3588455422</c:v>
                </c:pt>
                <c:pt idx="1">
                  <c:v>24.5957640756</c:v>
                </c:pt>
                <c:pt idx="2">
                  <c:v>23.9131151862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C0</c:v>
          </c:tx>
          <c:spPr>
            <a:ln w="22860">
              <a:solidFill>
                <a:srgbClr val="B97842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B97842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0.847023200167</c:v>
                </c:pt>
                <c:pt idx="1">
                  <c:v>1.20160602893</c:v>
                </c:pt>
                <c:pt idx="2">
                  <c:v>0.527013444883</c:v>
                </c:pt>
              </c:numLit>
            </c:plus>
            <c:minus>
              <c:numLit>
                <c:formatCode>0.000000</c:formatCode>
                <c:ptCount val="3"/>
                <c:pt idx="0">
                  <c:v>0.811774985183</c:v>
                </c:pt>
                <c:pt idx="1">
                  <c:v>1.07276712631</c:v>
                </c:pt>
                <c:pt idx="2">
                  <c:v>0.494822796751</c:v>
                </c:pt>
              </c:numLit>
            </c:minus>
            <c:spPr>
              <a:ln w="15240">
                <a:solidFill>
                  <a:srgbClr val="B97842"/>
                </a:solidFill>
              </a:ln>
            </c:spPr>
          </c:errBars>
          <c:cat>
            <c:numRef>
              <c:f>'Chart Data'!$A$2:$A$4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8.22756983712</c:v>
                </c:pt>
                <c:pt idx="1">
                  <c:v>6.24572694666</c:v>
                </c:pt>
                <c:pt idx="2">
                  <c:v>4.24024530053</c:v>
                </c:pt>
              </c:numCache>
            </c:numRef>
          </c:val>
          <c:smooth val="0"/>
        </c:ser>
        <c:ser>
          <c:idx val="1"/>
          <c:order val="1"/>
          <c:tx>
            <c:v>Neural</c:v>
          </c:tx>
          <c:spPr>
            <a:ln w="22860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0.412687589898</c:v>
                </c:pt>
                <c:pt idx="1">
                  <c:v>0.11332188003</c:v>
                </c:pt>
                <c:pt idx="2">
                  <c:v>0.0804801709749</c:v>
                </c:pt>
              </c:numLit>
            </c:plus>
            <c:minus>
              <c:numLit>
                <c:formatCode>0.000000</c:formatCode>
                <c:ptCount val="3"/>
                <c:pt idx="0">
                  <c:v>0.355901229802</c:v>
                </c:pt>
                <c:pt idx="1">
                  <c:v>0.101839872167</c:v>
                </c:pt>
                <c:pt idx="2">
                  <c:v>0.0778178151781</c:v>
                </c:pt>
              </c:numLit>
            </c:minus>
            <c:spPr>
              <a:ln w="15240">
                <a:solidFill>
                  <a:srgbClr val="2864B4"/>
                </a:solidFill>
              </a:ln>
            </c:spPr>
          </c:errBars>
          <c:cat>
            <c:numRef>
              <c:f>'Chart Data'!$C$2:$C$4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2.3760143354</c:v>
                </c:pt>
                <c:pt idx="1">
                  <c:v>0.864748108513</c:v>
                </c:pt>
                <c:pt idx="2">
                  <c:v>0.777110013474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650" b="0">
                    <a:solidFill>
                      <a:srgbClr val="68758C"/>
                    </a:solidFill>
                    <a:latin typeface="Inter"/>
                    <a:ea typeface="Inter"/>
                    <a:cs typeface="Inter"/>
                  </a:rPr>
                  <a:t>Measurement sites</a:t>
                </a:r>
              </a:p>
            </c:rich>
          </c:tx>
          <c:overlay val="0"/>
          <c:txPr>
            <a:bodyPr anchorCtr="1"/>
            <a:lstStyle/>
            <a:p>
              <a:pPr>
                <a:defRPr sz="1650" b="0">
                  <a:solidFill>
                    <a:srgbClr val="68758C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C0</c:v>
          </c:tx>
          <c:spPr>
            <a:ln w="22860">
              <a:solidFill>
                <a:srgbClr val="B97842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B97842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0.862546769342</c:v>
                </c:pt>
                <c:pt idx="1">
                  <c:v>1.81864867041</c:v>
                </c:pt>
                <c:pt idx="2">
                  <c:v>1.57849741933</c:v>
                </c:pt>
              </c:numLit>
            </c:plus>
            <c:minus>
              <c:numLit>
                <c:formatCode>0.000000</c:formatCode>
                <c:ptCount val="3"/>
                <c:pt idx="0">
                  <c:v>0.802936088526</c:v>
                </c:pt>
                <c:pt idx="1">
                  <c:v>1.65863700755</c:v>
                </c:pt>
                <c:pt idx="2">
                  <c:v>1.42909222309</c:v>
                </c:pt>
              </c:numLit>
            </c:minus>
            <c:spPr>
              <a:ln w="15240">
                <a:solidFill>
                  <a:srgbClr val="B97842"/>
                </a:solidFill>
              </a:ln>
            </c:spPr>
          </c:errBars>
          <c:cat>
            <c:numRef>
              <c:f>'Chart Data'!$A$2:$A$4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9.64280447954</c:v>
                </c:pt>
                <c:pt idx="1">
                  <c:v>10.4365629595</c:v>
                </c:pt>
                <c:pt idx="2">
                  <c:v>10.0048984837</c:v>
                </c:pt>
              </c:numCache>
            </c:numRef>
          </c:val>
          <c:smooth val="0"/>
        </c:ser>
        <c:ser>
          <c:idx val="1"/>
          <c:order val="1"/>
          <c:tx>
            <c:v>Neural</c:v>
          </c:tx>
          <c:spPr>
            <a:ln w="22860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0.643948759183</c:v>
                </c:pt>
                <c:pt idx="1">
                  <c:v>0.59820344239</c:v>
                </c:pt>
                <c:pt idx="2">
                  <c:v>0.469556664529</c:v>
                </c:pt>
              </c:numLit>
            </c:plus>
            <c:minus>
              <c:numLit>
                <c:formatCode>0.000000</c:formatCode>
                <c:ptCount val="3"/>
                <c:pt idx="0">
                  <c:v>0.619065048722</c:v>
                </c:pt>
                <c:pt idx="1">
                  <c:v>0.592779225285</c:v>
                </c:pt>
                <c:pt idx="2">
                  <c:v>0.48233133072</c:v>
                </c:pt>
              </c:numLit>
            </c:minus>
            <c:spPr>
              <a:ln w="15240">
                <a:solidFill>
                  <a:srgbClr val="2864B4"/>
                </a:solidFill>
              </a:ln>
            </c:spPr>
          </c:errBars>
          <c:cat>
            <c:numRef>
              <c:f>'Chart Data'!$C$2:$C$4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4.73284468513</c:v>
                </c:pt>
                <c:pt idx="1">
                  <c:v>4.50225214104</c:v>
                </c:pt>
                <c:pt idx="2">
                  <c:v>4.04821857444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650" b="0">
                    <a:solidFill>
                      <a:srgbClr val="68758C"/>
                    </a:solidFill>
                    <a:latin typeface="Inter"/>
                    <a:ea typeface="Inter"/>
                    <a:cs typeface="Inter"/>
                  </a:rPr>
                  <a:t>Measurement sites</a:t>
                </a:r>
              </a:p>
            </c:rich>
          </c:tx>
          <c:overlay val="0"/>
          <c:txPr>
            <a:bodyPr anchorCtr="1"/>
            <a:lstStyle/>
            <a:p>
              <a:pPr>
                <a:defRPr sz="1650" b="0">
                  <a:solidFill>
                    <a:srgbClr val="68758C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C0</c:v>
          </c:tx>
          <c:spPr>
            <a:ln w="22860">
              <a:solidFill>
                <a:srgbClr val="B97842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B97842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0.782083059197</c:v>
                </c:pt>
                <c:pt idx="1">
                  <c:v>1.03268316632</c:v>
                </c:pt>
                <c:pt idx="2">
                  <c:v>1.60113016768</c:v>
                </c:pt>
              </c:numLit>
            </c:plus>
            <c:minus>
              <c:numLit>
                <c:formatCode>0.000000</c:formatCode>
                <c:ptCount val="3"/>
                <c:pt idx="0">
                  <c:v>0.734188762321</c:v>
                </c:pt>
                <c:pt idx="1">
                  <c:v>0.88441287434</c:v>
                </c:pt>
                <c:pt idx="2">
                  <c:v>1.44740513517</c:v>
                </c:pt>
              </c:numLit>
            </c:minus>
            <c:spPr>
              <a:ln w="15240">
                <a:solidFill>
                  <a:srgbClr val="B97842"/>
                </a:solidFill>
              </a:ln>
            </c:spPr>
          </c:errBars>
          <c:cat>
            <c:numRef>
              <c:f>'Chart Data'!$A$2:$A$4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10.544686994</c:v>
                </c:pt>
                <c:pt idx="1">
                  <c:v>9.80355110542</c:v>
                </c:pt>
                <c:pt idx="2">
                  <c:v>10.7121746584</c:v>
                </c:pt>
              </c:numCache>
            </c:numRef>
          </c:val>
          <c:smooth val="0"/>
        </c:ser>
        <c:ser>
          <c:idx val="1"/>
          <c:order val="1"/>
          <c:tx>
            <c:v>Neural</c:v>
          </c:tx>
          <c:spPr>
            <a:ln w="22860">
              <a:solidFill>
                <a:srgbClr val="2864B4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864B4"/>
              </a:solidFill>
            </c:spPr>
          </c:marker>
          <c:errBars>
            <c:errDir val="y"/>
            <c:errBarType val="both"/>
            <c:errValType val="cust"/>
            <c:noEndCap val="0"/>
            <c:plus>
              <c:numLit>
                <c:formatCode>0.000000</c:formatCode>
                <c:ptCount val="3"/>
                <c:pt idx="0">
                  <c:v>0.608018716842</c:v>
                </c:pt>
                <c:pt idx="1">
                  <c:v>0.502681032665</c:v>
                </c:pt>
                <c:pt idx="2">
                  <c:v>0.503453599238</c:v>
                </c:pt>
              </c:numLit>
            </c:plus>
            <c:minus>
              <c:numLit>
                <c:formatCode>0.000000</c:formatCode>
                <c:ptCount val="3"/>
                <c:pt idx="0">
                  <c:v>0.59806919244</c:v>
                </c:pt>
                <c:pt idx="1">
                  <c:v>0.484780604902</c:v>
                </c:pt>
                <c:pt idx="2">
                  <c:v>0.51660787139</c:v>
                </c:pt>
              </c:numLit>
            </c:minus>
            <c:spPr>
              <a:ln w="15240">
                <a:solidFill>
                  <a:srgbClr val="2864B4"/>
                </a:solidFill>
              </a:ln>
            </c:spPr>
          </c:errBars>
          <c:cat>
            <c:numRef>
              <c:f>'Chart Data'!$C$2:$C$4</c:f>
              <c:numCache>
                <c:formatCode>0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4.7244261059</c:v>
                </c:pt>
                <c:pt idx="1">
                  <c:v>4.27393456725</c:v>
                </c:pt>
                <c:pt idx="2">
                  <c:v>4.22847819112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650" b="0">
                    <a:solidFill>
                      <a:srgbClr val="68758C"/>
                    </a:solidFill>
                    <a:latin typeface="Inter"/>
                    <a:ea typeface="Inter"/>
                    <a:cs typeface="Inter"/>
                  </a:rPr>
                  <a:t>Measurement sites</a:t>
                </a:r>
              </a:p>
            </c:rich>
          </c:tx>
          <c:overlay val="0"/>
          <c:txPr>
            <a:bodyPr anchorCtr="1"/>
            <a:lstStyle/>
            <a:p>
              <a:pPr>
                <a:defRPr sz="1650" b="0">
                  <a:solidFill>
                    <a:srgbClr val="68758C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0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0</c:v>
                </c:pt>
                <c:pt idx="1">
                  <c:v>1.95621701471e-31</c:v>
                </c:pt>
                <c:pt idx="2">
                  <c:v>1.59033415568e-29</c:v>
                </c:pt>
                <c:pt idx="3">
                  <c:v>4.07304653516e-28</c:v>
                </c:pt>
                <c:pt idx="4">
                  <c:v>5.89656486264e-27</c:v>
                </c:pt>
                <c:pt idx="5">
                  <c:v>6.05807244611e-26</c:v>
                </c:pt>
                <c:pt idx="6">
                  <c:v>5.03529662449e-25</c:v>
                </c:pt>
                <c:pt idx="7">
                  <c:v>3.71938892584e-24</c:v>
                </c:pt>
                <c:pt idx="8">
                  <c:v>2.65862557546e-23</c:v>
                </c:pt>
                <c:pt idx="9">
                  <c:v>1.99094348113e-22</c:v>
                </c:pt>
                <c:pt idx="10">
                  <c:v>1.69393149908e-21</c:v>
                </c:pt>
                <c:pt idx="11">
                  <c:v>1.67395555863e-20</c:v>
                </c:pt>
                <c:pt idx="12">
                  <c:v>1.82613022059e-19</c:v>
                </c:pt>
                <c:pt idx="13">
                  <c:v>1.96798130956e-18</c:v>
                </c:pt>
                <c:pt idx="14">
                  <c:v>1.91505177512e-17</c:v>
                </c:pt>
                <c:pt idx="15">
                  <c:v>1.61872810126e-16</c:v>
                </c:pt>
                <c:pt idx="16">
                  <c:v>1.19599228013e-15</c:v>
                </c:pt>
                <c:pt idx="17">
                  <c:v>7.90949050146e-15</c:v>
                </c:pt>
                <c:pt idx="18">
                  <c:v>4.77306085201e-14</c:v>
                </c:pt>
                <c:pt idx="19">
                  <c:v>2.64832932132e-13</c:v>
                </c:pt>
                <c:pt idx="20">
                  <c:v>1.34925170166e-12</c:v>
                </c:pt>
                <c:pt idx="21">
                  <c:v>6.28062968648e-12</c:v>
                </c:pt>
                <c:pt idx="22">
                  <c:v>2.66107289413e-11</c:v>
                </c:pt>
                <c:pt idx="23">
                  <c:v>1.02469876881e-10</c:v>
                </c:pt>
                <c:pt idx="24">
                  <c:v>3.59241201905e-10</c:v>
                </c:pt>
                <c:pt idx="25">
                  <c:v>1.15250478902e-09</c:v>
                </c:pt>
                <c:pt idx="26">
                  <c:v>3.41073661805e-09</c:v>
                </c:pt>
                <c:pt idx="27">
                  <c:v>9.39970353733e-09</c:v>
                </c:pt>
                <c:pt idx="28">
                  <c:v>2.43376941783e-08</c:v>
                </c:pt>
                <c:pt idx="29">
                  <c:v>5.95888311663e-08</c:v>
                </c:pt>
                <c:pt idx="30">
                  <c:v>1.38531084658e-07</c:v>
                </c:pt>
                <c:pt idx="31">
                  <c:v>3.0652323211e-07</c:v>
                </c:pt>
                <c:pt idx="32">
                  <c:v>6.47105140778e-07</c:v>
                </c:pt>
                <c:pt idx="33">
                  <c:v>1.30765887898e-06</c:v>
                </c:pt>
                <c:pt idx="34">
                  <c:v>2.53947893581e-06</c:v>
                </c:pt>
                <c:pt idx="35">
                  <c:v>4.75756829067e-06</c:v>
                </c:pt>
                <c:pt idx="36">
                  <c:v>8.62348546084e-06</c:v>
                </c:pt>
                <c:pt idx="37">
                  <c:v>1.51497588262e-05</c:v>
                </c:pt>
                <c:pt idx="38">
                  <c:v>2.58205719066e-05</c:v>
                </c:pt>
                <c:pt idx="39">
                  <c:v>4.27289318451e-05</c:v>
                </c:pt>
                <c:pt idx="40">
                  <c:v>6.87333746599e-05</c:v>
                </c:pt>
                <c:pt idx="41">
                  <c:v>0.000107645485266</c:v>
                </c:pt>
                <c:pt idx="42">
                  <c:v>0.000164453284353</c:v>
                </c:pt>
                <c:pt idx="43">
                  <c:v>0.000245559371447</c:v>
                </c:pt>
                <c:pt idx="44">
                  <c:v>0.00035900533708</c:v>
                </c:pt>
                <c:pt idx="45">
                  <c:v>0.00051462075604</c:v>
                </c:pt>
                <c:pt idx="46">
                  <c:v>0.00072405700606</c:v>
                </c:pt>
                <c:pt idx="47">
                  <c:v>0.00100064577627</c:v>
                </c:pt>
                <c:pt idx="48">
                  <c:v>0.00135919099887</c:v>
                </c:pt>
                <c:pt idx="49">
                  <c:v>0.00181574261689</c:v>
                </c:pt>
                <c:pt idx="50">
                  <c:v>0.00238736612731</c:v>
                </c:pt>
                <c:pt idx="51">
                  <c:v>0.00309193298129</c:v>
                </c:pt>
                <c:pt idx="52">
                  <c:v>0.00394777376839</c:v>
                </c:pt>
                <c:pt idx="53">
                  <c:v>0.0049732276773</c:v>
                </c:pt>
                <c:pt idx="54">
                  <c:v>0.00618604289241</c:v>
                </c:pt>
                <c:pt idx="55">
                  <c:v>0.00760279899345</c:v>
                </c:pt>
                <c:pt idx="56">
                  <c:v>0.0092386337916</c:v>
                </c:pt>
                <c:pt idx="57">
                  <c:v>0.0111074837767</c:v>
                </c:pt>
                <c:pt idx="58">
                  <c:v>0.0132225805477</c:v>
                </c:pt>
                <c:pt idx="59">
                  <c:v>0.0155970246559</c:v>
                </c:pt>
                <c:pt idx="60">
                  <c:v>0.0182439736258</c:v>
                </c:pt>
                <c:pt idx="61">
                  <c:v>0.0211765195721</c:v>
                </c:pt>
                <c:pt idx="62">
                  <c:v>0.0244073886408</c:v>
                </c:pt>
                <c:pt idx="63">
                  <c:v>0.0279486906259</c:v>
                </c:pt>
                <c:pt idx="64">
                  <c:v>0.0318114695444</c:v>
                </c:pt>
                <c:pt idx="65">
                  <c:v>0.036005136876</c:v>
                </c:pt>
                <c:pt idx="66">
                  <c:v>0.0405364007623</c:v>
                </c:pt>
                <c:pt idx="67">
                  <c:v>0.0454079651143</c:v>
                </c:pt>
                <c:pt idx="68">
                  <c:v>0.0506167287058</c:v>
                </c:pt>
                <c:pt idx="69">
                  <c:v>0.0561523629962</c:v>
                </c:pt>
                <c:pt idx="70">
                  <c:v>0.0619959435386</c:v>
                </c:pt>
                <c:pt idx="71">
                  <c:v>0.0681196954154</c:v>
                </c:pt>
                <c:pt idx="72">
                  <c:v>0.0744876840532</c:v>
                </c:pt>
                <c:pt idx="73">
                  <c:v>0.0810579379846</c:v>
                </c:pt>
                <c:pt idx="74">
                  <c:v>0.0877845177946</c:v>
                </c:pt>
                <c:pt idx="75">
                  <c:v>0.0946197837335</c:v>
                </c:pt>
                <c:pt idx="76">
                  <c:v>0.101515423851</c:v>
                </c:pt>
                <c:pt idx="77">
                  <c:v>0.108423182064</c:v>
                </c:pt>
                <c:pt idx="78">
                  <c:v>0.115295345002</c:v>
                </c:pt>
                <c:pt idx="79">
                  <c:v>0.122085900341</c:v>
                </c:pt>
                <c:pt idx="80">
                  <c:v>0.12875160249</c:v>
                </c:pt>
                <c:pt idx="81">
                  <c:v>0.135253282815</c:v>
                </c:pt>
                <c:pt idx="82">
                  <c:v>0.141556766174</c:v>
                </c:pt>
                <c:pt idx="83">
                  <c:v>0.147633425069</c:v>
                </c:pt>
                <c:pt idx="84">
                  <c:v>0.153460511105</c:v>
                </c:pt>
                <c:pt idx="85">
                  <c:v>0.159021341365</c:v>
                </c:pt>
                <c:pt idx="86">
                  <c:v>0.164305038715</c:v>
                </c:pt>
                <c:pt idx="87">
                  <c:v>0.169305847375</c:v>
                </c:pt>
                <c:pt idx="88">
                  <c:v>0.17402269098</c:v>
                </c:pt>
                <c:pt idx="89">
                  <c:v>0.178458485564</c:v>
                </c:pt>
                <c:pt idx="90">
                  <c:v>0.182618708746</c:v>
                </c:pt>
                <c:pt idx="91">
                  <c:v>0.186509596185</c:v>
                </c:pt>
                <c:pt idx="92">
                  <c:v>0.190137483811</c:v>
                </c:pt>
                <c:pt idx="93">
                  <c:v>0.193508698512</c:v>
                </c:pt>
                <c:pt idx="94">
                  <c:v>0.196632194462</c:v>
                </c:pt>
                <c:pt idx="95">
                  <c:v>0.199523168813</c:v>
                </c:pt>
                <c:pt idx="96">
                  <c:v>0.202199589439</c:v>
                </c:pt>
                <c:pt idx="97">
                  <c:v>0.204675995925</c:v>
                </c:pt>
                <c:pt idx="98">
                  <c:v>0.206962759728</c:v>
                </c:pt>
                <c:pt idx="99">
                  <c:v>0.209068859098</c:v>
                </c:pt>
                <c:pt idx="100">
                  <c:v>0.211004204837</c:v>
                </c:pt>
                <c:pt idx="101">
                  <c:v>0.212780727286</c:v>
                </c:pt>
                <c:pt idx="102">
                  <c:v>0.214411118841</c:v>
                </c:pt>
                <c:pt idx="103">
                  <c:v>0.215905821651</c:v>
                </c:pt>
                <c:pt idx="104">
                  <c:v>0.217272634685</c:v>
                </c:pt>
                <c:pt idx="105">
                  <c:v>0.218519125722</c:v>
                </c:pt>
                <c:pt idx="106">
                  <c:v>0.219653865221</c:v>
                </c:pt>
                <c:pt idx="107">
                  <c:v>0.220687340844</c:v>
                </c:pt>
                <c:pt idx="108">
                  <c:v>0.221631351023</c:v>
                </c:pt>
                <c:pt idx="109">
                  <c:v>0.222496068077</c:v>
                </c:pt>
                <c:pt idx="110">
                  <c:v>0.223288351641</c:v>
                </c:pt>
                <c:pt idx="111">
                  <c:v>0.224012753621</c:v>
                </c:pt>
                <c:pt idx="112">
                  <c:v>0.224673125748</c:v>
                </c:pt>
                <c:pt idx="113">
                  <c:v>0.22527387752</c:v>
                </c:pt>
                <c:pt idx="114">
                  <c:v>0.225820328304</c:v>
                </c:pt>
                <c:pt idx="115">
                  <c:v>0.226317926935</c:v>
                </c:pt>
                <c:pt idx="116">
                  <c:v>0.226771426866</c:v>
                </c:pt>
                <c:pt idx="117">
                  <c:v>0.227184771782</c:v>
                </c:pt>
                <c:pt idx="118">
                  <c:v>0.227561375322</c:v>
                </c:pt>
                <c:pt idx="119">
                  <c:v>0.227904405817</c:v>
                </c:pt>
                <c:pt idx="120">
                  <c:v>0.228216896352</c:v>
                </c:pt>
                <c:pt idx="121">
                  <c:v>0.228501581445</c:v>
                </c:pt>
                <c:pt idx="122">
                  <c:v>0.228760804324</c:v>
                </c:pt>
                <c:pt idx="123">
                  <c:v>0.228996701654</c:v>
                </c:pt>
                <c:pt idx="124">
                  <c:v>0.229211293724</c:v>
                </c:pt>
                <c:pt idx="125">
                  <c:v>0.229406564784</c:v>
                </c:pt>
                <c:pt idx="126">
                  <c:v>0.229584316327</c:v>
                </c:pt>
                <c:pt idx="127">
                  <c:v>0.229745905073</c:v>
                </c:pt>
                <c:pt idx="128">
                  <c:v>0.229892256653</c:v>
                </c:pt>
                <c:pt idx="129">
                  <c:v>0.230024040028</c:v>
                </c:pt>
                <c:pt idx="130">
                  <c:v>0.230141796794</c:v>
                </c:pt>
                <c:pt idx="131">
                  <c:v>0.230246157683</c:v>
                </c:pt>
                <c:pt idx="132">
                  <c:v>0.230337783689</c:v>
                </c:pt>
                <c:pt idx="133">
                  <c:v>0.230417186726</c:v>
                </c:pt>
                <c:pt idx="134">
                  <c:v>0.230484634821</c:v>
                </c:pt>
                <c:pt idx="135">
                  <c:v>0.230540206437</c:v>
                </c:pt>
                <c:pt idx="136">
                  <c:v>0.230583863701</c:v>
                </c:pt>
                <c:pt idx="137">
                  <c:v>0.230615490049</c:v>
                </c:pt>
                <c:pt idx="138">
                  <c:v>0.23063489301</c:v>
                </c:pt>
                <c:pt idx="139">
                  <c:v>0.230641775981</c:v>
                </c:pt>
                <c:pt idx="140">
                  <c:v>0.230635702264</c:v>
                </c:pt>
                <c:pt idx="141">
                  <c:v>0.230616112244</c:v>
                </c:pt>
                <c:pt idx="142">
                  <c:v>0.230582292653</c:v>
                </c:pt>
                <c:pt idx="143">
                  <c:v>0.230533477305</c:v>
                </c:pt>
                <c:pt idx="144">
                  <c:v>0.230468970722</c:v>
                </c:pt>
                <c:pt idx="145">
                  <c:v>0.230388417215</c:v>
                </c:pt>
                <c:pt idx="146">
                  <c:v>0.230291548448</c:v>
                </c:pt>
                <c:pt idx="147">
                  <c:v>0.23017861381</c:v>
                </c:pt>
                <c:pt idx="148">
                  <c:v>0.230050445535</c:v>
                </c:pt>
                <c:pt idx="149">
                  <c:v>0.229909536235</c:v>
                </c:pt>
                <c:pt idx="150">
                  <c:v>0.229760187078</c:v>
                </c:pt>
                <c:pt idx="151">
                  <c:v>0.229605474116</c:v>
                </c:pt>
                <c:pt idx="152">
                  <c:v>0.229446052371</c:v>
                </c:pt>
                <c:pt idx="153">
                  <c:v>0.229282544626</c:v>
                </c:pt>
                <c:pt idx="154">
                  <c:v>0.229116080138</c:v>
                </c:pt>
                <c:pt idx="155">
                  <c:v>0.228948805655</c:v>
                </c:pt>
                <c:pt idx="156">
                  <c:v>0.228781901627</c:v>
                </c:pt>
                <c:pt idx="157">
                  <c:v>0.228613533528</c:v>
                </c:pt>
                <c:pt idx="158">
                  <c:v>0.228446337</c:v>
                </c:pt>
                <c:pt idx="159">
                  <c:v>0.228286034247</c:v>
                </c:pt>
                <c:pt idx="160">
                  <c:v>0.228134641799</c:v>
                </c:pt>
                <c:pt idx="161">
                  <c:v>0.22798096268</c:v>
                </c:pt>
                <c:pt idx="162">
                  <c:v>0.227802927344</c:v>
                </c:pt>
                <c:pt idx="163">
                  <c:v>0.227583910917</c:v>
                </c:pt>
                <c:pt idx="164">
                  <c:v>0.22732164391</c:v>
                </c:pt>
                <c:pt idx="165">
                  <c:v>0.227024994389</c:v>
                </c:pt>
                <c:pt idx="166">
                  <c:v>0.226708254759</c:v>
                </c:pt>
                <c:pt idx="167">
                  <c:v>0.226382844748</c:v>
                </c:pt>
                <c:pt idx="168">
                  <c:v>0.226052802124</c:v>
                </c:pt>
                <c:pt idx="169">
                  <c:v>0.225716765384</c:v>
                </c:pt>
                <c:pt idx="170">
                  <c:v>0.225371134734</c:v>
                </c:pt>
                <c:pt idx="171">
                  <c:v>0.225012902449</c:v>
                </c:pt>
                <c:pt idx="172">
                  <c:v>0.224640771615</c:v>
                </c:pt>
                <c:pt idx="173">
                  <c:v>0.224255415588</c:v>
                </c:pt>
                <c:pt idx="174">
                  <c:v>0.223859589307</c:v>
                </c:pt>
                <c:pt idx="175">
                  <c:v>0.223458799996</c:v>
                </c:pt>
                <c:pt idx="176">
                  <c:v>0.223060348467</c:v>
                </c:pt>
                <c:pt idx="177">
                  <c:v>0.222668561565</c:v>
                </c:pt>
                <c:pt idx="178">
                  <c:v>0.222282292254</c:v>
                </c:pt>
                <c:pt idx="179">
                  <c:v>0.221897929149</c:v>
                </c:pt>
                <c:pt idx="180">
                  <c:v>0.221513199941</c:v>
                </c:pt>
                <c:pt idx="181">
                  <c:v>0.221129998052</c:v>
                </c:pt>
                <c:pt idx="182">
                  <c:v>0.220753860883</c:v>
                </c:pt>
                <c:pt idx="183">
                  <c:v>0.220391102762</c:v>
                </c:pt>
                <c:pt idx="184">
                  <c:v>0.220045624045</c:v>
                </c:pt>
                <c:pt idx="185">
                  <c:v>0.21971699682</c:v>
                </c:pt>
                <c:pt idx="186">
                  <c:v>0.219401619562</c:v>
                </c:pt>
                <c:pt idx="187">
                  <c:v>0.219096390383</c:v>
                </c:pt>
                <c:pt idx="188">
                  <c:v>0.218801026295</c:v>
                </c:pt>
                <c:pt idx="189">
                  <c:v>0.218518107873</c:v>
                </c:pt>
                <c:pt idx="190">
                  <c:v>0.218251697099</c:v>
                </c:pt>
                <c:pt idx="191">
                  <c:v>0.218005820831</c:v>
                </c:pt>
                <c:pt idx="192">
                  <c:v>0.217783046218</c:v>
                </c:pt>
                <c:pt idx="193">
                  <c:v>0.217583621985</c:v>
                </c:pt>
                <c:pt idx="194">
                  <c:v>0.217405911521</c:v>
                </c:pt>
                <c:pt idx="195">
                  <c:v>0.217247250964</c:v>
                </c:pt>
                <c:pt idx="196">
                  <c:v>0.217104908649</c:v>
                </c:pt>
                <c:pt idx="197">
                  <c:v>0.216977145216</c:v>
                </c:pt>
                <c:pt idx="198">
                  <c:v>0.216863606156</c:v>
                </c:pt>
                <c:pt idx="199">
                  <c:v>0.216764947973</c:v>
                </c:pt>
                <c:pt idx="200">
                  <c:v>0.216682230649</c:v>
                </c:pt>
                <c:pt idx="201">
                  <c:v>0.21661602106</c:v>
                </c:pt>
                <c:pt idx="202">
                  <c:v>0.216565915479</c:v>
                </c:pt>
                <c:pt idx="203">
                  <c:v>0.216530846546</c:v>
                </c:pt>
                <c:pt idx="204">
                  <c:v>0.216509718746</c:v>
                </c:pt>
                <c:pt idx="205">
                  <c:v>0.216501930479</c:v>
                </c:pt>
                <c:pt idx="206">
                  <c:v>0.216507503404</c:v>
                </c:pt>
                <c:pt idx="207">
                  <c:v>0.216526808923</c:v>
                </c:pt>
                <c:pt idx="208">
                  <c:v>0.216560098404</c:v>
                </c:pt>
                <c:pt idx="209">
                  <c:v>0.216607065702</c:v>
                </c:pt>
                <c:pt idx="210">
                  <c:v>0.216666821751</c:v>
                </c:pt>
                <c:pt idx="211">
                  <c:v>0.21673807352</c:v>
                </c:pt>
                <c:pt idx="212">
                  <c:v>0.216819434887</c:v>
                </c:pt>
                <c:pt idx="213">
                  <c:v>0.216909604774</c:v>
                </c:pt>
                <c:pt idx="214">
                  <c:v>0.21700751504</c:v>
                </c:pt>
                <c:pt idx="215">
                  <c:v>0.217112298944</c:v>
                </c:pt>
                <c:pt idx="216">
                  <c:v>0.217223182128</c:v>
                </c:pt>
                <c:pt idx="217">
                  <c:v>0.217339471341</c:v>
                </c:pt>
                <c:pt idx="218">
                  <c:v>0.217460544991</c:v>
                </c:pt>
                <c:pt idx="219">
                  <c:v>0.217585917649</c:v>
                </c:pt>
                <c:pt idx="220">
                  <c:v>0.217715374132</c:v>
                </c:pt>
                <c:pt idx="221">
                  <c:v>0.217849102951</c:v>
                </c:pt>
                <c:pt idx="222">
                  <c:v>0.217987633411</c:v>
                </c:pt>
                <c:pt idx="223">
                  <c:v>0.218131728217</c:v>
                </c:pt>
                <c:pt idx="224">
                  <c:v>0.218282161083</c:v>
                </c:pt>
                <c:pt idx="225">
                  <c:v>0.218439402171</c:v>
                </c:pt>
                <c:pt idx="226">
                  <c:v>0.218603592912</c:v>
                </c:pt>
                <c:pt idx="227">
                  <c:v>0.218774609643</c:v>
                </c:pt>
                <c:pt idx="228">
                  <c:v>0.218952156387</c:v>
                </c:pt>
                <c:pt idx="229">
                  <c:v>0.219135831807</c:v>
                </c:pt>
                <c:pt idx="230">
                  <c:v>0.219325300665</c:v>
                </c:pt>
                <c:pt idx="231">
                  <c:v>0.219520412094</c:v>
                </c:pt>
                <c:pt idx="232">
                  <c:v>0.219721195286</c:v>
                </c:pt>
                <c:pt idx="233">
                  <c:v>0.219927807201</c:v>
                </c:pt>
                <c:pt idx="234">
                  <c:v>0.22014045489</c:v>
                </c:pt>
                <c:pt idx="235">
                  <c:v>0.220359233824</c:v>
                </c:pt>
                <c:pt idx="236">
                  <c:v>0.22058406974</c:v>
                </c:pt>
                <c:pt idx="237">
                  <c:v>0.220814725912</c:v>
                </c:pt>
                <c:pt idx="238">
                  <c:v>0.221050857453</c:v>
                </c:pt>
                <c:pt idx="239">
                  <c:v>0.221291869884</c:v>
                </c:pt>
                <c:pt idx="240">
                  <c:v>0.221537291077</c:v>
                </c:pt>
                <c:pt idx="241">
                  <c:v>0.221787475686</c:v>
                </c:pt>
                <c:pt idx="242">
                  <c:v>0.222043240936</c:v>
                </c:pt>
                <c:pt idx="243">
                  <c:v>0.22230492311</c:v>
                </c:pt>
                <c:pt idx="244">
                  <c:v>0.222572196245</c:v>
                </c:pt>
                <c:pt idx="245">
                  <c:v>0.222844184679</c:v>
                </c:pt>
                <c:pt idx="246">
                  <c:v>0.223120018421</c:v>
                </c:pt>
                <c:pt idx="247">
                  <c:v>0.223399379618</c:v>
                </c:pt>
                <c:pt idx="248">
                  <c:v>0.223682288111</c:v>
                </c:pt>
                <c:pt idx="249">
                  <c:v>0.22396834646</c:v>
                </c:pt>
                <c:pt idx="250">
                  <c:v>0.224256762592</c:v>
                </c:pt>
                <c:pt idx="251">
                  <c:v>0.224546856489</c:v>
                </c:pt>
                <c:pt idx="252">
                  <c:v>0.224838351097</c:v>
                </c:pt>
                <c:pt idx="253">
                  <c:v>0.225131615931</c:v>
                </c:pt>
                <c:pt idx="254">
                  <c:v>0.225427781264</c:v>
                </c:pt>
                <c:pt idx="255">
                  <c:v>0.225727699391</c:v>
                </c:pt>
                <c:pt idx="256">
                  <c:v>0.226031301304</c:v>
                </c:pt>
                <c:pt idx="257">
                  <c:v>0.226337679984</c:v>
                </c:pt>
                <c:pt idx="258">
                  <c:v>0.226645750334</c:v>
                </c:pt>
                <c:pt idx="259">
                  <c:v>0.226954962867</c:v>
                </c:pt>
                <c:pt idx="260">
                  <c:v>0.227265463459</c:v>
                </c:pt>
                <c:pt idx="261">
                  <c:v>0.227577660546</c:v>
                </c:pt>
                <c:pt idx="262">
                  <c:v>0.227891828455</c:v>
                </c:pt>
                <c:pt idx="263">
                  <c:v>0.228207958107</c:v>
                </c:pt>
                <c:pt idx="264">
                  <c:v>0.228525838723</c:v>
                </c:pt>
                <c:pt idx="265">
                  <c:v>0.22884526697</c:v>
                </c:pt>
                <c:pt idx="266">
                  <c:v>0.229166182674</c:v>
                </c:pt>
                <c:pt idx="267">
                  <c:v>0.229488561872</c:v>
                </c:pt>
                <c:pt idx="268">
                  <c:v>0.229812364223</c:v>
                </c:pt>
                <c:pt idx="269">
                  <c:v>0.230137654298</c:v>
                </c:pt>
                <c:pt idx="270">
                  <c:v>0.230464635936</c:v>
                </c:pt>
                <c:pt idx="271">
                  <c:v>0.230793622117</c:v>
                </c:pt>
                <c:pt idx="272">
                  <c:v>0.231124960895</c:v>
                </c:pt>
                <c:pt idx="273">
                  <c:v>0.231458826764</c:v>
                </c:pt>
                <c:pt idx="274">
                  <c:v>0.231795122796</c:v>
                </c:pt>
                <c:pt idx="275">
                  <c:v>0.232133553413</c:v>
                </c:pt>
                <c:pt idx="276">
                  <c:v>0.232473807449</c:v>
                </c:pt>
                <c:pt idx="277">
                  <c:v>0.232815723183</c:v>
                </c:pt>
                <c:pt idx="278">
                  <c:v>0.23315929989</c:v>
                </c:pt>
                <c:pt idx="279">
                  <c:v>0.233504570943</c:v>
                </c:pt>
                <c:pt idx="280">
                  <c:v>0.23385149387</c:v>
                </c:pt>
                <c:pt idx="281">
                  <c:v>0.234199917887</c:v>
                </c:pt>
                <c:pt idx="282">
                  <c:v>0.234549636038</c:v>
                </c:pt>
                <c:pt idx="283">
                  <c:v>0.234900457031</c:v>
                </c:pt>
                <c:pt idx="284">
                  <c:v>0.235252237272</c:v>
                </c:pt>
                <c:pt idx="285">
                  <c:v>0.235604854992</c:v>
                </c:pt>
                <c:pt idx="286">
                  <c:v>0.235958199676</c:v>
                </c:pt>
                <c:pt idx="287">
                  <c:v>0.236312174781</c:v>
                </c:pt>
                <c:pt idx="288">
                  <c:v>0.236666701502</c:v>
                </c:pt>
                <c:pt idx="289">
                  <c:v>0.23702173215</c:v>
                </c:pt>
                <c:pt idx="290">
                  <c:v>0.23737722434</c:v>
                </c:pt>
                <c:pt idx="291">
                  <c:v>0.237733066803</c:v>
                </c:pt>
                <c:pt idx="292">
                  <c:v>0.238089072201</c:v>
                </c:pt>
                <c:pt idx="293">
                  <c:v>0.238445026462</c:v>
                </c:pt>
                <c:pt idx="294">
                  <c:v>0.238800750766</c:v>
                </c:pt>
                <c:pt idx="295">
                  <c:v>0.239156159221</c:v>
                </c:pt>
                <c:pt idx="296">
                  <c:v>0.239511243526</c:v>
                </c:pt>
                <c:pt idx="297">
                  <c:v>0.239865997696</c:v>
                </c:pt>
                <c:pt idx="298">
                  <c:v>0.240220385692</c:v>
                </c:pt>
                <c:pt idx="299">
                  <c:v>0.240574353442</c:v>
                </c:pt>
                <c:pt idx="300">
                  <c:v>0.240927853624</c:v>
                </c:pt>
                <c:pt idx="301">
                  <c:v>0.241280869571</c:v>
                </c:pt>
                <c:pt idx="302">
                  <c:v>0.2416334081</c:v>
                </c:pt>
                <c:pt idx="303">
                  <c:v>0.241985454028</c:v>
                </c:pt>
                <c:pt idx="304">
                  <c:v>0.242336949895</c:v>
                </c:pt>
                <c:pt idx="305">
                  <c:v>0.242687812412</c:v>
                </c:pt>
                <c:pt idx="306">
                  <c:v>0.243037951933</c:v>
                </c:pt>
                <c:pt idx="307">
                  <c:v>0.243387290295</c:v>
                </c:pt>
                <c:pt idx="308">
                  <c:v>0.243735759319</c:v>
                </c:pt>
                <c:pt idx="309">
                  <c:v>0.244083247704</c:v>
                </c:pt>
                <c:pt idx="310">
                  <c:v>0.244429625364</c:v>
                </c:pt>
                <c:pt idx="311">
                  <c:v>0.244774797244</c:v>
                </c:pt>
                <c:pt idx="312">
                  <c:v>0.245118683898</c:v>
                </c:pt>
                <c:pt idx="313">
                  <c:v>0.245461212357</c:v>
                </c:pt>
                <c:pt idx="314">
                  <c:v>0.245802325253</c:v>
                </c:pt>
                <c:pt idx="315">
                  <c:v>0.246141963963</c:v>
                </c:pt>
                <c:pt idx="316">
                  <c:v>0.246480056511</c:v>
                </c:pt>
                <c:pt idx="317">
                  <c:v>0.246816580209</c:v>
                </c:pt>
                <c:pt idx="318">
                  <c:v>0.247151545894</c:v>
                </c:pt>
                <c:pt idx="319">
                  <c:v>0.247484905815</c:v>
                </c:pt>
                <c:pt idx="320">
                  <c:v>0.247816536094</c:v>
                </c:pt>
                <c:pt idx="321">
                  <c:v>0.248146278075</c:v>
                </c:pt>
                <c:pt idx="322">
                  <c:v>0.248473998781</c:v>
                </c:pt>
                <c:pt idx="323">
                  <c:v>0.248799718067</c:v>
                </c:pt>
                <c:pt idx="324">
                  <c:v>0.249123560889</c:v>
                </c:pt>
                <c:pt idx="325">
                  <c:v>0.249445567442</c:v>
                </c:pt>
                <c:pt idx="326">
                  <c:v>0.249765634485</c:v>
                </c:pt>
                <c:pt idx="327">
                  <c:v>0.250083590716</c:v>
                </c:pt>
                <c:pt idx="328">
                  <c:v>0.25039930195</c:v>
                </c:pt>
                <c:pt idx="329">
                  <c:v>0.250712783133</c:v>
                </c:pt>
                <c:pt idx="330">
                  <c:v>0.251024163115</c:v>
                </c:pt>
                <c:pt idx="331">
                  <c:v>0.251333517619</c:v>
                </c:pt>
                <c:pt idx="332">
                  <c:v>0.251640799749</c:v>
                </c:pt>
                <c:pt idx="333">
                  <c:v>0.251945891402</c:v>
                </c:pt>
                <c:pt idx="334">
                  <c:v>0.252248672105</c:v>
                </c:pt>
                <c:pt idx="335">
                  <c:v>0.252549127859</c:v>
                </c:pt>
                <c:pt idx="336">
                  <c:v>0.252847368856</c:v>
                </c:pt>
                <c:pt idx="337">
                  <c:v>0.253143501972</c:v>
                </c:pt>
                <c:pt idx="338">
                  <c:v>0.253437535498</c:v>
                </c:pt>
                <c:pt idx="339">
                  <c:v>0.253729366327</c:v>
                </c:pt>
                <c:pt idx="340">
                  <c:v>0.254018829493</c:v>
                </c:pt>
                <c:pt idx="341">
                  <c:v>0.254305824234</c:v>
                </c:pt>
                <c:pt idx="342">
                  <c:v>0.254590377371</c:v>
                </c:pt>
                <c:pt idx="343">
                  <c:v>0.254872592679</c:v>
                </c:pt>
                <c:pt idx="344">
                  <c:v>0.255152569816</c:v>
                </c:pt>
                <c:pt idx="345">
                  <c:v>0.255430347424</c:v>
                </c:pt>
                <c:pt idx="346">
                  <c:v>0.255705903629</c:v>
                </c:pt>
                <c:pt idx="347">
                  <c:v>0.255979205976</c:v>
                </c:pt>
                <c:pt idx="348">
                  <c:v>0.256250249727</c:v>
                </c:pt>
                <c:pt idx="349">
                  <c:v>0.256519064161</c:v>
                </c:pt>
                <c:pt idx="350">
                  <c:v>0.256785694858</c:v>
                </c:pt>
                <c:pt idx="351">
                  <c:v>0.257050181275</c:v>
                </c:pt>
                <c:pt idx="352">
                  <c:v>0.257312545813</c:v>
                </c:pt>
                <c:pt idx="353">
                  <c:v>0.25757280694</c:v>
                </c:pt>
                <c:pt idx="354">
                  <c:v>0.257830993154</c:v>
                </c:pt>
                <c:pt idx="355">
                  <c:v>0.258087138434</c:v>
                </c:pt>
                <c:pt idx="356">
                  <c:v>0.258341274053</c:v>
                </c:pt>
                <c:pt idx="357">
                  <c:v>0.258593417301</c:v>
                </c:pt>
                <c:pt idx="358">
                  <c:v>0.258843576134</c:v>
                </c:pt>
                <c:pt idx="359">
                  <c:v>0.25909176672</c:v>
                </c:pt>
                <c:pt idx="360">
                  <c:v>0.259338022512</c:v>
                </c:pt>
                <c:pt idx="361">
                  <c:v>0.259582398541</c:v>
                </c:pt>
                <c:pt idx="362">
                  <c:v>0.259824958935</c:v>
                </c:pt>
                <c:pt idx="363">
                  <c:v>0.260065756914</c:v>
                </c:pt>
                <c:pt idx="364">
                  <c:v>0.260304828745</c:v>
                </c:pt>
                <c:pt idx="365">
                  <c:v>0.260542198779</c:v>
                </c:pt>
                <c:pt idx="366">
                  <c:v>0.260777888352</c:v>
                </c:pt>
                <c:pt idx="367">
                  <c:v>0.261011924663</c:v>
                </c:pt>
                <c:pt idx="368">
                  <c:v>0.261244339905</c:v>
                </c:pt>
                <c:pt idx="369">
                  <c:v>0.261475164136</c:v>
                </c:pt>
                <c:pt idx="370">
                  <c:v>0.261704423813</c:v>
                </c:pt>
                <c:pt idx="371">
                  <c:v>0.261932147278</c:v>
                </c:pt>
                <c:pt idx="372">
                  <c:v>0.262158363512</c:v>
                </c:pt>
                <c:pt idx="373">
                  <c:v>0.26238310002</c:v>
                </c:pt>
                <c:pt idx="374">
                  <c:v>0.26260638468</c:v>
                </c:pt>
                <c:pt idx="375">
                  <c:v>0.262828238749</c:v>
                </c:pt>
                <c:pt idx="376">
                  <c:v>0.263048677874</c:v>
                </c:pt>
                <c:pt idx="377">
                  <c:v>0.263267720799</c:v>
                </c:pt>
                <c:pt idx="378">
                  <c:v>0.26348539326</c:v>
                </c:pt>
                <c:pt idx="379">
                  <c:v>0.26370172795</c:v>
                </c:pt>
                <c:pt idx="380">
                  <c:v>0.263916758701</c:v>
                </c:pt>
                <c:pt idx="381">
                  <c:v>0.264130509681</c:v>
                </c:pt>
                <c:pt idx="382">
                  <c:v>0.264342993045</c:v>
                </c:pt>
                <c:pt idx="383">
                  <c:v>0.264554215806</c:v>
                </c:pt>
                <c:pt idx="384">
                  <c:v>0.264764184628</c:v>
                </c:pt>
                <c:pt idx="385">
                  <c:v>0.264972908943</c:v>
                </c:pt>
                <c:pt idx="386">
                  <c:v>0.265180399716</c:v>
                </c:pt>
                <c:pt idx="387">
                  <c:v>0.265386665305</c:v>
                </c:pt>
                <c:pt idx="388">
                  <c:v>0.265591710792</c:v>
                </c:pt>
                <c:pt idx="389">
                  <c:v>0.265795543042</c:v>
                </c:pt>
                <c:pt idx="390">
                  <c:v>0.265998172134</c:v>
                </c:pt>
                <c:pt idx="391">
                  <c:v>0.266199608849</c:v>
                </c:pt>
                <c:pt idx="392">
                  <c:v>0.266399863364</c:v>
                </c:pt>
                <c:pt idx="393">
                  <c:v>0.266598944325</c:v>
                </c:pt>
                <c:pt idx="394">
                  <c:v>0.266796856821</c:v>
                </c:pt>
                <c:pt idx="395">
                  <c:v>0.266993604936</c:v>
                </c:pt>
                <c:pt idx="396">
                  <c:v>0.267189191642</c:v>
                </c:pt>
                <c:pt idx="397">
                  <c:v>0.267383614219</c:v>
                </c:pt>
                <c:pt idx="398">
                  <c:v>0.26757686763</c:v>
                </c:pt>
                <c:pt idx="399">
                  <c:v>0.267768951903</c:v>
                </c:pt>
                <c:pt idx="400">
                  <c:v>0.267959869087</c:v>
                </c:pt>
                <c:pt idx="401">
                  <c:v>0.268149618146</c:v>
                </c:pt>
                <c:pt idx="402">
                  <c:v>0.268338190519</c:v>
                </c:pt>
                <c:pt idx="403">
                  <c:v>0.268525564173</c:v>
                </c:pt>
                <c:pt idx="404">
                  <c:v>0.268711713346</c:v>
                </c:pt>
                <c:pt idx="405">
                  <c:v>0.268896628302</c:v>
                </c:pt>
                <c:pt idx="406">
                  <c:v>0.269080316361</c:v>
                </c:pt>
                <c:pt idx="407">
                  <c:v>0.269262796126</c:v>
                </c:pt>
                <c:pt idx="408">
                  <c:v>0.269444082825</c:v>
                </c:pt>
                <c:pt idx="409">
                  <c:v>0.269624108447</c:v>
                </c:pt>
                <c:pt idx="410">
                  <c:v>0.269802670225</c:v>
                </c:pt>
                <c:pt idx="411">
                  <c:v>0.269979538776</c:v>
                </c:pt>
                <c:pt idx="412">
                  <c:v>0.270154713775</c:v>
                </c:pt>
                <c:pt idx="413">
                  <c:v>0.270328732307</c:v>
                </c:pt>
                <c:pt idx="414">
                  <c:v>0.270503164502</c:v>
                </c:pt>
                <c:pt idx="415">
                  <c:v>0.270681681449</c:v>
                </c:pt>
                <c:pt idx="416">
                  <c:v>0.270871484459</c:v>
                </c:pt>
                <c:pt idx="417">
                  <c:v>0.271084721166</c:v>
                </c:pt>
                <c:pt idx="418">
                  <c:v>0.271339877382</c:v>
                </c:pt>
                <c:pt idx="419">
                  <c:v>0.271665571132</c:v>
                </c:pt>
                <c:pt idx="420">
                  <c:v>0.27210866943</c:v>
                </c:pt>
                <c:pt idx="421">
                  <c:v>0.272711948996</c:v>
                </c:pt>
                <c:pt idx="422">
                  <c:v>0.27349815427</c:v>
                </c:pt>
                <c:pt idx="423">
                  <c:v>0.274462930866</c:v>
                </c:pt>
                <c:pt idx="424">
                  <c:v>0.275586641341</c:v>
                </c:pt>
                <c:pt idx="425">
                  <c:v>0.276851510702</c:v>
                </c:pt>
                <c:pt idx="426">
                  <c:v>0.278253099109</c:v>
                </c:pt>
                <c:pt idx="427">
                  <c:v>0.279799570473</c:v>
                </c:pt>
                <c:pt idx="428">
                  <c:v>0.281503144989</c:v>
                </c:pt>
                <c:pt idx="429">
                  <c:v>0.283369197401</c:v>
                </c:pt>
                <c:pt idx="430">
                  <c:v>0.285390284305</c:v>
                </c:pt>
                <c:pt idx="431">
                  <c:v>0.287544996452</c:v>
                </c:pt>
                <c:pt idx="432">
                  <c:v>0.289800996303</c:v>
                </c:pt>
                <c:pt idx="433">
                  <c:v>0.29211715075</c:v>
                </c:pt>
                <c:pt idx="434">
                  <c:v>0.294448527228</c:v>
                </c:pt>
                <c:pt idx="435">
                  <c:v>0.296752937438</c:v>
                </c:pt>
                <c:pt idx="436">
                  <c:v>0.29899608514</c:v>
                </c:pt>
                <c:pt idx="437">
                  <c:v>0.301152577886</c:v>
                </c:pt>
                <c:pt idx="438">
                  <c:v>0.303203332946</c:v>
                </c:pt>
                <c:pt idx="439">
                  <c:v>0.305131609438</c:v>
                </c:pt>
                <c:pt idx="440">
                  <c:v>0.306922528402</c:v>
                </c:pt>
                <c:pt idx="441">
                  <c:v>0.308564921702</c:v>
                </c:pt>
                <c:pt idx="442">
                  <c:v>0.310054875763</c:v>
                </c:pt>
                <c:pt idx="443">
                  <c:v>0.311396613019</c:v>
                </c:pt>
                <c:pt idx="444">
                  <c:v>0.312600532544</c:v>
                </c:pt>
                <c:pt idx="445">
                  <c:v>0.313679808886</c:v>
                </c:pt>
                <c:pt idx="446">
                  <c:v>0.314647940644</c:v>
                </c:pt>
                <c:pt idx="447">
                  <c:v>0.315517997709</c:v>
                </c:pt>
                <c:pt idx="448">
                  <c:v>0.316303105556</c:v>
                </c:pt>
                <c:pt idx="449">
                  <c:v>0.317017427978</c:v>
                </c:pt>
                <c:pt idx="450">
                  <c:v>0.317676494155</c:v>
                </c:pt>
                <c:pt idx="451">
                  <c:v>0.318296889437</c:v>
                </c:pt>
                <c:pt idx="452">
                  <c:v>0.318895813881</c:v>
                </c:pt>
                <c:pt idx="453">
                  <c:v>0.319490653291</c:v>
                </c:pt>
                <c:pt idx="454">
                  <c:v>0.320098715643</c:v>
                </c:pt>
                <c:pt idx="455">
                  <c:v>0.320737061406</c:v>
                </c:pt>
                <c:pt idx="456">
                  <c:v>0.321422374102</c:v>
                </c:pt>
                <c:pt idx="457">
                  <c:v>0.32217065684</c:v>
                </c:pt>
                <c:pt idx="458">
                  <c:v>0.3229970715</c:v>
                </c:pt>
                <c:pt idx="459">
                  <c:v>0.323915833196</c:v>
                </c:pt>
                <c:pt idx="460">
                  <c:v>0.324939987073</c:v>
                </c:pt>
                <c:pt idx="461">
                  <c:v>0.32608116842</c:v>
                </c:pt>
                <c:pt idx="462">
                  <c:v>0.327349170467</c:v>
                </c:pt>
                <c:pt idx="463">
                  <c:v>0.328751408252</c:v>
                </c:pt>
                <c:pt idx="464">
                  <c:v>0.330292272671</c:v>
                </c:pt>
                <c:pt idx="465">
                  <c:v>0.331972615128</c:v>
                </c:pt>
                <c:pt idx="466">
                  <c:v>0.333789599227</c:v>
                </c:pt>
                <c:pt idx="467">
                  <c:v>0.33573700541</c:v>
                </c:pt>
                <c:pt idx="468">
                  <c:v>0.33780559654</c:v>
                </c:pt>
                <c:pt idx="469">
                  <c:v>0.339983379716</c:v>
                </c:pt>
                <c:pt idx="470">
                  <c:v>0.342255472674</c:v>
                </c:pt>
                <c:pt idx="471">
                  <c:v>0.34460383584</c:v>
                </c:pt>
                <c:pt idx="472">
                  <c:v>0.347007138904</c:v>
                </c:pt>
                <c:pt idx="473">
                  <c:v>0.349441007935</c:v>
                </c:pt>
                <c:pt idx="474">
                  <c:v>0.351878467355</c:v>
                </c:pt>
                <c:pt idx="475">
                  <c:v>0.354290643168</c:v>
                </c:pt>
                <c:pt idx="476">
                  <c:v>0.356647510334</c:v>
                </c:pt>
                <c:pt idx="477">
                  <c:v>0.358918824775</c:v>
                </c:pt>
                <c:pt idx="478">
                  <c:v>0.361075049123</c:v>
                </c:pt>
                <c:pt idx="479">
                  <c:v>0.363088544369</c:v>
                </c:pt>
                <c:pt idx="480">
                  <c:v>0.364934676741</c:v>
                </c:pt>
                <c:pt idx="481">
                  <c:v>0.366592948644</c:v>
                </c:pt>
                <c:pt idx="482">
                  <c:v>0.368047882224</c:v>
                </c:pt>
                <c:pt idx="483">
                  <c:v>0.369289601852</c:v>
                </c:pt>
                <c:pt idx="484">
                  <c:v>0.370313751939</c:v>
                </c:pt>
                <c:pt idx="485">
                  <c:v>0.371120980584</c:v>
                </c:pt>
                <c:pt idx="486">
                  <c:v>0.371716082021</c:v>
                </c:pt>
                <c:pt idx="487">
                  <c:v>0.372107117559</c:v>
                </c:pt>
                <c:pt idx="488">
                  <c:v>0.372304703172</c:v>
                </c:pt>
                <c:pt idx="489">
                  <c:v>0.372321488057</c:v>
                </c:pt>
                <c:pt idx="490">
                  <c:v>0.372171691597</c:v>
                </c:pt>
                <c:pt idx="491">
                  <c:v>0.371870633891</c:v>
                </c:pt>
                <c:pt idx="492">
                  <c:v>0.371434293104</c:v>
                </c:pt>
                <c:pt idx="493">
                  <c:v>0.370878859775</c:v>
                </c:pt>
                <c:pt idx="494">
                  <c:v>0.370220332523</c:v>
                </c:pt>
                <c:pt idx="495">
                  <c:v>0.369474173718</c:v>
                </c:pt>
                <c:pt idx="496">
                  <c:v>0.368655030691</c:v>
                </c:pt>
                <c:pt idx="497">
                  <c:v>0.367776530878</c:v>
                </c:pt>
                <c:pt idx="498">
                  <c:v>0.366851114381</c:v>
                </c:pt>
                <c:pt idx="499">
                  <c:v>0.365889973132</c:v>
                </c:pt>
                <c:pt idx="500">
                  <c:v>0.364903147244</c:v>
                </c:pt>
                <c:pt idx="501">
                  <c:v>0.363899783371</c:v>
                </c:pt>
                <c:pt idx="502">
                  <c:v>0.362888344711</c:v>
                </c:pt>
                <c:pt idx="503">
                  <c:v>0.361876762405</c:v>
                </c:pt>
                <c:pt idx="504">
                  <c:v>0.360871787103</c:v>
                </c:pt>
                <c:pt idx="505">
                  <c:v>0.359878096656</c:v>
                </c:pt>
                <c:pt idx="506">
                  <c:v>0.358898945053</c:v>
                </c:pt>
                <c:pt idx="507">
                  <c:v>0.35793741046</c:v>
                </c:pt>
                <c:pt idx="508">
                  <c:v>0.356996878068</c:v>
                </c:pt>
                <c:pt idx="509">
                  <c:v>0.356080696415</c:v>
                </c:pt>
                <c:pt idx="510">
                  <c:v>0.355191517912</c:v>
                </c:pt>
                <c:pt idx="511">
                  <c:v>0.35433088164</c:v>
                </c:pt>
                <c:pt idx="512">
                  <c:v>0.353499545561</c:v>
                </c:pt>
                <c:pt idx="513">
                  <c:v>0.35269841569</c:v>
                </c:pt>
                <c:pt idx="514">
                  <c:v>0.351928760985</c:v>
                </c:pt>
                <c:pt idx="515">
                  <c:v>0.351191586428</c:v>
                </c:pt>
                <c:pt idx="516">
                  <c:v>0.350487157576</c:v>
                </c:pt>
                <c:pt idx="517">
                  <c:v>0.349814502153</c:v>
                </c:pt>
                <c:pt idx="518">
                  <c:v>0.349171704508</c:v>
                </c:pt>
                <c:pt idx="519">
                  <c:v>0.348556937436</c:v>
                </c:pt>
                <c:pt idx="520">
                  <c:v>0.347969229826</c:v>
                </c:pt>
                <c:pt idx="521">
                  <c:v>0.347408290575</c:v>
                </c:pt>
                <c:pt idx="522">
                  <c:v>0.346873952661</c:v>
                </c:pt>
                <c:pt idx="523">
                  <c:v>0.346365615264</c:v>
                </c:pt>
                <c:pt idx="524">
                  <c:v>0.345882081337</c:v>
                </c:pt>
                <c:pt idx="525">
                  <c:v>0.345421878627</c:v>
                </c:pt>
                <c:pt idx="526">
                  <c:v>0.344983648754</c:v>
                </c:pt>
                <c:pt idx="527">
                  <c:v>0.344566254136</c:v>
                </c:pt>
                <c:pt idx="528">
                  <c:v>0.344168696414</c:v>
                </c:pt>
                <c:pt idx="529">
                  <c:v>0.343789998564</c:v>
                </c:pt>
                <c:pt idx="530">
                  <c:v>0.343429163548</c:v>
                </c:pt>
                <c:pt idx="531">
                  <c:v>0.343085265591</c:v>
                </c:pt>
                <c:pt idx="532">
                  <c:v>0.342757494138</c:v>
                </c:pt>
                <c:pt idx="533">
                  <c:v>0.342445093995</c:v>
                </c:pt>
                <c:pt idx="534">
                  <c:v>0.342147271594</c:v>
                </c:pt>
                <c:pt idx="535">
                  <c:v>0.341863145451</c:v>
                </c:pt>
                <c:pt idx="536">
                  <c:v>0.341591942194</c:v>
                </c:pt>
                <c:pt idx="537">
                  <c:v>0.34133315903</c:v>
                </c:pt>
                <c:pt idx="538">
                  <c:v>0.341086532647</c:v>
                </c:pt>
                <c:pt idx="539">
                  <c:v>0.340851939473</c:v>
                </c:pt>
                <c:pt idx="540">
                  <c:v>0.340629254829</c:v>
                </c:pt>
                <c:pt idx="541">
                  <c:v>0.340418293318</c:v>
                </c:pt>
                <c:pt idx="542">
                  <c:v>0.340218840564</c:v>
                </c:pt>
                <c:pt idx="543">
                  <c:v>0.34003076184</c:v>
                </c:pt>
                <c:pt idx="544">
                  <c:v>0.33985405501</c:v>
                </c:pt>
                <c:pt idx="545">
                  <c:v>0.339688824815</c:v>
                </c:pt>
                <c:pt idx="546">
                  <c:v>0.339535237476</c:v>
                </c:pt>
                <c:pt idx="547">
                  <c:v>0.339393494854</c:v>
                </c:pt>
                <c:pt idx="548">
                  <c:v>0.339263827137</c:v>
                </c:pt>
                <c:pt idx="549">
                  <c:v>0.339146431686</c:v>
                </c:pt>
                <c:pt idx="550">
                  <c:v>0.339041661995</c:v>
                </c:pt>
                <c:pt idx="551">
                  <c:v>0.338949876182</c:v>
                </c:pt>
                <c:pt idx="552">
                  <c:v>0.338871324137</c:v>
                </c:pt>
                <c:pt idx="553">
                  <c:v>0.338806359277</c:v>
                </c:pt>
                <c:pt idx="554">
                  <c:v>0.338755277588</c:v>
                </c:pt>
                <c:pt idx="555">
                  <c:v>0.338718265387</c:v>
                </c:pt>
                <c:pt idx="556">
                  <c:v>0.338695226486</c:v>
                </c:pt>
                <c:pt idx="557">
                  <c:v>0.338685635212</c:v>
                </c:pt>
                <c:pt idx="558">
                  <c:v>0.338688644532</c:v>
                </c:pt>
                <c:pt idx="559">
                  <c:v>0.338702358861</c:v>
                </c:pt>
                <c:pt idx="560">
                  <c:v>0.338723963336</c:v>
                </c:pt>
                <c:pt idx="561">
                  <c:v>0.338751374196</c:v>
                </c:pt>
                <c:pt idx="562">
                  <c:v>0.338783781063</c:v>
                </c:pt>
                <c:pt idx="563">
                  <c:v>0.338818889502</c:v>
                </c:pt>
                <c:pt idx="564">
                  <c:v>0.338849887274</c:v>
                </c:pt>
                <c:pt idx="565">
                  <c:v>0.338862216684</c:v>
                </c:pt>
                <c:pt idx="566">
                  <c:v>0.338834737801</c:v>
                </c:pt>
                <c:pt idx="567">
                  <c:v>0.338745084332</c:v>
                </c:pt>
                <c:pt idx="568">
                  <c:v>0.338574809643</c:v>
                </c:pt>
                <c:pt idx="569">
                  <c:v>0.338317463401</c:v>
                </c:pt>
                <c:pt idx="570">
                  <c:v>0.337979670009</c:v>
                </c:pt>
                <c:pt idx="571">
                  <c:v>0.337570777303</c:v>
                </c:pt>
                <c:pt idx="572">
                  <c:v>0.337092920193</c:v>
                </c:pt>
                <c:pt idx="573">
                  <c:v>0.336541847791</c:v>
                </c:pt>
                <c:pt idx="574">
                  <c:v>0.335916091151</c:v>
                </c:pt>
                <c:pt idx="575">
                  <c:v>0.335222444433</c:v>
                </c:pt>
                <c:pt idx="576">
                  <c:v>0.334475285617</c:v>
                </c:pt>
                <c:pt idx="577">
                  <c:v>0.333690007766</c:v>
                </c:pt>
                <c:pt idx="578">
                  <c:v>0.332876707857</c:v>
                </c:pt>
                <c:pt idx="579">
                  <c:v>0.332039541437</c:v>
                </c:pt>
                <c:pt idx="580">
                  <c:v>0.33117901388</c:v>
                </c:pt>
                <c:pt idx="581">
                  <c:v>0.330295035964</c:v>
                </c:pt>
                <c:pt idx="582">
                  <c:v>0.329388438918</c:v>
                </c:pt>
                <c:pt idx="583">
                  <c:v>0.328461757227</c:v>
                </c:pt>
                <c:pt idx="584">
                  <c:v>0.327519659614</c:v>
                </c:pt>
                <c:pt idx="585">
                  <c:v>0.326570187694</c:v>
                </c:pt>
                <c:pt idx="586">
                  <c:v>0.325623436577</c:v>
                </c:pt>
                <c:pt idx="587">
                  <c:v>0.324686172294</c:v>
                </c:pt>
                <c:pt idx="588">
                  <c:v>0.32375861589</c:v>
                </c:pt>
                <c:pt idx="589">
                  <c:v>0.322837856064</c:v>
                </c:pt>
                <c:pt idx="590">
                  <c:v>0.321922491966</c:v>
                </c:pt>
                <c:pt idx="591">
                  <c:v>0.321015919168</c:v>
                </c:pt>
                <c:pt idx="592">
                  <c:v>0.320125756229</c:v>
                </c:pt>
                <c:pt idx="593">
                  <c:v>0.31926028935</c:v>
                </c:pt>
                <c:pt idx="594">
                  <c:v>0.318424702833</c:v>
                </c:pt>
                <c:pt idx="595">
                  <c:v>0.317618936251</c:v>
                </c:pt>
                <c:pt idx="596">
                  <c:v>0.31683915468</c:v>
                </c:pt>
                <c:pt idx="597">
                  <c:v>0.316082166418</c:v>
                </c:pt>
                <c:pt idx="598">
                  <c:v>0.315348137776</c:v>
                </c:pt>
                <c:pt idx="599">
                  <c:v>0.314640377221</c:v>
                </c:pt>
                <c:pt idx="600">
                  <c:v>0.313963573823</c:v>
                </c:pt>
                <c:pt idx="601">
                  <c:v>0.313322015279</c:v>
                </c:pt>
                <c:pt idx="602">
                  <c:v>0.312718103589</c:v>
                </c:pt>
                <c:pt idx="603">
                  <c:v>0.312151532832</c:v>
                </c:pt>
                <c:pt idx="604">
                  <c:v>0.31161993069</c:v>
                </c:pt>
                <c:pt idx="605">
                  <c:v>0.311119964831</c:v>
                </c:pt>
                <c:pt idx="606">
                  <c:v>0.310648341901</c:v>
                </c:pt>
                <c:pt idx="607">
                  <c:v>0.310202886827</c:v>
                </c:pt>
                <c:pt idx="608">
                  <c:v>0.309782876086</c:v>
                </c:pt>
                <c:pt idx="609">
                  <c:v>0.309388516405</c:v>
                </c:pt>
                <c:pt idx="610">
                  <c:v>0.309020290629</c:v>
                </c:pt>
                <c:pt idx="611">
                  <c:v>0.308678121136</c:v>
                </c:pt>
                <c:pt idx="612">
                  <c:v>0.308360932453</c:v>
                </c:pt>
                <c:pt idx="613">
                  <c:v>0.308067041685</c:v>
                </c:pt>
                <c:pt idx="614">
                  <c:v>0.307794830053</c:v>
                </c:pt>
                <c:pt idx="615">
                  <c:v>0.307543183992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0</c:v>
                </c:pt>
                <c:pt idx="1">
                  <c:v>1.56872444023e-23</c:v>
                </c:pt>
                <c:pt idx="2">
                  <c:v>2.28267911197e-22</c:v>
                </c:pt>
                <c:pt idx="3">
                  <c:v>1.81098483004e-21</c:v>
                </c:pt>
                <c:pt idx="4">
                  <c:v>1.0578641099e-20</c:v>
                </c:pt>
                <c:pt idx="5">
                  <c:v>5.27809547539e-20</c:v>
                </c:pt>
                <c:pt idx="6">
                  <c:v>2.53685448233e-19</c:v>
                </c:pt>
                <c:pt idx="7">
                  <c:v>1.33500519759e-18</c:v>
                </c:pt>
                <c:pt idx="8">
                  <c:v>8.79435401332e-18</c:v>
                </c:pt>
                <c:pt idx="9">
                  <c:v>7.71520590542e-17</c:v>
                </c:pt>
                <c:pt idx="10">
                  <c:v>8.39781494482e-16</c:v>
                </c:pt>
                <c:pt idx="11">
                  <c:v>9.47362029622e-15</c:v>
                </c:pt>
                <c:pt idx="12">
                  <c:v>9.51956061912e-14</c:v>
                </c:pt>
                <c:pt idx="13">
                  <c:v>7.76633974479e-13</c:v>
                </c:pt>
                <c:pt idx="14">
                  <c:v>5.03908728769e-12</c:v>
                </c:pt>
                <c:pt idx="15">
                  <c:v>2.66124322685e-11</c:v>
                </c:pt>
                <c:pt idx="16">
                  <c:v>1.19151074174e-10</c:v>
                </c:pt>
                <c:pt idx="17">
                  <c:v>4.70245075086e-10</c:v>
                </c:pt>
                <c:pt idx="18">
                  <c:v>1.67942270121e-09</c:v>
                </c:pt>
                <c:pt idx="19">
                  <c:v>5.49581227406e-09</c:v>
                </c:pt>
                <c:pt idx="20">
                  <c:v>1.6549170893e-08</c:v>
                </c:pt>
                <c:pt idx="21">
                  <c:v>4.59052288306e-08</c:v>
                </c:pt>
                <c:pt idx="22">
                  <c:v>1.17512921408e-07</c:v>
                </c:pt>
                <c:pt idx="23">
                  <c:v>2.7851550061e-07</c:v>
                </c:pt>
                <c:pt idx="24">
                  <c:v>6.1429101698e-07</c:v>
                </c:pt>
                <c:pt idx="25">
                  <c:v>1.26948211634e-06</c:v>
                </c:pt>
                <c:pt idx="26">
                  <c:v>2.4781238649e-06</c:v>
                </c:pt>
                <c:pt idx="27">
                  <c:v>4.60744975011e-06</c:v>
                </c:pt>
                <c:pt idx="28">
                  <c:v>8.21753442893e-06</c:v>
                </c:pt>
                <c:pt idx="29">
                  <c:v>1.41302746192e-05</c:v>
                </c:pt>
                <c:pt idx="30">
                  <c:v>2.34973399035e-05</c:v>
                </c:pt>
                <c:pt idx="31">
                  <c:v>3.78556233563e-05</c:v>
                </c:pt>
                <c:pt idx="32">
                  <c:v>5.91934301519e-05</c:v>
                </c:pt>
                <c:pt idx="33">
                  <c:v>9.00475516511e-05</c:v>
                </c:pt>
                <c:pt idx="34">
                  <c:v>0.000133641098827</c:v>
                </c:pt>
                <c:pt idx="35">
                  <c:v>0.000194011096088</c:v>
                </c:pt>
                <c:pt idx="36">
                  <c:v>0.000276056294133</c:v>
                </c:pt>
                <c:pt idx="37">
                  <c:v>0.000385461199001</c:v>
                </c:pt>
                <c:pt idx="38">
                  <c:v>0.0005285340505</c:v>
                </c:pt>
                <c:pt idx="39">
                  <c:v>0.000712102409199</c:v>
                </c:pt>
                <c:pt idx="40">
                  <c:v>0.000943524128583</c:v>
                </c:pt>
                <c:pt idx="41">
                  <c:v>0.00123083456525</c:v>
                </c:pt>
                <c:pt idx="42">
                  <c:v>0.00158293508784</c:v>
                </c:pt>
                <c:pt idx="43">
                  <c:v>0.0020096618096</c:v>
                </c:pt>
                <c:pt idx="44">
                  <c:v>0.002521695426</c:v>
                </c:pt>
                <c:pt idx="45">
                  <c:v>0.00313023214501</c:v>
                </c:pt>
                <c:pt idx="46">
                  <c:v>0.00384653793626</c:v>
                </c:pt>
                <c:pt idx="47">
                  <c:v>0.00468140014788</c:v>
                </c:pt>
                <c:pt idx="48">
                  <c:v>0.00564489170005</c:v>
                </c:pt>
                <c:pt idx="49">
                  <c:v>0.0067464248628</c:v>
                </c:pt>
                <c:pt idx="50">
                  <c:v>0.00799490878196</c:v>
                </c:pt>
                <c:pt idx="51">
                  <c:v>0.00939886477909</c:v>
                </c:pt>
                <c:pt idx="52">
                  <c:v>0.0109662025678</c:v>
                </c:pt>
                <c:pt idx="53">
                  <c:v>0.012703847143</c:v>
                </c:pt>
                <c:pt idx="54">
                  <c:v>0.0146171558975</c:v>
                </c:pt>
                <c:pt idx="55">
                  <c:v>0.016709467818</c:v>
                </c:pt>
                <c:pt idx="56">
                  <c:v>0.0189821536028</c:v>
                </c:pt>
                <c:pt idx="57">
                  <c:v>0.0214352174427</c:v>
                </c:pt>
                <c:pt idx="58">
                  <c:v>0.024067923937</c:v>
                </c:pt>
                <c:pt idx="59">
                  <c:v>0.0268792140849</c:v>
                </c:pt>
                <c:pt idx="60">
                  <c:v>0.0298674939245</c:v>
                </c:pt>
                <c:pt idx="61">
                  <c:v>0.0330301376234</c:v>
                </c:pt>
                <c:pt idx="62">
                  <c:v>0.0363630026161</c:v>
                </c:pt>
                <c:pt idx="63">
                  <c:v>0.039860262581</c:v>
                </c:pt>
                <c:pt idx="64">
                  <c:v>0.0435143634003</c:v>
                </c:pt>
                <c:pt idx="65">
                  <c:v>0.0473162116502</c:v>
                </c:pt>
                <c:pt idx="66">
                  <c:v>0.0512552337768</c:v>
                </c:pt>
                <c:pt idx="67">
                  <c:v>0.0553195312401</c:v>
                </c:pt>
                <c:pt idx="68">
                  <c:v>0.0594958106291</c:v>
                </c:pt>
                <c:pt idx="69">
                  <c:v>0.0637696611774</c:v>
                </c:pt>
                <c:pt idx="70">
                  <c:v>0.068125710457</c:v>
                </c:pt>
                <c:pt idx="71">
                  <c:v>0.0725482963938</c:v>
                </c:pt>
                <c:pt idx="72">
                  <c:v>0.0770222360378</c:v>
                </c:pt>
                <c:pt idx="73">
                  <c:v>0.0815339355081</c:v>
                </c:pt>
                <c:pt idx="74">
                  <c:v>0.0860718795609</c:v>
                </c:pt>
                <c:pt idx="75">
                  <c:v>0.090626907211</c:v>
                </c:pt>
                <c:pt idx="76">
                  <c:v>0.0951915028686</c:v>
                </c:pt>
                <c:pt idx="77">
                  <c:v>0.099759023551</c:v>
                </c:pt>
                <c:pt idx="78">
                  <c:v>0.104322861359</c:v>
                </c:pt>
                <c:pt idx="79">
                  <c:v>0.108876184204</c:v>
                </c:pt>
                <c:pt idx="80">
                  <c:v>0.113411791476</c:v>
                </c:pt>
                <c:pt idx="81">
                  <c:v>0.117922365968</c:v>
                </c:pt>
                <c:pt idx="82">
                  <c:v>0.122400619293</c:v>
                </c:pt>
                <c:pt idx="83">
                  <c:v>0.126839446895</c:v>
                </c:pt>
                <c:pt idx="84">
                  <c:v>0.13123210322</c:v>
                </c:pt>
                <c:pt idx="85">
                  <c:v>0.135572405095</c:v>
                </c:pt>
                <c:pt idx="86">
                  <c:v>0.13985480468</c:v>
                </c:pt>
                <c:pt idx="87">
                  <c:v>0.144074346438</c:v>
                </c:pt>
                <c:pt idx="88">
                  <c:v>0.148226844797</c:v>
                </c:pt>
                <c:pt idx="89">
                  <c:v>0.152308757614</c:v>
                </c:pt>
                <c:pt idx="90">
                  <c:v>0.156316458463</c:v>
                </c:pt>
                <c:pt idx="91">
                  <c:v>0.1602451426</c:v>
                </c:pt>
                <c:pt idx="92">
                  <c:v>0.164088487872</c:v>
                </c:pt>
                <c:pt idx="93">
                  <c:v>0.167838982611</c:v>
                </c:pt>
                <c:pt idx="94">
                  <c:v>0.171491482299</c:v>
                </c:pt>
                <c:pt idx="95">
                  <c:v>0.175046338062</c:v>
                </c:pt>
                <c:pt idx="96">
                  <c:v>0.17850580913</c:v>
                </c:pt>
                <c:pt idx="97">
                  <c:v>0.181869742931</c:v>
                </c:pt>
                <c:pt idx="98">
                  <c:v>0.185134540072</c:v>
                </c:pt>
                <c:pt idx="99">
                  <c:v>0.188295068837</c:v>
                </c:pt>
                <c:pt idx="100">
                  <c:v>0.191347751603</c:v>
                </c:pt>
                <c:pt idx="101">
                  <c:v>0.194291908399</c:v>
                </c:pt>
                <c:pt idx="102">
                  <c:v>0.197128256452</c:v>
                </c:pt>
                <c:pt idx="103">
                  <c:v>0.199856094045</c:v>
                </c:pt>
                <c:pt idx="104">
                  <c:v>0.202473102055</c:v>
                </c:pt>
                <c:pt idx="105">
                  <c:v>0.204977242532</c:v>
                </c:pt>
                <c:pt idx="106">
                  <c:v>0.207368417849</c:v>
                </c:pt>
                <c:pt idx="107">
                  <c:v>0.209650542424</c:v>
                </c:pt>
                <c:pt idx="108">
                  <c:v>0.211830357243</c:v>
                </c:pt>
                <c:pt idx="109">
                  <c:v>0.213914093647</c:v>
                </c:pt>
                <c:pt idx="110">
                  <c:v>0.215905158248</c:v>
                </c:pt>
                <c:pt idx="111">
                  <c:v>0.217804270516</c:v>
                </c:pt>
                <c:pt idx="112">
                  <c:v>0.219611626592</c:v>
                </c:pt>
                <c:pt idx="113">
                  <c:v>0.221328989459</c:v>
                </c:pt>
                <c:pt idx="114">
                  <c:v>0.222959981613</c:v>
                </c:pt>
                <c:pt idx="115">
                  <c:v>0.224509161281</c:v>
                </c:pt>
                <c:pt idx="116">
                  <c:v>0.225980771779</c:v>
                </c:pt>
                <c:pt idx="117">
                  <c:v>0.227378321836</c:v>
                </c:pt>
                <c:pt idx="118">
                  <c:v>0.228704872941</c:v>
                </c:pt>
                <c:pt idx="119">
                  <c:v>0.229963463007</c:v>
                </c:pt>
                <c:pt idx="120">
                  <c:v>0.23115719644</c:v>
                </c:pt>
                <c:pt idx="121">
                  <c:v>0.232288997336</c:v>
                </c:pt>
                <c:pt idx="122">
                  <c:v>0.233361556491</c:v>
                </c:pt>
                <c:pt idx="123">
                  <c:v>0.234377531055</c:v>
                </c:pt>
                <c:pt idx="124">
                  <c:v>0.235339676547</c:v>
                </c:pt>
                <c:pt idx="125">
                  <c:v>0.236250759168</c:v>
                </c:pt>
                <c:pt idx="126">
                  <c:v>0.237113262285</c:v>
                </c:pt>
                <c:pt idx="127">
                  <c:v>0.237929017567</c:v>
                </c:pt>
                <c:pt idx="128">
                  <c:v>0.238699216076</c:v>
                </c:pt>
                <c:pt idx="129">
                  <c:v>0.239424675441</c:v>
                </c:pt>
                <c:pt idx="130">
                  <c:v>0.2401062671</c:v>
                </c:pt>
                <c:pt idx="131">
                  <c:v>0.24074506031</c:v>
                </c:pt>
                <c:pt idx="132">
                  <c:v>0.241342228797</c:v>
                </c:pt>
                <c:pt idx="133">
                  <c:v>0.241898738213</c:v>
                </c:pt>
                <c:pt idx="134">
                  <c:v>0.242415247154</c:v>
                </c:pt>
                <c:pt idx="135">
                  <c:v>0.242892122437</c:v>
                </c:pt>
                <c:pt idx="136">
                  <c:v>0.243329575232</c:v>
                </c:pt>
                <c:pt idx="137">
                  <c:v>0.243727723188</c:v>
                </c:pt>
                <c:pt idx="138">
                  <c:v>0.244086603179</c:v>
                </c:pt>
                <c:pt idx="139">
                  <c:v>0.244406118781</c:v>
                </c:pt>
                <c:pt idx="140">
                  <c:v>0.244685997548</c:v>
                </c:pt>
                <c:pt idx="141">
                  <c:v>0.244925807649</c:v>
                </c:pt>
                <c:pt idx="142">
                  <c:v>0.245124947873</c:v>
                </c:pt>
                <c:pt idx="143">
                  <c:v>0.245282714418</c:v>
                </c:pt>
                <c:pt idx="144">
                  <c:v>0.245398418263</c:v>
                </c:pt>
                <c:pt idx="145">
                  <c:v>0.245471556185</c:v>
                </c:pt>
                <c:pt idx="146">
                  <c:v>0.245502049261</c:v>
                </c:pt>
                <c:pt idx="147">
                  <c:v>0.24549068495</c:v>
                </c:pt>
                <c:pt idx="148">
                  <c:v>0.245439047433</c:v>
                </c:pt>
                <c:pt idx="149">
                  <c:v>0.245351543654</c:v>
                </c:pt>
                <c:pt idx="150">
                  <c:v>0.245240294672</c:v>
                </c:pt>
                <c:pt idx="151">
                  <c:v>0.245097169633</c:v>
                </c:pt>
                <c:pt idx="152">
                  <c:v>0.244920711696</c:v>
                </c:pt>
                <c:pt idx="153">
                  <c:v>0.244707845535</c:v>
                </c:pt>
                <c:pt idx="154">
                  <c:v>0.244456975014</c:v>
                </c:pt>
                <c:pt idx="155">
                  <c:v>0.24417541771</c:v>
                </c:pt>
                <c:pt idx="156">
                  <c:v>0.243874271153</c:v>
                </c:pt>
                <c:pt idx="157">
                  <c:v>0.24357185336</c:v>
                </c:pt>
                <c:pt idx="158">
                  <c:v>0.243305432071</c:v>
                </c:pt>
                <c:pt idx="159">
                  <c:v>0.243095186632</c:v>
                </c:pt>
                <c:pt idx="160">
                  <c:v>0.242929251886</c:v>
                </c:pt>
                <c:pt idx="161">
                  <c:v>0.242786824642</c:v>
                </c:pt>
                <c:pt idx="162">
                  <c:v>0.242636457168</c:v>
                </c:pt>
                <c:pt idx="163">
                  <c:v>0.242454367124</c:v>
                </c:pt>
                <c:pt idx="164">
                  <c:v>0.242236785066</c:v>
                </c:pt>
                <c:pt idx="165">
                  <c:v>0.24199552389</c:v>
                </c:pt>
                <c:pt idx="166">
                  <c:v>0.241746632806</c:v>
                </c:pt>
                <c:pt idx="167">
                  <c:v>0.241500313578</c:v>
                </c:pt>
                <c:pt idx="168">
                  <c:v>0.241257838749</c:v>
                </c:pt>
                <c:pt idx="169">
                  <c:v>0.241014337388</c:v>
                </c:pt>
                <c:pt idx="170">
                  <c:v>0.240763169197</c:v>
                </c:pt>
                <c:pt idx="171">
                  <c:v>0.240499461247</c:v>
                </c:pt>
                <c:pt idx="172">
                  <c:v>0.24022038645</c:v>
                </c:pt>
                <c:pt idx="173">
                  <c:v>0.23992564111</c:v>
                </c:pt>
                <c:pt idx="174">
                  <c:v>0.239617243588</c:v>
                </c:pt>
                <c:pt idx="175">
                  <c:v>0.239300126297</c:v>
                </c:pt>
                <c:pt idx="176">
                  <c:v>0.238980254603</c:v>
                </c:pt>
                <c:pt idx="177">
                  <c:v>0.238660712332</c:v>
                </c:pt>
                <c:pt idx="178">
                  <c:v>0.238339995992</c:v>
                </c:pt>
                <c:pt idx="179">
                  <c:v>0.238014311855</c:v>
                </c:pt>
                <c:pt idx="180">
                  <c:v>0.237681073733</c:v>
                </c:pt>
                <c:pt idx="181">
                  <c:v>0.237341741739</c:v>
                </c:pt>
                <c:pt idx="182">
                  <c:v>0.237001000438</c:v>
                </c:pt>
                <c:pt idx="183">
                  <c:v>0.236664493798</c:v>
                </c:pt>
                <c:pt idx="184">
                  <c:v>0.236335650797</c:v>
                </c:pt>
                <c:pt idx="185">
                  <c:v>0.236013943653</c:v>
                </c:pt>
                <c:pt idx="186">
                  <c:v>0.235696099766</c:v>
                </c:pt>
                <c:pt idx="187">
                  <c:v>0.235379203381</c:v>
                </c:pt>
                <c:pt idx="188">
                  <c:v>0.235062893654</c:v>
                </c:pt>
                <c:pt idx="189">
                  <c:v>0.234749732393</c:v>
                </c:pt>
                <c:pt idx="190">
                  <c:v>0.234443862466</c:v>
                </c:pt>
                <c:pt idx="191">
                  <c:v>0.234149564983</c:v>
                </c:pt>
                <c:pt idx="192">
                  <c:v>0.233869697717</c:v>
                </c:pt>
                <c:pt idx="193">
                  <c:v>0.233604915791</c:v>
                </c:pt>
                <c:pt idx="194">
                  <c:v>0.233354003555</c:v>
                </c:pt>
                <c:pt idx="195">
                  <c:v>0.23311459</c:v>
                </c:pt>
                <c:pt idx="196">
                  <c:v>0.23288426452</c:v>
                </c:pt>
                <c:pt idx="197">
                  <c:v>0.232661564982</c:v>
                </c:pt>
                <c:pt idx="198">
                  <c:v>0.232446379445</c:v>
                </c:pt>
                <c:pt idx="199">
                  <c:v>0.232239700243</c:v>
                </c:pt>
                <c:pt idx="200">
                  <c:v>0.232042949715</c:v>
                </c:pt>
                <c:pt idx="201">
                  <c:v>0.231857037064</c:v>
                </c:pt>
                <c:pt idx="202">
                  <c:v>0.231681924686</c:v>
                </c:pt>
                <c:pt idx="203">
                  <c:v>0.231516818065</c:v>
                </c:pt>
                <c:pt idx="204">
                  <c:v>0.23136087137</c:v>
                </c:pt>
                <c:pt idx="205">
                  <c:v>0.231213748196</c:v>
                </c:pt>
                <c:pt idx="206">
                  <c:v>0.231075762762</c:v>
                </c:pt>
                <c:pt idx="207">
                  <c:v>0.230947588754</c:v>
                </c:pt>
                <c:pt idx="208">
                  <c:v>0.230829747702</c:v>
                </c:pt>
                <c:pt idx="209">
                  <c:v>0.230722153659</c:v>
                </c:pt>
                <c:pt idx="210">
                  <c:v>0.23062409219</c:v>
                </c:pt>
                <c:pt idx="211">
                  <c:v>0.230534371084</c:v>
                </c:pt>
                <c:pt idx="212">
                  <c:v>0.230451686821</c:v>
                </c:pt>
                <c:pt idx="213">
                  <c:v>0.230374793873</c:v>
                </c:pt>
                <c:pt idx="214">
                  <c:v>0.230302705968</c:v>
                </c:pt>
                <c:pt idx="215">
                  <c:v>0.230234625685</c:v>
                </c:pt>
                <c:pt idx="216">
                  <c:v>0.230169873144</c:v>
                </c:pt>
                <c:pt idx="217">
                  <c:v>0.230107851065</c:v>
                </c:pt>
                <c:pt idx="218">
                  <c:v>0.23004802142</c:v>
                </c:pt>
                <c:pt idx="219">
                  <c:v>0.229990013836</c:v>
                </c:pt>
                <c:pt idx="220">
                  <c:v>0.229933750392</c:v>
                </c:pt>
                <c:pt idx="221">
                  <c:v>0.229879586219</c:v>
                </c:pt>
                <c:pt idx="222">
                  <c:v>0.229828231887</c:v>
                </c:pt>
                <c:pt idx="223">
                  <c:v>0.22978064464</c:v>
                </c:pt>
                <c:pt idx="224">
                  <c:v>0.229737743335</c:v>
                </c:pt>
                <c:pt idx="225">
                  <c:v>0.229700117634</c:v>
                </c:pt>
                <c:pt idx="226">
                  <c:v>0.229668003598</c:v>
                </c:pt>
                <c:pt idx="227">
                  <c:v>0.229641305747</c:v>
                </c:pt>
                <c:pt idx="228">
                  <c:v>0.229619746322</c:v>
                </c:pt>
                <c:pt idx="229">
                  <c:v>0.229602931809</c:v>
                </c:pt>
                <c:pt idx="230">
                  <c:v>0.229590562929</c:v>
                </c:pt>
                <c:pt idx="231">
                  <c:v>0.229582527189</c:v>
                </c:pt>
                <c:pt idx="232">
                  <c:v>0.22957889672</c:v>
                </c:pt>
                <c:pt idx="233">
                  <c:v>0.229579866521</c:v>
                </c:pt>
                <c:pt idx="234">
                  <c:v>0.229585656383</c:v>
                </c:pt>
                <c:pt idx="235">
                  <c:v>0.229596362106</c:v>
                </c:pt>
                <c:pt idx="236">
                  <c:v>0.229611905743</c:v>
                </c:pt>
                <c:pt idx="237">
                  <c:v>0.2296320291</c:v>
                </c:pt>
                <c:pt idx="238">
                  <c:v>0.229656350605</c:v>
                </c:pt>
                <c:pt idx="239">
                  <c:v>0.229684253476</c:v>
                </c:pt>
                <c:pt idx="240">
                  <c:v>0.229715355159</c:v>
                </c:pt>
                <c:pt idx="241">
                  <c:v>0.229750012848</c:v>
                </c:pt>
                <c:pt idx="242">
                  <c:v>0.229788888062</c:v>
                </c:pt>
                <c:pt idx="243">
                  <c:v>0.229832196318</c:v>
                </c:pt>
                <c:pt idx="244">
                  <c:v>0.229879518555</c:v>
                </c:pt>
                <c:pt idx="245">
                  <c:v>0.229929930337</c:v>
                </c:pt>
                <c:pt idx="246">
                  <c:v>0.229982640959</c:v>
                </c:pt>
                <c:pt idx="247">
                  <c:v>0.230037333313</c:v>
                </c:pt>
                <c:pt idx="248">
                  <c:v>0.230093935111</c:v>
                </c:pt>
                <c:pt idx="249">
                  <c:v>0.230152054258</c:v>
                </c:pt>
                <c:pt idx="250">
                  <c:v>0.230211020572</c:v>
                </c:pt>
                <c:pt idx="251">
                  <c:v>0.230270228009</c:v>
                </c:pt>
                <c:pt idx="252">
                  <c:v>0.23032944367</c:v>
                </c:pt>
                <c:pt idx="253">
                  <c:v>0.230389027329</c:v>
                </c:pt>
                <c:pt idx="254">
                  <c:v>0.230449904943</c:v>
                </c:pt>
                <c:pt idx="255">
                  <c:v>0.230512741656</c:v>
                </c:pt>
                <c:pt idx="256">
                  <c:v>0.230577524997</c:v>
                </c:pt>
                <c:pt idx="257">
                  <c:v>0.230643466858</c:v>
                </c:pt>
                <c:pt idx="258">
                  <c:v>0.230709653734</c:v>
                </c:pt>
                <c:pt idx="259">
                  <c:v>0.230775621423</c:v>
                </c:pt>
                <c:pt idx="260">
                  <c:v>0.230841470117</c:v>
                </c:pt>
                <c:pt idx="261">
                  <c:v>0.230907544828</c:v>
                </c:pt>
                <c:pt idx="262">
                  <c:v>0.23097407519</c:v>
                </c:pt>
                <c:pt idx="263">
                  <c:v>0.231041042349</c:v>
                </c:pt>
                <c:pt idx="264">
                  <c:v>0.231108275812</c:v>
                </c:pt>
                <c:pt idx="265">
                  <c:v>0.231175613249</c:v>
                </c:pt>
                <c:pt idx="266">
                  <c:v>0.231242998671</c:v>
                </c:pt>
                <c:pt idx="267">
                  <c:v>0.231310416739</c:v>
                </c:pt>
                <c:pt idx="268">
                  <c:v>0.231377861309</c:v>
                </c:pt>
                <c:pt idx="269">
                  <c:v>0.231445383816</c:v>
                </c:pt>
                <c:pt idx="270">
                  <c:v>0.231513118286</c:v>
                </c:pt>
                <c:pt idx="271">
                  <c:v>0.231581277944</c:v>
                </c:pt>
                <c:pt idx="272">
                  <c:v>0.231650077164</c:v>
                </c:pt>
                <c:pt idx="273">
                  <c:v>0.231719599173</c:v>
                </c:pt>
                <c:pt idx="274">
                  <c:v>0.231789746943</c:v>
                </c:pt>
                <c:pt idx="275">
                  <c:v>0.231860287624</c:v>
                </c:pt>
                <c:pt idx="276">
                  <c:v>0.231930994308</c:v>
                </c:pt>
                <c:pt idx="277">
                  <c:v>0.232001747753</c:v>
                </c:pt>
                <c:pt idx="278">
                  <c:v>0.232072535944</c:v>
                </c:pt>
                <c:pt idx="279">
                  <c:v>0.232143372126</c:v>
                </c:pt>
                <c:pt idx="280">
                  <c:v>0.232214221196</c:v>
                </c:pt>
                <c:pt idx="281">
                  <c:v>0.232284977885</c:v>
                </c:pt>
                <c:pt idx="282">
                  <c:v>0.232355508122</c:v>
                </c:pt>
                <c:pt idx="283">
                  <c:v>0.232425691773</c:v>
                </c:pt>
                <c:pt idx="284">
                  <c:v>0.232495441301</c:v>
                </c:pt>
                <c:pt idx="285">
                  <c:v>0.232564687835</c:v>
                </c:pt>
                <c:pt idx="286">
                  <c:v>0.232633374313</c:v>
                </c:pt>
                <c:pt idx="287">
                  <c:v>0.232701451452</c:v>
                </c:pt>
                <c:pt idx="288">
                  <c:v>0.232768881772</c:v>
                </c:pt>
                <c:pt idx="289">
                  <c:v>0.232835645387</c:v>
                </c:pt>
                <c:pt idx="290">
                  <c:v>0.232901721349</c:v>
                </c:pt>
                <c:pt idx="291">
                  <c:v>0.232967054271</c:v>
                </c:pt>
                <c:pt idx="292">
                  <c:v>0.233031554477</c:v>
                </c:pt>
                <c:pt idx="293">
                  <c:v>0.233095120299</c:v>
                </c:pt>
                <c:pt idx="294">
                  <c:v>0.233157674887</c:v>
                </c:pt>
                <c:pt idx="295">
                  <c:v>0.233219191938</c:v>
                </c:pt>
                <c:pt idx="296">
                  <c:v>0.233279681909</c:v>
                </c:pt>
                <c:pt idx="297">
                  <c:v>0.233339158471</c:v>
                </c:pt>
                <c:pt idx="298">
                  <c:v>0.23339762184</c:v>
                </c:pt>
                <c:pt idx="299">
                  <c:v>0.233455061587</c:v>
                </c:pt>
                <c:pt idx="300">
                  <c:v>0.233511470793</c:v>
                </c:pt>
                <c:pt idx="301">
                  <c:v>0.233566855897</c:v>
                </c:pt>
                <c:pt idx="302">
                  <c:v>0.233621231671</c:v>
                </c:pt>
                <c:pt idx="303">
                  <c:v>0.233674602664</c:v>
                </c:pt>
                <c:pt idx="304">
                  <c:v>0.233726955141</c:v>
                </c:pt>
                <c:pt idx="305">
                  <c:v>0.233778262638</c:v>
                </c:pt>
                <c:pt idx="306">
                  <c:v>0.233828496617</c:v>
                </c:pt>
                <c:pt idx="307">
                  <c:v>0.23387763549</c:v>
                </c:pt>
                <c:pt idx="308">
                  <c:v>0.233925661356</c:v>
                </c:pt>
                <c:pt idx="309">
                  <c:v>0.23397254123</c:v>
                </c:pt>
                <c:pt idx="310">
                  <c:v>0.234018240046</c:v>
                </c:pt>
                <c:pt idx="311">
                  <c:v>0.234062733803</c:v>
                </c:pt>
                <c:pt idx="312">
                  <c:v>0.234106006311</c:v>
                </c:pt>
                <c:pt idx="313">
                  <c:v>0.234148047699</c:v>
                </c:pt>
                <c:pt idx="314">
                  <c:v>0.234188851282</c:v>
                </c:pt>
                <c:pt idx="315">
                  <c:v>0.234228410597</c:v>
                </c:pt>
                <c:pt idx="316">
                  <c:v>0.234266718233</c:v>
                </c:pt>
                <c:pt idx="317">
                  <c:v>0.234303783867</c:v>
                </c:pt>
                <c:pt idx="318">
                  <c:v>0.234339621795</c:v>
                </c:pt>
                <c:pt idx="319">
                  <c:v>0.23437422672</c:v>
                </c:pt>
                <c:pt idx="320">
                  <c:v>0.234407570373</c:v>
                </c:pt>
                <c:pt idx="321">
                  <c:v>0.234439614514</c:v>
                </c:pt>
                <c:pt idx="322">
                  <c:v>0.234470336669</c:v>
                </c:pt>
                <c:pt idx="323">
                  <c:v>0.234499764655</c:v>
                </c:pt>
                <c:pt idx="324">
                  <c:v>0.234527949518</c:v>
                </c:pt>
                <c:pt idx="325">
                  <c:v>0.234554916267</c:v>
                </c:pt>
                <c:pt idx="326">
                  <c:v>0.234580647704</c:v>
                </c:pt>
                <c:pt idx="327">
                  <c:v>0.234605106586</c:v>
                </c:pt>
                <c:pt idx="328">
                  <c:v>0.234628272943</c:v>
                </c:pt>
                <c:pt idx="329">
                  <c:v>0.234650171085</c:v>
                </c:pt>
                <c:pt idx="330">
                  <c:v>0.234670852125</c:v>
                </c:pt>
                <c:pt idx="331">
                  <c:v>0.234690352946</c:v>
                </c:pt>
                <c:pt idx="332">
                  <c:v>0.234708677423</c:v>
                </c:pt>
                <c:pt idx="333">
                  <c:v>0.234725807145</c:v>
                </c:pt>
                <c:pt idx="334">
                  <c:v>0.234741725625</c:v>
                </c:pt>
                <c:pt idx="335">
                  <c:v>0.234756447428</c:v>
                </c:pt>
                <c:pt idx="336">
                  <c:v>0.234770016208</c:v>
                </c:pt>
                <c:pt idx="337">
                  <c:v>0.234782475759</c:v>
                </c:pt>
                <c:pt idx="338">
                  <c:v>0.234793845323</c:v>
                </c:pt>
                <c:pt idx="339">
                  <c:v>0.234804113676</c:v>
                </c:pt>
                <c:pt idx="340">
                  <c:v>0.234813257766</c:v>
                </c:pt>
                <c:pt idx="341">
                  <c:v>0.234821273426</c:v>
                </c:pt>
                <c:pt idx="342">
                  <c:v>0.234828185983</c:v>
                </c:pt>
                <c:pt idx="343">
                  <c:v>0.234834039628</c:v>
                </c:pt>
                <c:pt idx="344">
                  <c:v>0.234838876364</c:v>
                </c:pt>
                <c:pt idx="345">
                  <c:v>0.234842722624</c:v>
                </c:pt>
                <c:pt idx="346">
                  <c:v>0.234845592127</c:v>
                </c:pt>
                <c:pt idx="347">
                  <c:v>0.234847496175</c:v>
                </c:pt>
                <c:pt idx="348">
                  <c:v>0.23484845222</c:v>
                </c:pt>
                <c:pt idx="349">
                  <c:v>0.234848485382</c:v>
                </c:pt>
                <c:pt idx="350">
                  <c:v>0.234847623738</c:v>
                </c:pt>
                <c:pt idx="351">
                  <c:v>0.2348458937</c:v>
                </c:pt>
                <c:pt idx="352">
                  <c:v>0.234843318487</c:v>
                </c:pt>
                <c:pt idx="353">
                  <c:v>0.234839920614</c:v>
                </c:pt>
                <c:pt idx="354">
                  <c:v>0.234835723885</c:v>
                </c:pt>
                <c:pt idx="355">
                  <c:v>0.234830753385</c:v>
                </c:pt>
                <c:pt idx="356">
                  <c:v>0.234825033662</c:v>
                </c:pt>
                <c:pt idx="357">
                  <c:v>0.234818586895</c:v>
                </c:pt>
                <c:pt idx="358">
                  <c:v>0.234811434222</c:v>
                </c:pt>
                <c:pt idx="359">
                  <c:v>0.234803598241</c:v>
                </c:pt>
                <c:pt idx="360">
                  <c:v>0.234795104398</c:v>
                </c:pt>
                <c:pt idx="361">
                  <c:v>0.23478598116</c:v>
                </c:pt>
                <c:pt idx="362">
                  <c:v>0.234776257554</c:v>
                </c:pt>
                <c:pt idx="363">
                  <c:v>0.234765960588</c:v>
                </c:pt>
                <c:pt idx="364">
                  <c:v>0.234755114587</c:v>
                </c:pt>
                <c:pt idx="365">
                  <c:v>0.234743741938</c:v>
                </c:pt>
                <c:pt idx="366">
                  <c:v>0.234731864731</c:v>
                </c:pt>
                <c:pt idx="367">
                  <c:v>0.234719505831</c:v>
                </c:pt>
                <c:pt idx="368">
                  <c:v>0.234706688614</c:v>
                </c:pt>
                <c:pt idx="369">
                  <c:v>0.234693436191</c:v>
                </c:pt>
                <c:pt idx="370">
                  <c:v>0.234679771044</c:v>
                </c:pt>
                <c:pt idx="371">
                  <c:v>0.234665715525</c:v>
                </c:pt>
                <c:pt idx="372">
                  <c:v>0.234651292099</c:v>
                </c:pt>
                <c:pt idx="373">
                  <c:v>0.234636523365</c:v>
                </c:pt>
                <c:pt idx="374">
                  <c:v>0.234621431698</c:v>
                </c:pt>
                <c:pt idx="375">
                  <c:v>0.234606038637</c:v>
                </c:pt>
                <c:pt idx="376">
                  <c:v>0.234590365118</c:v>
                </c:pt>
                <c:pt idx="377">
                  <c:v>0.234574432201</c:v>
                </c:pt>
                <c:pt idx="378">
                  <c:v>0.234558261319</c:v>
                </c:pt>
                <c:pt idx="379">
                  <c:v>0.234541874259</c:v>
                </c:pt>
                <c:pt idx="380">
                  <c:v>0.234525292391</c:v>
                </c:pt>
                <c:pt idx="381">
                  <c:v>0.234508535773</c:v>
                </c:pt>
                <c:pt idx="382">
                  <c:v>0.234491623091</c:v>
                </c:pt>
                <c:pt idx="383">
                  <c:v>0.234474572207</c:v>
                </c:pt>
                <c:pt idx="384">
                  <c:v>0.234457400629</c:v>
                </c:pt>
                <c:pt idx="385">
                  <c:v>0.234440125767</c:v>
                </c:pt>
                <c:pt idx="386">
                  <c:v>0.234422764691</c:v>
                </c:pt>
                <c:pt idx="387">
                  <c:v>0.234405333829</c:v>
                </c:pt>
                <c:pt idx="388">
                  <c:v>0.234387848916</c:v>
                </c:pt>
                <c:pt idx="389">
                  <c:v>0.234370325282</c:v>
                </c:pt>
                <c:pt idx="390">
                  <c:v>0.234352777861</c:v>
                </c:pt>
                <c:pt idx="391">
                  <c:v>0.234335221008</c:v>
                </c:pt>
                <c:pt idx="392">
                  <c:v>0.234317668377</c:v>
                </c:pt>
                <c:pt idx="393">
                  <c:v>0.234300132819</c:v>
                </c:pt>
                <c:pt idx="394">
                  <c:v>0.234282626312</c:v>
                </c:pt>
                <c:pt idx="395">
                  <c:v>0.234265160148</c:v>
                </c:pt>
                <c:pt idx="396">
                  <c:v>0.234247744893</c:v>
                </c:pt>
                <c:pt idx="397">
                  <c:v>0.234230390231</c:v>
                </c:pt>
                <c:pt idx="398">
                  <c:v>0.234213105208</c:v>
                </c:pt>
                <c:pt idx="399">
                  <c:v>0.234195898518</c:v>
                </c:pt>
                <c:pt idx="400">
                  <c:v>0.234178778348</c:v>
                </c:pt>
                <c:pt idx="401">
                  <c:v>0.23416175225</c:v>
                </c:pt>
                <c:pt idx="402">
                  <c:v>0.234144826949</c:v>
                </c:pt>
                <c:pt idx="403">
                  <c:v>0.234128008221</c:v>
                </c:pt>
                <c:pt idx="404">
                  <c:v>0.234111301408</c:v>
                </c:pt>
                <c:pt idx="405">
                  <c:v>0.234094712036</c:v>
                </c:pt>
                <c:pt idx="406">
                  <c:v>0.234078245727</c:v>
                </c:pt>
                <c:pt idx="407">
                  <c:v>0.23406190803</c:v>
                </c:pt>
                <c:pt idx="408">
                  <c:v>0.2340457037</c:v>
                </c:pt>
                <c:pt idx="409">
                  <c:v>0.234029634316</c:v>
                </c:pt>
                <c:pt idx="410">
                  <c:v>0.234013697911</c:v>
                </c:pt>
                <c:pt idx="411">
                  <c:v>0.233997892828</c:v>
                </c:pt>
                <c:pt idx="412">
                  <c:v>0.233982223736</c:v>
                </c:pt>
                <c:pt idx="413">
                  <c:v>0.233966705487</c:v>
                </c:pt>
                <c:pt idx="414">
                  <c:v>0.233951366805</c:v>
                </c:pt>
                <c:pt idx="415">
                  <c:v>0.233936259353</c:v>
                </c:pt>
                <c:pt idx="416">
                  <c:v>0.233921460949</c:v>
                </c:pt>
                <c:pt idx="417">
                  <c:v>0.233907061741</c:v>
                </c:pt>
                <c:pt idx="418">
                  <c:v>0.233893131451</c:v>
                </c:pt>
                <c:pt idx="419">
                  <c:v>0.233879714365</c:v>
                </c:pt>
                <c:pt idx="420">
                  <c:v>0.233866846392</c:v>
                </c:pt>
                <c:pt idx="421">
                  <c:v>0.233854273185</c:v>
                </c:pt>
                <c:pt idx="422">
                  <c:v>0.233842179067</c:v>
                </c:pt>
                <c:pt idx="423">
                  <c:v>0.233832611959</c:v>
                </c:pt>
                <c:pt idx="424">
                  <c:v>0.23383060334</c:v>
                </c:pt>
                <c:pt idx="425">
                  <c:v>0.233844103269</c:v>
                </c:pt>
                <c:pt idx="426">
                  <c:v>0.233883511764</c:v>
                </c:pt>
                <c:pt idx="427">
                  <c:v>0.233961697118</c:v>
                </c:pt>
                <c:pt idx="428">
                  <c:v>0.234094045682</c:v>
                </c:pt>
                <c:pt idx="429">
                  <c:v>0.234297546298</c:v>
                </c:pt>
                <c:pt idx="430">
                  <c:v>0.234588908115</c:v>
                </c:pt>
                <c:pt idx="431">
                  <c:v>0.234982259358</c:v>
                </c:pt>
                <c:pt idx="432">
                  <c:v>0.235487593993</c:v>
                </c:pt>
                <c:pt idx="433">
                  <c:v>0.236109756834</c:v>
                </c:pt>
                <c:pt idx="434">
                  <c:v>0.23684880059</c:v>
                </c:pt>
                <c:pt idx="435">
                  <c:v>0.237701552215</c:v>
                </c:pt>
                <c:pt idx="436">
                  <c:v>0.23866401108</c:v>
                </c:pt>
                <c:pt idx="437">
                  <c:v>0.239733097727</c:v>
                </c:pt>
                <c:pt idx="438">
                  <c:v>0.240906629477</c:v>
                </c:pt>
                <c:pt idx="439">
                  <c:v>0.242181597801</c:v>
                </c:pt>
                <c:pt idx="440">
                  <c:v>0.243552996709</c:v>
                </c:pt>
                <c:pt idx="441">
                  <c:v>0.245013713199</c:v>
                </c:pt>
                <c:pt idx="442">
                  <c:v>0.246557170473</c:v>
                </c:pt>
                <c:pt idx="443">
                  <c:v>0.24817975363</c:v>
                </c:pt>
                <c:pt idx="444">
                  <c:v>0.249881911762</c:v>
                </c:pt>
                <c:pt idx="445">
                  <c:v>0.251666864759</c:v>
                </c:pt>
                <c:pt idx="446">
                  <c:v>0.253538221772</c:v>
                </c:pt>
                <c:pt idx="447">
                  <c:v>0.255498015093</c:v>
                </c:pt>
                <c:pt idx="448">
                  <c:v>0.257546262179</c:v>
                </c:pt>
                <c:pt idx="449">
                  <c:v>0.259682482084</c:v>
                </c:pt>
                <c:pt idx="450">
                  <c:v>0.261907380166</c:v>
                </c:pt>
                <c:pt idx="451">
                  <c:v>0.264224061302</c:v>
                </c:pt>
                <c:pt idx="452">
                  <c:v>0.266638184291</c:v>
                </c:pt>
                <c:pt idx="453">
                  <c:v>0.269156919351</c:v>
                </c:pt>
                <c:pt idx="454">
                  <c:v>0.27178759095</c:v>
                </c:pt>
                <c:pt idx="455">
                  <c:v>0.274536092206</c:v>
                </c:pt>
                <c:pt idx="456">
                  <c:v>0.277405854467</c:v>
                </c:pt>
                <c:pt idx="457">
                  <c:v>0.280397094488</c:v>
                </c:pt>
                <c:pt idx="458">
                  <c:v>0.283507477207</c:v>
                </c:pt>
                <c:pt idx="459">
                  <c:v>0.286733201901</c:v>
                </c:pt>
                <c:pt idx="460">
                  <c:v>0.290069723151</c:v>
                </c:pt>
                <c:pt idx="461">
                  <c:v>0.293511980831</c:v>
                </c:pt>
                <c:pt idx="462">
                  <c:v>0.297053753455</c:v>
                </c:pt>
                <c:pt idx="463">
                  <c:v>0.300686996485</c:v>
                </c:pt>
                <c:pt idx="464">
                  <c:v>0.304401103627</c:v>
                </c:pt>
                <c:pt idx="465">
                  <c:v>0.308182752415</c:v>
                </c:pt>
                <c:pt idx="466">
                  <c:v>0.312016684156</c:v>
                </c:pt>
                <c:pt idx="467">
                  <c:v>0.315887096758</c:v>
                </c:pt>
                <c:pt idx="468">
                  <c:v>0.319778615372</c:v>
                </c:pt>
                <c:pt idx="469">
                  <c:v>0.323676684547</c:v>
                </c:pt>
                <c:pt idx="470">
                  <c:v>0.327567067055</c:v>
                </c:pt>
                <c:pt idx="471">
                  <c:v>0.331435219389</c:v>
                </c:pt>
                <c:pt idx="472">
                  <c:v>0.335265951858</c:v>
                </c:pt>
                <c:pt idx="473">
                  <c:v>0.339043617651</c:v>
                </c:pt>
                <c:pt idx="474">
                  <c:v>0.342752436337</c:v>
                </c:pt>
                <c:pt idx="475">
                  <c:v>0.346377004611</c:v>
                </c:pt>
                <c:pt idx="476">
                  <c:v>0.349902589587</c:v>
                </c:pt>
                <c:pt idx="477">
                  <c:v>0.35331547233</c:v>
                </c:pt>
                <c:pt idx="478">
                  <c:v>0.356603052627</c:v>
                </c:pt>
                <c:pt idx="479">
                  <c:v>0.359754217971</c:v>
                </c:pt>
                <c:pt idx="480">
                  <c:v>0.362759504332</c:v>
                </c:pt>
                <c:pt idx="481">
                  <c:v>0.365611505091</c:v>
                </c:pt>
                <c:pt idx="482">
                  <c:v>0.368305132239</c:v>
                </c:pt>
                <c:pt idx="483">
                  <c:v>0.370837898922</c:v>
                </c:pt>
                <c:pt idx="484">
                  <c:v>0.373209666244</c:v>
                </c:pt>
                <c:pt idx="485">
                  <c:v>0.375422272451</c:v>
                </c:pt>
                <c:pt idx="486">
                  <c:v>0.377478740116</c:v>
                </c:pt>
                <c:pt idx="487">
                  <c:v>0.379382673638</c:v>
                </c:pt>
                <c:pt idx="488">
                  <c:v>0.381137814846</c:v>
                </c:pt>
                <c:pt idx="489">
                  <c:v>0.382747973137</c:v>
                </c:pt>
                <c:pt idx="490">
                  <c:v>0.384217019397</c:v>
                </c:pt>
                <c:pt idx="491">
                  <c:v>0.385549008414</c:v>
                </c:pt>
                <c:pt idx="492">
                  <c:v>0.386748214276</c:v>
                </c:pt>
                <c:pt idx="493">
                  <c:v>0.387819142917</c:v>
                </c:pt>
                <c:pt idx="494">
                  <c:v>0.388766534236</c:v>
                </c:pt>
                <c:pt idx="495">
                  <c:v>0.389595357126</c:v>
                </c:pt>
                <c:pt idx="496">
                  <c:v>0.390310757556</c:v>
                </c:pt>
                <c:pt idx="497">
                  <c:v>0.390917979634</c:v>
                </c:pt>
                <c:pt idx="498">
                  <c:v>0.391422334634</c:v>
                </c:pt>
                <c:pt idx="499">
                  <c:v>0.391829127002</c:v>
                </c:pt>
                <c:pt idx="500">
                  <c:v>0.392143548799</c:v>
                </c:pt>
                <c:pt idx="501">
                  <c:v>0.392370635093</c:v>
                </c:pt>
                <c:pt idx="502">
                  <c:v>0.392515364658</c:v>
                </c:pt>
                <c:pt idx="503">
                  <c:v>0.392582749589</c:v>
                </c:pt>
                <c:pt idx="504">
                  <c:v>0.392577980582</c:v>
                </c:pt>
                <c:pt idx="505">
                  <c:v>0.392506293366</c:v>
                </c:pt>
                <c:pt idx="506">
                  <c:v>0.392372609567</c:v>
                </c:pt>
                <c:pt idx="507">
                  <c:v>0.392181547323</c:v>
                </c:pt>
                <c:pt idx="508">
                  <c:v>0.391937700165</c:v>
                </c:pt>
                <c:pt idx="509">
                  <c:v>0.391645795335</c:v>
                </c:pt>
                <c:pt idx="510">
                  <c:v>0.391310563803</c:v>
                </c:pt>
                <c:pt idx="511">
                  <c:v>0.390936506246</c:v>
                </c:pt>
                <c:pt idx="512">
                  <c:v>0.390527842883</c:v>
                </c:pt>
                <c:pt idx="513">
                  <c:v>0.390088750474</c:v>
                </c:pt>
                <c:pt idx="514">
                  <c:v>0.389623517683</c:v>
                </c:pt>
                <c:pt idx="515">
                  <c:v>0.389136400857</c:v>
                </c:pt>
                <c:pt idx="516">
                  <c:v>0.388631324163</c:v>
                </c:pt>
                <c:pt idx="517">
                  <c:v>0.388111362788</c:v>
                </c:pt>
                <c:pt idx="518">
                  <c:v>0.387578692043</c:v>
                </c:pt>
                <c:pt idx="519">
                  <c:v>0.387035114988</c:v>
                </c:pt>
                <c:pt idx="520">
                  <c:v>0.386482683023</c:v>
                </c:pt>
                <c:pt idx="521">
                  <c:v>0.385923904428</c:v>
                </c:pt>
                <c:pt idx="522">
                  <c:v>0.385361381588</c:v>
                </c:pt>
                <c:pt idx="523">
                  <c:v>0.384797277718</c:v>
                </c:pt>
                <c:pt idx="524">
                  <c:v>0.384233122596</c:v>
                </c:pt>
                <c:pt idx="525">
                  <c:v>0.383669968736</c:v>
                </c:pt>
                <c:pt idx="526">
                  <c:v>0.383108738597</c:v>
                </c:pt>
                <c:pt idx="527">
                  <c:v>0.382550399373</c:v>
                </c:pt>
                <c:pt idx="528">
                  <c:v>0.381995920279</c:v>
                </c:pt>
                <c:pt idx="529">
                  <c:v>0.381446153622</c:v>
                </c:pt>
                <c:pt idx="530">
                  <c:v>0.380901800794</c:v>
                </c:pt>
                <c:pt idx="531">
                  <c:v>0.380363497993</c:v>
                </c:pt>
                <c:pt idx="532">
                  <c:v>0.379831850144</c:v>
                </c:pt>
                <c:pt idx="533">
                  <c:v>0.379307366349</c:v>
                </c:pt>
                <c:pt idx="534">
                  <c:v>0.378790403086</c:v>
                </c:pt>
                <c:pt idx="535">
                  <c:v>0.378281194455</c:v>
                </c:pt>
                <c:pt idx="536">
                  <c:v>0.377779989384</c:v>
                </c:pt>
                <c:pt idx="537">
                  <c:v>0.377287250799</c:v>
                </c:pt>
                <c:pt idx="538">
                  <c:v>0.376803700034</c:v>
                </c:pt>
                <c:pt idx="539">
                  <c:v>0.376330227066</c:v>
                </c:pt>
                <c:pt idx="540">
                  <c:v>0.375867693573</c:v>
                </c:pt>
                <c:pt idx="541">
                  <c:v>0.375416851238</c:v>
                </c:pt>
                <c:pt idx="542">
                  <c:v>0.374978379992</c:v>
                </c:pt>
                <c:pt idx="543">
                  <c:v>0.374553056756</c:v>
                </c:pt>
                <c:pt idx="544">
                  <c:v>0.374141827665</c:v>
                </c:pt>
                <c:pt idx="545">
                  <c:v>0.373745817401</c:v>
                </c:pt>
                <c:pt idx="546">
                  <c:v>0.373366259455</c:v>
                </c:pt>
                <c:pt idx="547">
                  <c:v>0.37300445814</c:v>
                </c:pt>
                <c:pt idx="548">
                  <c:v>0.372661775751</c:v>
                </c:pt>
                <c:pt idx="549">
                  <c:v>0.372339658965</c:v>
                </c:pt>
                <c:pt idx="550">
                  <c:v>0.372039660611</c:v>
                </c:pt>
                <c:pt idx="551">
                  <c:v>0.371763421341</c:v>
                </c:pt>
                <c:pt idx="552">
                  <c:v>0.37151266103</c:v>
                </c:pt>
                <c:pt idx="553">
                  <c:v>0.371289110254</c:v>
                </c:pt>
                <c:pt idx="554">
                  <c:v>0.371094395814</c:v>
                </c:pt>
                <c:pt idx="555">
                  <c:v>0.370929879862</c:v>
                </c:pt>
                <c:pt idx="556">
                  <c:v>0.370796452356</c:v>
                </c:pt>
                <c:pt idx="557">
                  <c:v>0.370694193459</c:v>
                </c:pt>
                <c:pt idx="558">
                  <c:v>0.370622418776</c:v>
                </c:pt>
                <c:pt idx="559">
                  <c:v>0.370578264479</c:v>
                </c:pt>
                <c:pt idx="560">
                  <c:v>0.370551734765</c:v>
                </c:pt>
                <c:pt idx="561">
                  <c:v>0.370541921013</c:v>
                </c:pt>
                <c:pt idx="562">
                  <c:v>0.370542734033</c:v>
                </c:pt>
                <c:pt idx="563">
                  <c:v>0.370542884256</c:v>
                </c:pt>
                <c:pt idx="564">
                  <c:v>0.370524253176</c:v>
                </c:pt>
                <c:pt idx="565">
                  <c:v>0.370462816095</c:v>
                </c:pt>
                <c:pt idx="566">
                  <c:v>0.370337597993</c:v>
                </c:pt>
                <c:pt idx="567">
                  <c:v>0.370137194213</c:v>
                </c:pt>
                <c:pt idx="568">
                  <c:v>0.369866970497</c:v>
                </c:pt>
                <c:pt idx="569">
                  <c:v>0.369525426005</c:v>
                </c:pt>
                <c:pt idx="570">
                  <c:v>0.369104518256</c:v>
                </c:pt>
                <c:pt idx="571">
                  <c:v>0.368623695111</c:v>
                </c:pt>
                <c:pt idx="572">
                  <c:v>0.368103365627</c:v>
                </c:pt>
                <c:pt idx="573">
                  <c:v>0.367557190028</c:v>
                </c:pt>
                <c:pt idx="574">
                  <c:v>0.366989944517</c:v>
                </c:pt>
                <c:pt idx="575">
                  <c:v>0.366402321158</c:v>
                </c:pt>
                <c:pt idx="576">
                  <c:v>0.365796106718</c:v>
                </c:pt>
                <c:pt idx="577">
                  <c:v>0.365175698189</c:v>
                </c:pt>
                <c:pt idx="578">
                  <c:v>0.364546728832</c:v>
                </c:pt>
                <c:pt idx="579">
                  <c:v>0.363914098198</c:v>
                </c:pt>
                <c:pt idx="580">
                  <c:v>0.363280936997</c:v>
                </c:pt>
                <c:pt idx="581">
                  <c:v>0.362648957113</c:v>
                </c:pt>
                <c:pt idx="582">
                  <c:v>0.362018939992</c:v>
                </c:pt>
                <c:pt idx="583">
                  <c:v>0.361391271823</c:v>
                </c:pt>
                <c:pt idx="584">
                  <c:v>0.360766404167</c:v>
                </c:pt>
                <c:pt idx="585">
                  <c:v>0.360145599728</c:v>
                </c:pt>
                <c:pt idx="586">
                  <c:v>0.35953079879</c:v>
                </c:pt>
                <c:pt idx="587">
                  <c:v>0.358923355476</c:v>
                </c:pt>
                <c:pt idx="588">
                  <c:v>0.358323151719</c:v>
                </c:pt>
                <c:pt idx="589">
                  <c:v>0.357729056201</c:v>
                </c:pt>
                <c:pt idx="590">
                  <c:v>0.357140027049</c:v>
                </c:pt>
                <c:pt idx="591">
                  <c:v>0.356556447678</c:v>
                </c:pt>
                <c:pt idx="592">
                  <c:v>0.355980136408</c:v>
                </c:pt>
                <c:pt idx="593">
                  <c:v>0.355413623819</c:v>
                </c:pt>
                <c:pt idx="594">
                  <c:v>0.354858701396</c:v>
                </c:pt>
                <c:pt idx="595">
                  <c:v>0.354315350956</c:v>
                </c:pt>
                <c:pt idx="596">
                  <c:v>0.353782101395</c:v>
                </c:pt>
                <c:pt idx="597">
                  <c:v>0.353257508828</c:v>
                </c:pt>
                <c:pt idx="598">
                  <c:v>0.352741320406</c:v>
                </c:pt>
                <c:pt idx="599">
                  <c:v>0.35223479287</c:v>
                </c:pt>
                <c:pt idx="600">
                  <c:v>0.351740093132</c:v>
                </c:pt>
                <c:pt idx="601">
                  <c:v>0.351259583055</c:v>
                </c:pt>
                <c:pt idx="602">
                  <c:v>0.350794915892</c:v>
                </c:pt>
                <c:pt idx="603">
                  <c:v>0.350346517257</c:v>
                </c:pt>
                <c:pt idx="604">
                  <c:v>0.349913717389</c:v>
                </c:pt>
                <c:pt idx="605">
                  <c:v>0.349495112302</c:v>
                </c:pt>
                <c:pt idx="606">
                  <c:v>0.3490892115</c:v>
                </c:pt>
                <c:pt idx="607">
                  <c:v>0.348695048867</c:v>
                </c:pt>
                <c:pt idx="608">
                  <c:v>0.348312440453</c:v>
                </c:pt>
                <c:pt idx="609">
                  <c:v>0.347941852846</c:v>
                </c:pt>
                <c:pt idx="610">
                  <c:v>0.34758400951</c:v>
                </c:pt>
                <c:pt idx="611">
                  <c:v>0.347239306286</c:v>
                </c:pt>
                <c:pt idx="612">
                  <c:v>0.346907549013</c:v>
                </c:pt>
                <c:pt idx="613">
                  <c:v>0.346588078366</c:v>
                </c:pt>
                <c:pt idx="614">
                  <c:v>0.34628020988</c:v>
                </c:pt>
                <c:pt idx="615">
                  <c:v>0.345983576417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0</c:v>
                </c:pt>
                <c:pt idx="1">
                  <c:v>1.5956311703e-23</c:v>
                </c:pt>
                <c:pt idx="2">
                  <c:v>2.32560565921e-22</c:v>
                </c:pt>
                <c:pt idx="3">
                  <c:v>1.84925655314e-21</c:v>
                </c:pt>
                <c:pt idx="4">
                  <c:v>1.08450638423e-20</c:v>
                </c:pt>
                <c:pt idx="5">
                  <c:v>5.45689896335e-20</c:v>
                </c:pt>
                <c:pt idx="6">
                  <c:v>2.67814010561e-19</c:v>
                </c:pt>
                <c:pt idx="7">
                  <c:v>1.4806466785e-18</c:v>
                </c:pt>
                <c:pt idx="8">
                  <c:v>1.05773600934e-17</c:v>
                </c:pt>
                <c:pt idx="9">
                  <c:v>9.96564074419e-17</c:v>
                </c:pt>
                <c:pt idx="10">
                  <c:v>1.11320200579e-15</c:v>
                </c:pt>
                <c:pt idx="11">
                  <c:v>1.24488410693e-14</c:v>
                </c:pt>
                <c:pt idx="12">
                  <c:v>1.22567054549e-13</c:v>
                </c:pt>
                <c:pt idx="13">
                  <c:v>9.80546014923e-13</c:v>
                </c:pt>
                <c:pt idx="14">
                  <c:v>6.26768698496e-12</c:v>
                </c:pt>
                <c:pt idx="15">
                  <c:v>3.27633611919e-11</c:v>
                </c:pt>
                <c:pt idx="16">
                  <c:v>1.45730128576e-10</c:v>
                </c:pt>
                <c:pt idx="17">
                  <c:v>5.72856408633e-10</c:v>
                </c:pt>
                <c:pt idx="18">
                  <c:v>2.04121322459e-09</c:v>
                </c:pt>
                <c:pt idx="19">
                  <c:v>6.67135711929e-09</c:v>
                </c:pt>
                <c:pt idx="20">
                  <c:v>2.00747775023e-08</c:v>
                </c:pt>
                <c:pt idx="21">
                  <c:v>5.56575415113e-08</c:v>
                </c:pt>
                <c:pt idx="22">
                  <c:v>1.42408185786e-07</c:v>
                </c:pt>
                <c:pt idx="23">
                  <c:v>3.37309298728e-07</c:v>
                </c:pt>
                <c:pt idx="24">
                  <c:v>7.43348029615e-07</c:v>
                </c:pt>
                <c:pt idx="25">
                  <c:v>1.53453279813e-06</c:v>
                </c:pt>
                <c:pt idx="26">
                  <c:v>2.99148230509e-06</c:v>
                </c:pt>
                <c:pt idx="27">
                  <c:v>5.55279551792e-06</c:v>
                </c:pt>
                <c:pt idx="28">
                  <c:v>9.88436859152e-06</c:v>
                </c:pt>
                <c:pt idx="29">
                  <c:v>1.69585751241e-05</c:v>
                </c:pt>
                <c:pt idx="30">
                  <c:v>2.81309908381e-05</c:v>
                </c:pt>
                <c:pt idx="31">
                  <c:v>4.52017089599e-05</c:v>
                </c:pt>
                <c:pt idx="32">
                  <c:v>7.04885820607e-05</c:v>
                </c:pt>
                <c:pt idx="33">
                  <c:v>0.000106934626919</c:v>
                </c:pt>
                <c:pt idx="34">
                  <c:v>0.000158258309467</c:v>
                </c:pt>
                <c:pt idx="35">
                  <c:v>0.000229087425327</c:v>
                </c:pt>
                <c:pt idx="36">
                  <c:v>0.000325002070377</c:v>
                </c:pt>
                <c:pt idx="37">
                  <c:v>0.000452445499857</c:v>
                </c:pt>
                <c:pt idx="38">
                  <c:v>0.000618549932207</c:v>
                </c:pt>
                <c:pt idx="39">
                  <c:v>0.000831027269505</c:v>
                </c:pt>
                <c:pt idx="40">
                  <c:v>0.00109817394636</c:v>
                </c:pt>
                <c:pt idx="41">
                  <c:v>0.00142899896147</c:v>
                </c:pt>
                <c:pt idx="42">
                  <c:v>0.00183337922334</c:v>
                </c:pt>
                <c:pt idx="43">
                  <c:v>0.00232211171838</c:v>
                </c:pt>
                <c:pt idx="44">
                  <c:v>0.00290685513024</c:v>
                </c:pt>
                <c:pt idx="45">
                  <c:v>0.00359989487489</c:v>
                </c:pt>
                <c:pt idx="46">
                  <c:v>0.00441381849819</c:v>
                </c:pt>
                <c:pt idx="47">
                  <c:v>0.00536108617682</c:v>
                </c:pt>
                <c:pt idx="48">
                  <c:v>0.00645382785992</c:v>
                </c:pt>
                <c:pt idx="49">
                  <c:v>0.00770385475331</c:v>
                </c:pt>
                <c:pt idx="50">
                  <c:v>0.00912275427578</c:v>
                </c:pt>
                <c:pt idx="51">
                  <c:v>0.0107219612031</c:v>
                </c:pt>
                <c:pt idx="52">
                  <c:v>0.0125125917925</c:v>
                </c:pt>
                <c:pt idx="53">
                  <c:v>0.0145051646808</c:v>
                </c:pt>
                <c:pt idx="54">
                  <c:v>0.0167091237745</c:v>
                </c:pt>
                <c:pt idx="55">
                  <c:v>0.0191323901949</c:v>
                </c:pt>
                <c:pt idx="56">
                  <c:v>0.0217812268427</c:v>
                </c:pt>
                <c:pt idx="57">
                  <c:v>0.0246605159785</c:v>
                </c:pt>
                <c:pt idx="58">
                  <c:v>0.0277741575111</c:v>
                </c:pt>
                <c:pt idx="59">
                  <c:v>0.0311254389431</c:v>
                </c:pt>
                <c:pt idx="60">
                  <c:v>0.0347169913066</c:v>
                </c:pt>
                <c:pt idx="61">
                  <c:v>0.038550380212</c:v>
                </c:pt>
                <c:pt idx="62">
                  <c:v>0.0426253880751</c:v>
                </c:pt>
                <c:pt idx="63">
                  <c:v>0.0469391988718</c:v>
                </c:pt>
                <c:pt idx="64">
                  <c:v>0.0514854820828</c:v>
                </c:pt>
                <c:pt idx="65">
                  <c:v>0.0562536977774</c:v>
                </c:pt>
                <c:pt idx="66">
                  <c:v>0.0612284864326</c:v>
                </c:pt>
                <c:pt idx="67">
                  <c:v>0.0663894576199</c:v>
                </c:pt>
                <c:pt idx="68">
                  <c:v>0.0717110955905</c:v>
                </c:pt>
                <c:pt idx="69">
                  <c:v>0.0771633945303</c:v>
                </c:pt>
                <c:pt idx="70">
                  <c:v>0.0827125989779</c:v>
                </c:pt>
                <c:pt idx="71">
                  <c:v>0.0883228104462</c:v>
                </c:pt>
                <c:pt idx="72">
                  <c:v>0.0939579231817</c:v>
                </c:pt>
                <c:pt idx="73">
                  <c:v>0.0995842801394</c:v>
                </c:pt>
                <c:pt idx="74">
                  <c:v>0.10517245655</c:v>
                </c:pt>
                <c:pt idx="75">
                  <c:v>0.110698754392</c:v>
                </c:pt>
                <c:pt idx="76">
                  <c:v>0.116144669907</c:v>
                </c:pt>
                <c:pt idx="77">
                  <c:v>0.121495908273</c:v>
                </c:pt>
                <c:pt idx="78">
                  <c:v>0.126740906456</c:v>
                </c:pt>
                <c:pt idx="79">
                  <c:v>0.131870076908</c:v>
                </c:pt>
                <c:pt idx="80">
                  <c:v>0.136874942518</c:v>
                </c:pt>
                <c:pt idx="81">
                  <c:v>0.141748038356</c:v>
                </c:pt>
                <c:pt idx="82">
                  <c:v>0.146482642324</c:v>
                </c:pt>
                <c:pt idx="83">
                  <c:v>0.151072735883</c:v>
                </c:pt>
                <c:pt idx="84">
                  <c:v>0.155513272543</c:v>
                </c:pt>
                <c:pt idx="85">
                  <c:v>0.159800562098</c:v>
                </c:pt>
                <c:pt idx="86">
                  <c:v>0.163932311901</c:v>
                </c:pt>
                <c:pt idx="87">
                  <c:v>0.1679073819</c:v>
                </c:pt>
                <c:pt idx="88">
                  <c:v>0.171726048192</c:v>
                </c:pt>
                <c:pt idx="89">
                  <c:v>0.175389934153</c:v>
                </c:pt>
                <c:pt idx="90">
                  <c:v>0.17890119097</c:v>
                </c:pt>
                <c:pt idx="91">
                  <c:v>0.182261233905</c:v>
                </c:pt>
                <c:pt idx="92">
                  <c:v>0.185469929032</c:v>
                </c:pt>
                <c:pt idx="93">
                  <c:v>0.18852418232</c:v>
                </c:pt>
                <c:pt idx="94">
                  <c:v>0.191422561949</c:v>
                </c:pt>
                <c:pt idx="95">
                  <c:v>0.194171052894</c:v>
                </c:pt>
                <c:pt idx="96">
                  <c:v>0.196778694326</c:v>
                </c:pt>
                <c:pt idx="97">
                  <c:v>0.199252381582</c:v>
                </c:pt>
                <c:pt idx="98">
                  <c:v>0.201595255303</c:v>
                </c:pt>
                <c:pt idx="99">
                  <c:v>0.203807811436</c:v>
                </c:pt>
                <c:pt idx="100">
                  <c:v>0.205891417845</c:v>
                </c:pt>
                <c:pt idx="101">
                  <c:v>0.2078504841</c:v>
                </c:pt>
                <c:pt idx="102">
                  <c:v>0.209690688385</c:v>
                </c:pt>
                <c:pt idx="103">
                  <c:v>0.211415553868</c:v>
                </c:pt>
                <c:pt idx="104">
                  <c:v>0.213026877745</c:v>
                </c:pt>
                <c:pt idx="105">
                  <c:v>0.21452691442</c:v>
                </c:pt>
                <c:pt idx="106">
                  <c:v>0.21591953552</c:v>
                </c:pt>
                <c:pt idx="107">
                  <c:v>0.217212358991</c:v>
                </c:pt>
                <c:pt idx="108">
                  <c:v>0.218414974549</c:v>
                </c:pt>
                <c:pt idx="109">
                  <c:v>0.219535646816</c:v>
                </c:pt>
                <c:pt idx="110">
                  <c:v>0.220580050011</c:v>
                </c:pt>
                <c:pt idx="111">
                  <c:v>0.221551542418</c:v>
                </c:pt>
                <c:pt idx="112">
                  <c:v>0.22245264143</c:v>
                </c:pt>
                <c:pt idx="113">
                  <c:v>0.223286689681</c:v>
                </c:pt>
                <c:pt idx="114">
                  <c:v>0.224058050549</c:v>
                </c:pt>
                <c:pt idx="115">
                  <c:v>0.224771488362</c:v>
                </c:pt>
                <c:pt idx="116">
                  <c:v>0.225431391553</c:v>
                </c:pt>
                <c:pt idx="117">
                  <c:v>0.226041522837</c:v>
                </c:pt>
                <c:pt idx="118">
                  <c:v>0.226605176659</c:v>
                </c:pt>
                <c:pt idx="119">
                  <c:v>0.227125482023</c:v>
                </c:pt>
                <c:pt idx="120">
                  <c:v>0.227605457328</c:v>
                </c:pt>
                <c:pt idx="121">
                  <c:v>0.228047798949</c:v>
                </c:pt>
                <c:pt idx="122">
                  <c:v>0.22845490473</c:v>
                </c:pt>
                <c:pt idx="123">
                  <c:v>0.228829078511</c:v>
                </c:pt>
                <c:pt idx="124">
                  <c:v>0.229172618589</c:v>
                </c:pt>
                <c:pt idx="125">
                  <c:v>0.229487763317</c:v>
                </c:pt>
                <c:pt idx="126">
                  <c:v>0.229776497118</c:v>
                </c:pt>
                <c:pt idx="127">
                  <c:v>0.230040261461</c:v>
                </c:pt>
                <c:pt idx="128">
                  <c:v>0.230279956618</c:v>
                </c:pt>
                <c:pt idx="129">
                  <c:v>0.230496107982</c:v>
                </c:pt>
                <c:pt idx="130">
                  <c:v>0.230689187131</c:v>
                </c:pt>
                <c:pt idx="131">
                  <c:v>0.230859742233</c:v>
                </c:pt>
                <c:pt idx="132">
                  <c:v>0.23100836704</c:v>
                </c:pt>
                <c:pt idx="133">
                  <c:v>0.231135477313</c:v>
                </c:pt>
                <c:pt idx="134">
                  <c:v>0.231241267051</c:v>
                </c:pt>
                <c:pt idx="135">
                  <c:v>0.231325738604</c:v>
                </c:pt>
                <c:pt idx="136">
                  <c:v>0.23138883949</c:v>
                </c:pt>
                <c:pt idx="137">
                  <c:v>0.231430563773</c:v>
                </c:pt>
                <c:pt idx="138">
                  <c:v>0.231451048779</c:v>
                </c:pt>
                <c:pt idx="139">
                  <c:v>0.231450654255</c:v>
                </c:pt>
                <c:pt idx="140">
                  <c:v>0.231430090501</c:v>
                </c:pt>
                <c:pt idx="141">
                  <c:v>0.231390605828</c:v>
                </c:pt>
                <c:pt idx="142">
                  <c:v>0.231334099348</c:v>
                </c:pt>
                <c:pt idx="143">
                  <c:v>0.231263176421</c:v>
                </c:pt>
                <c:pt idx="144">
                  <c:v>0.231181302874</c:v>
                </c:pt>
                <c:pt idx="145">
                  <c:v>0.23109342162</c:v>
                </c:pt>
                <c:pt idx="146">
                  <c:v>0.231006546373</c:v>
                </c:pt>
                <c:pt idx="147">
                  <c:v>0.230928801104</c:v>
                </c:pt>
                <c:pt idx="148">
                  <c:v>0.230866978566</c:v>
                </c:pt>
                <c:pt idx="149">
                  <c:v>0.230822765408</c:v>
                </c:pt>
                <c:pt idx="150">
                  <c:v>0.230803320085</c:v>
                </c:pt>
                <c:pt idx="151">
                  <c:v>0.230738622301</c:v>
                </c:pt>
                <c:pt idx="152">
                  <c:v>0.230627425113</c:v>
                </c:pt>
                <c:pt idx="153">
                  <c:v>0.230467614822</c:v>
                </c:pt>
                <c:pt idx="154">
                  <c:v>0.230259526731</c:v>
                </c:pt>
                <c:pt idx="155">
                  <c:v>0.230016007595</c:v>
                </c:pt>
                <c:pt idx="156">
                  <c:v>0.229752403208</c:v>
                </c:pt>
                <c:pt idx="157">
                  <c:v>0.229494043687</c:v>
                </c:pt>
                <c:pt idx="158">
                  <c:v>0.229294560151</c:v>
                </c:pt>
                <c:pt idx="159">
                  <c:v>0.229122587246</c:v>
                </c:pt>
                <c:pt idx="160">
                  <c:v>0.228894511452</c:v>
                </c:pt>
                <c:pt idx="161">
                  <c:v>0.22863570222</c:v>
                </c:pt>
                <c:pt idx="162">
                  <c:v>0.228354887681</c:v>
                </c:pt>
                <c:pt idx="163">
                  <c:v>0.228049744927</c:v>
                </c:pt>
                <c:pt idx="164">
                  <c:v>0.227720305409</c:v>
                </c:pt>
                <c:pt idx="165">
                  <c:v>0.227370575626</c:v>
                </c:pt>
                <c:pt idx="166">
                  <c:v>0.227006707351</c:v>
                </c:pt>
                <c:pt idx="167">
                  <c:v>0.226634953136</c:v>
                </c:pt>
                <c:pt idx="168">
                  <c:v>0.226259035571</c:v>
                </c:pt>
                <c:pt idx="169">
                  <c:v>0.225879290693</c:v>
                </c:pt>
                <c:pt idx="170">
                  <c:v>0.22549431565</c:v>
                </c:pt>
                <c:pt idx="171">
                  <c:v>0.225103302408</c:v>
                </c:pt>
                <c:pt idx="172">
                  <c:v>0.224706702923</c:v>
                </c:pt>
                <c:pt idx="173">
                  <c:v>0.224306440081</c:v>
                </c:pt>
                <c:pt idx="174">
                  <c:v>0.223905435713</c:v>
                </c:pt>
                <c:pt idx="175">
                  <c:v>0.223506823311</c:v>
                </c:pt>
                <c:pt idx="176">
                  <c:v>0.223113291135</c:v>
                </c:pt>
                <c:pt idx="177">
                  <c:v>0.22272697311</c:v>
                </c:pt>
                <c:pt idx="178">
                  <c:v>0.222349071925</c:v>
                </c:pt>
                <c:pt idx="179">
                  <c:v>0.221980066502</c:v>
                </c:pt>
                <c:pt idx="180">
                  <c:v>0.221620649369</c:v>
                </c:pt>
                <c:pt idx="181">
                  <c:v>0.22127153582</c:v>
                </c:pt>
                <c:pt idx="182">
                  <c:v>0.22093325675</c:v>
                </c:pt>
                <c:pt idx="183">
                  <c:v>0.220605970051</c:v>
                </c:pt>
                <c:pt idx="184">
                  <c:v>0.220289712952</c:v>
                </c:pt>
                <c:pt idx="185">
                  <c:v>0.21998459887</c:v>
                </c:pt>
                <c:pt idx="186">
                  <c:v>0.21969050489</c:v>
                </c:pt>
                <c:pt idx="187">
                  <c:v>0.219406927161</c:v>
                </c:pt>
                <c:pt idx="188">
                  <c:v>0.219133405212</c:v>
                </c:pt>
                <c:pt idx="189">
                  <c:v>0.218869688595</c:v>
                </c:pt>
                <c:pt idx="190">
                  <c:v>0.218615790266</c:v>
                </c:pt>
                <c:pt idx="191">
                  <c:v>0.218371709021</c:v>
                </c:pt>
                <c:pt idx="192">
                  <c:v>0.218137474402</c:v>
                </c:pt>
                <c:pt idx="193">
                  <c:v>0.217913052929</c:v>
                </c:pt>
                <c:pt idx="194">
                  <c:v>0.217698125437</c:v>
                </c:pt>
                <c:pt idx="195">
                  <c:v>0.217492244798</c:v>
                </c:pt>
                <c:pt idx="196">
                  <c:v>0.217294878926</c:v>
                </c:pt>
                <c:pt idx="197">
                  <c:v>0.217105467826</c:v>
                </c:pt>
                <c:pt idx="198">
                  <c:v>0.216923604144</c:v>
                </c:pt>
                <c:pt idx="199">
                  <c:v>0.21674904868</c:v>
                </c:pt>
                <c:pt idx="200">
                  <c:v>0.216581647236</c:v>
                </c:pt>
                <c:pt idx="201">
                  <c:v>0.216421341029</c:v>
                </c:pt>
                <c:pt idx="202">
                  <c:v>0.216267985411</c:v>
                </c:pt>
                <c:pt idx="203">
                  <c:v>0.216121281805</c:v>
                </c:pt>
                <c:pt idx="204">
                  <c:v>0.215980898296</c:v>
                </c:pt>
                <c:pt idx="205">
                  <c:v>0.215846633722</c:v>
                </c:pt>
                <c:pt idx="206">
                  <c:v>0.215718467679</c:v>
                </c:pt>
                <c:pt idx="207">
                  <c:v>0.215596501319</c:v>
                </c:pt>
                <c:pt idx="208">
                  <c:v>0.215480846918</c:v>
                </c:pt>
                <c:pt idx="209">
                  <c:v>0.215371526592</c:v>
                </c:pt>
                <c:pt idx="210">
                  <c:v>0.215268383996</c:v>
                </c:pt>
                <c:pt idx="211">
                  <c:v>0.215171105467</c:v>
                </c:pt>
                <c:pt idx="212">
                  <c:v>0.215079274579</c:v>
                </c:pt>
                <c:pt idx="213">
                  <c:v>0.214992468417</c:v>
                </c:pt>
                <c:pt idx="214">
                  <c:v>0.214910304755</c:v>
                </c:pt>
                <c:pt idx="215">
                  <c:v>0.214832469269</c:v>
                </c:pt>
                <c:pt idx="216">
                  <c:v>0.214758691131</c:v>
                </c:pt>
                <c:pt idx="217">
                  <c:v>0.214688708538</c:v>
                </c:pt>
                <c:pt idx="218">
                  <c:v>0.21462228618</c:v>
                </c:pt>
                <c:pt idx="219">
                  <c:v>0.214559249605</c:v>
                </c:pt>
                <c:pt idx="220">
                  <c:v>0.214499528119</c:v>
                </c:pt>
                <c:pt idx="221">
                  <c:v>0.214443172084</c:v>
                </c:pt>
                <c:pt idx="222">
                  <c:v>0.214390335557</c:v>
                </c:pt>
                <c:pt idx="223">
                  <c:v>0.214341193979</c:v>
                </c:pt>
                <c:pt idx="224">
                  <c:v>0.214295898399</c:v>
                </c:pt>
                <c:pt idx="225">
                  <c:v>0.214254537019</c:v>
                </c:pt>
                <c:pt idx="226">
                  <c:v>0.214217070849</c:v>
                </c:pt>
                <c:pt idx="227">
                  <c:v>0.214183351079</c:v>
                </c:pt>
                <c:pt idx="228">
                  <c:v>0.214153152184</c:v>
                </c:pt>
                <c:pt idx="229">
                  <c:v>0.214126236306</c:v>
                </c:pt>
                <c:pt idx="230">
                  <c:v>0.214102413821</c:v>
                </c:pt>
                <c:pt idx="231">
                  <c:v>0.214081584199</c:v>
                </c:pt>
                <c:pt idx="232">
                  <c:v>0.214063728119</c:v>
                </c:pt>
                <c:pt idx="233">
                  <c:v>0.214048877569</c:v>
                </c:pt>
                <c:pt idx="234">
                  <c:v>0.214037094588</c:v>
                </c:pt>
                <c:pt idx="235">
                  <c:v>0.214028437623</c:v>
                </c:pt>
                <c:pt idx="236">
                  <c:v>0.214022915513</c:v>
                </c:pt>
                <c:pt idx="237">
                  <c:v>0.214020464249</c:v>
                </c:pt>
                <c:pt idx="238">
                  <c:v>0.214020965022</c:v>
                </c:pt>
                <c:pt idx="239">
                  <c:v>0.214024264772</c:v>
                </c:pt>
                <c:pt idx="240">
                  <c:v>0.214030318318</c:v>
                </c:pt>
                <c:pt idx="241">
                  <c:v>0.214039340352</c:v>
                </c:pt>
                <c:pt idx="242">
                  <c:v>0.21405165589</c:v>
                </c:pt>
                <c:pt idx="243">
                  <c:v>0.214067368218</c:v>
                </c:pt>
                <c:pt idx="244">
                  <c:v>0.214086249328</c:v>
                </c:pt>
                <c:pt idx="245">
                  <c:v>0.214107844962</c:v>
                </c:pt>
                <c:pt idx="246">
                  <c:v>0.214131771511</c:v>
                </c:pt>
                <c:pt idx="247">
                  <c:v>0.214157872106</c:v>
                </c:pt>
                <c:pt idx="248">
                  <c:v>0.214186116619</c:v>
                </c:pt>
                <c:pt idx="249">
                  <c:v>0.214216299394</c:v>
                </c:pt>
                <c:pt idx="250">
                  <c:v>0.214248016785</c:v>
                </c:pt>
                <c:pt idx="251">
                  <c:v>0.214280873229</c:v>
                </c:pt>
                <c:pt idx="252">
                  <c:v>0.214314708824</c:v>
                </c:pt>
                <c:pt idx="253">
                  <c:v>0.214349737974</c:v>
                </c:pt>
                <c:pt idx="254">
                  <c:v>0.214386558269</c:v>
                </c:pt>
                <c:pt idx="255">
                  <c:v>0.214425693536</c:v>
                </c:pt>
                <c:pt idx="256">
                  <c:v>0.214467227042</c:v>
                </c:pt>
                <c:pt idx="257">
                  <c:v>0.214510633147</c:v>
                </c:pt>
                <c:pt idx="258">
                  <c:v>0.214555222726</c:v>
                </c:pt>
                <c:pt idx="259">
                  <c:v>0.214600608655</c:v>
                </c:pt>
                <c:pt idx="260">
                  <c:v>0.214646840243</c:v>
                </c:pt>
                <c:pt idx="261">
                  <c:v>0.214694181343</c:v>
                </c:pt>
                <c:pt idx="262">
                  <c:v>0.214742816258</c:v>
                </c:pt>
                <c:pt idx="263">
                  <c:v>0.214792732037</c:v>
                </c:pt>
                <c:pt idx="264">
                  <c:v>0.214843789298</c:v>
                </c:pt>
                <c:pt idx="265">
                  <c:v>0.214895848152</c:v>
                </c:pt>
                <c:pt idx="266">
                  <c:v>0.214948856612</c:v>
                </c:pt>
                <c:pt idx="267">
                  <c:v>0.215002809836</c:v>
                </c:pt>
                <c:pt idx="268">
                  <c:v>0.215057714668</c:v>
                </c:pt>
                <c:pt idx="269">
                  <c:v>0.215113618895</c:v>
                </c:pt>
                <c:pt idx="270">
                  <c:v>0.215170639863</c:v>
                </c:pt>
                <c:pt idx="271">
                  <c:v>0.215228967683</c:v>
                </c:pt>
                <c:pt idx="272">
                  <c:v>0.215288799822</c:v>
                </c:pt>
                <c:pt idx="273">
                  <c:v>0.215350226347</c:v>
                </c:pt>
                <c:pt idx="274">
                  <c:v>0.215413175902</c:v>
                </c:pt>
                <c:pt idx="275">
                  <c:v>0.215477446311</c:v>
                </c:pt>
                <c:pt idx="276">
                  <c:v>0.215542834361</c:v>
                </c:pt>
                <c:pt idx="277">
                  <c:v>0.215609235356</c:v>
                </c:pt>
                <c:pt idx="278">
                  <c:v>0.215676647916</c:v>
                </c:pt>
                <c:pt idx="279">
                  <c:v>0.215745098027</c:v>
                </c:pt>
                <c:pt idx="280">
                  <c:v>0.215814564359</c:v>
                </c:pt>
                <c:pt idx="281">
                  <c:v>0.21588495253</c:v>
                </c:pt>
                <c:pt idx="282">
                  <c:v>0.215956134412</c:v>
                </c:pt>
                <c:pt idx="283">
                  <c:v>0.216027991469</c:v>
                </c:pt>
                <c:pt idx="284">
                  <c:v>0.216100435678</c:v>
                </c:pt>
                <c:pt idx="285">
                  <c:v>0.216173396853</c:v>
                </c:pt>
                <c:pt idx="286">
                  <c:v>0.216246815567</c:v>
                </c:pt>
                <c:pt idx="287">
                  <c:v>0.216320638379</c:v>
                </c:pt>
                <c:pt idx="288">
                  <c:v>0.2163948227</c:v>
                </c:pt>
                <c:pt idx="289">
                  <c:v>0.216469343615</c:v>
                </c:pt>
                <c:pt idx="290">
                  <c:v>0.216544173842</c:v>
                </c:pt>
                <c:pt idx="291">
                  <c:v>0.216619246615</c:v>
                </c:pt>
                <c:pt idx="292">
                  <c:v>0.216694454398</c:v>
                </c:pt>
                <c:pt idx="293">
                  <c:v>0.216769672602</c:v>
                </c:pt>
                <c:pt idx="294">
                  <c:v>0.216844802566</c:v>
                </c:pt>
                <c:pt idx="295">
                  <c:v>0.216919803082</c:v>
                </c:pt>
                <c:pt idx="296">
                  <c:v>0.216994676027</c:v>
                </c:pt>
                <c:pt idx="297">
                  <c:v>0.217069428636</c:v>
                </c:pt>
                <c:pt idx="298">
                  <c:v>0.21714405329</c:v>
                </c:pt>
                <c:pt idx="299">
                  <c:v>0.217218529582</c:v>
                </c:pt>
                <c:pt idx="300">
                  <c:v>0.217292841175</c:v>
                </c:pt>
                <c:pt idx="301">
                  <c:v>0.217366988077</c:v>
                </c:pt>
                <c:pt idx="302">
                  <c:v>0.217440980985</c:v>
                </c:pt>
                <c:pt idx="303">
                  <c:v>0.217514818678</c:v>
                </c:pt>
                <c:pt idx="304">
                  <c:v>0.21758847709</c:v>
                </c:pt>
                <c:pt idx="305">
                  <c:v>0.217661915172</c:v>
                </c:pt>
                <c:pt idx="306">
                  <c:v>0.217735088254</c:v>
                </c:pt>
                <c:pt idx="307">
                  <c:v>0.217807959909</c:v>
                </c:pt>
                <c:pt idx="308">
                  <c:v>0.21788049796</c:v>
                </c:pt>
                <c:pt idx="309">
                  <c:v>0.217952650317</c:v>
                </c:pt>
                <c:pt idx="310">
                  <c:v>0.218024361396</c:v>
                </c:pt>
                <c:pt idx="311">
                  <c:v>0.218095588527</c:v>
                </c:pt>
                <c:pt idx="312">
                  <c:v>0.218166298813</c:v>
                </c:pt>
                <c:pt idx="313">
                  <c:v>0.218236467662</c:v>
                </c:pt>
                <c:pt idx="314">
                  <c:v>0.218306074052</c:v>
                </c:pt>
                <c:pt idx="315">
                  <c:v>0.218375097357</c:v>
                </c:pt>
                <c:pt idx="316">
                  <c:v>0.218443516169</c:v>
                </c:pt>
                <c:pt idx="317">
                  <c:v>0.218511331719</c:v>
                </c:pt>
                <c:pt idx="318">
                  <c:v>0.218578550003</c:v>
                </c:pt>
                <c:pt idx="319">
                  <c:v>0.218645149275</c:v>
                </c:pt>
                <c:pt idx="320">
                  <c:v>0.218711075169</c:v>
                </c:pt>
                <c:pt idx="321">
                  <c:v>0.218776258858</c:v>
                </c:pt>
                <c:pt idx="322">
                  <c:v>0.218840654415</c:v>
                </c:pt>
                <c:pt idx="323">
                  <c:v>0.218904287025</c:v>
                </c:pt>
                <c:pt idx="324">
                  <c:v>0.218967213954</c:v>
                </c:pt>
                <c:pt idx="325">
                  <c:v>0.219029455105</c:v>
                </c:pt>
                <c:pt idx="326">
                  <c:v>0.21909096851</c:v>
                </c:pt>
                <c:pt idx="327">
                  <c:v>0.219151682027</c:v>
                </c:pt>
                <c:pt idx="328">
                  <c:v>0.219211549407</c:v>
                </c:pt>
                <c:pt idx="329">
                  <c:v>0.219270589768</c:v>
                </c:pt>
                <c:pt idx="330">
                  <c:v>0.219328862771</c:v>
                </c:pt>
                <c:pt idx="331">
                  <c:v>0.219386409002</c:v>
                </c:pt>
                <c:pt idx="332">
                  <c:v>0.219443218714</c:v>
                </c:pt>
                <c:pt idx="333">
                  <c:v>0.219499245218</c:v>
                </c:pt>
                <c:pt idx="334">
                  <c:v>0.219554443102</c:v>
                </c:pt>
                <c:pt idx="335">
                  <c:v>0.219608814083</c:v>
                </c:pt>
                <c:pt idx="336">
                  <c:v>0.219662406469</c:v>
                </c:pt>
                <c:pt idx="337">
                  <c:v>0.219715272195</c:v>
                </c:pt>
                <c:pt idx="338">
                  <c:v>0.219767424112</c:v>
                </c:pt>
                <c:pt idx="339">
                  <c:v>0.219818822906</c:v>
                </c:pt>
                <c:pt idx="340">
                  <c:v>0.219869407503</c:v>
                </c:pt>
                <c:pt idx="341">
                  <c:v>0.219919145668</c:v>
                </c:pt>
                <c:pt idx="342">
                  <c:v>0.21996805405</c:v>
                </c:pt>
                <c:pt idx="343">
                  <c:v>0.220016183019</c:v>
                </c:pt>
                <c:pt idx="344">
                  <c:v>0.220063580544</c:v>
                </c:pt>
                <c:pt idx="345">
                  <c:v>0.220110268223</c:v>
                </c:pt>
                <c:pt idx="346">
                  <c:v>0.220156245153</c:v>
                </c:pt>
                <c:pt idx="347">
                  <c:v>0.220201504988</c:v>
                </c:pt>
                <c:pt idx="348">
                  <c:v>0.220246051827</c:v>
                </c:pt>
                <c:pt idx="349">
                  <c:v>0.22028990386</c:v>
                </c:pt>
                <c:pt idx="350">
                  <c:v>0.220333084888</c:v>
                </c:pt>
                <c:pt idx="351">
                  <c:v>0.220375615737</c:v>
                </c:pt>
                <c:pt idx="352">
                  <c:v>0.220417511213</c:v>
                </c:pt>
                <c:pt idx="353">
                  <c:v>0.220458784107</c:v>
                </c:pt>
                <c:pt idx="354">
                  <c:v>0.220499449329</c:v>
                </c:pt>
                <c:pt idx="355">
                  <c:v>0.220539524198</c:v>
                </c:pt>
                <c:pt idx="356">
                  <c:v>0.220579025026</c:v>
                </c:pt>
                <c:pt idx="357">
                  <c:v>0.220617964041</c:v>
                </c:pt>
                <c:pt idx="358">
                  <c:v>0.220656351796</c:v>
                </c:pt>
                <c:pt idx="359">
                  <c:v>0.220694201791</c:v>
                </c:pt>
                <c:pt idx="360">
                  <c:v>0.220731533394</c:v>
                </c:pt>
                <c:pt idx="361">
                  <c:v>0.220768371909</c:v>
                </c:pt>
                <c:pt idx="362">
                  <c:v>0.220804743971</c:v>
                </c:pt>
                <c:pt idx="363">
                  <c:v>0.220840672898</c:v>
                </c:pt>
                <c:pt idx="364">
                  <c:v>0.220876177039</c:v>
                </c:pt>
                <c:pt idx="365">
                  <c:v>0.220911271209</c:v>
                </c:pt>
                <c:pt idx="366">
                  <c:v>0.220945969955</c:v>
                </c:pt>
                <c:pt idx="367">
                  <c:v>0.220980289475</c:v>
                </c:pt>
                <c:pt idx="368">
                  <c:v>0.221014247181</c:v>
                </c:pt>
                <c:pt idx="369">
                  <c:v>0.221047860277</c:v>
                </c:pt>
                <c:pt idx="370">
                  <c:v>0.221081144972</c:v>
                </c:pt>
                <c:pt idx="371">
                  <c:v>0.221114117283</c:v>
                </c:pt>
                <c:pt idx="372">
                  <c:v>0.221146793756</c:v>
                </c:pt>
                <c:pt idx="373">
                  <c:v>0.221179191581</c:v>
                </c:pt>
                <c:pt idx="374">
                  <c:v>0.221211328018</c:v>
                </c:pt>
                <c:pt idx="375">
                  <c:v>0.221243219475</c:v>
                </c:pt>
                <c:pt idx="376">
                  <c:v>0.22127488184</c:v>
                </c:pt>
                <c:pt idx="377">
                  <c:v>0.221306331678</c:v>
                </c:pt>
                <c:pt idx="378">
                  <c:v>0.221337587057</c:v>
                </c:pt>
                <c:pt idx="379">
                  <c:v>0.221368667353</c:v>
                </c:pt>
                <c:pt idx="380">
                  <c:v>0.221399591726</c:v>
                </c:pt>
                <c:pt idx="381">
                  <c:v>0.221430377478</c:v>
                </c:pt>
                <c:pt idx="382">
                  <c:v>0.2214610395</c:v>
                </c:pt>
                <c:pt idx="383">
                  <c:v>0.221491591101</c:v>
                </c:pt>
                <c:pt idx="384">
                  <c:v>0.221522045278</c:v>
                </c:pt>
                <c:pt idx="385">
                  <c:v>0.221552415281</c:v>
                </c:pt>
                <c:pt idx="386">
                  <c:v>0.22158271435</c:v>
                </c:pt>
                <c:pt idx="387">
                  <c:v>0.221612955324</c:v>
                </c:pt>
                <c:pt idx="388">
                  <c:v>0.221643150463</c:v>
                </c:pt>
                <c:pt idx="389">
                  <c:v>0.221673311832</c:v>
                </c:pt>
                <c:pt idx="390">
                  <c:v>0.221703451626</c:v>
                </c:pt>
                <c:pt idx="391">
                  <c:v>0.221733582131</c:v>
                </c:pt>
                <c:pt idx="392">
                  <c:v>0.22176371539</c:v>
                </c:pt>
                <c:pt idx="393">
                  <c:v>0.221793862822</c:v>
                </c:pt>
                <c:pt idx="394">
                  <c:v>0.221824034644</c:v>
                </c:pt>
                <c:pt idx="395">
                  <c:v>0.22185423966</c:v>
                </c:pt>
                <c:pt idx="396">
                  <c:v>0.221884485629</c:v>
                </c:pt>
                <c:pt idx="397">
                  <c:v>0.221914779884</c:v>
                </c:pt>
                <c:pt idx="398">
                  <c:v>0.221945129838</c:v>
                </c:pt>
                <c:pt idx="399">
                  <c:v>0.221975543109</c:v>
                </c:pt>
                <c:pt idx="400">
                  <c:v>0.222006026641</c:v>
                </c:pt>
                <c:pt idx="401">
                  <c:v>0.222036585495</c:v>
                </c:pt>
                <c:pt idx="402">
                  <c:v>0.222067222654</c:v>
                </c:pt>
                <c:pt idx="403">
                  <c:v>0.222097939992</c:v>
                </c:pt>
                <c:pt idx="404">
                  <c:v>0.222128739838</c:v>
                </c:pt>
                <c:pt idx="405">
                  <c:v>0.222159626382</c:v>
                </c:pt>
                <c:pt idx="406">
                  <c:v>0.222190605734</c:v>
                </c:pt>
                <c:pt idx="407">
                  <c:v>0.22222168417</c:v>
                </c:pt>
                <c:pt idx="408">
                  <c:v>0.222252866852</c:v>
                </c:pt>
                <c:pt idx="409">
                  <c:v>0.222284154477</c:v>
                </c:pt>
                <c:pt idx="410">
                  <c:v>0.222315534808</c:v>
                </c:pt>
                <c:pt idx="411">
                  <c:v>0.222346983613</c:v>
                </c:pt>
                <c:pt idx="412">
                  <c:v>0.222378498755</c:v>
                </c:pt>
                <c:pt idx="413">
                  <c:v>0.222410179269</c:v>
                </c:pt>
                <c:pt idx="414">
                  <c:v>0.222442366861</c:v>
                </c:pt>
                <c:pt idx="415">
                  <c:v>0.22247589621</c:v>
                </c:pt>
                <c:pt idx="416">
                  <c:v>0.222512542564</c:v>
                </c:pt>
                <c:pt idx="417">
                  <c:v>0.22255582453</c:v>
                </c:pt>
                <c:pt idx="418">
                  <c:v>0.222612637652</c:v>
                </c:pt>
                <c:pt idx="419">
                  <c:v>0.222696902595</c:v>
                </c:pt>
                <c:pt idx="420">
                  <c:v>0.222832385874</c:v>
                </c:pt>
                <c:pt idx="421">
                  <c:v>0.223030416556</c:v>
                </c:pt>
                <c:pt idx="422">
                  <c:v>0.223294823862</c:v>
                </c:pt>
                <c:pt idx="423">
                  <c:v>0.223624972425</c:v>
                </c:pt>
                <c:pt idx="424">
                  <c:v>0.224018710455</c:v>
                </c:pt>
                <c:pt idx="425">
                  <c:v>0.224476611879</c:v>
                </c:pt>
                <c:pt idx="426">
                  <c:v>0.22500533476</c:v>
                </c:pt>
                <c:pt idx="427">
                  <c:v>0.225617967775</c:v>
                </c:pt>
                <c:pt idx="428">
                  <c:v>0.226331033565</c:v>
                </c:pt>
                <c:pt idx="429">
                  <c:v>0.227160136805</c:v>
                </c:pt>
                <c:pt idx="430">
                  <c:v>0.228116861561</c:v>
                </c:pt>
                <c:pt idx="431">
                  <c:v>0.229206827821</c:v>
                </c:pt>
                <c:pt idx="432">
                  <c:v>0.230429918973</c:v>
                </c:pt>
                <c:pt idx="433">
                  <c:v>0.231780369063</c:v>
                </c:pt>
                <c:pt idx="434">
                  <c:v>0.23324862617</c:v>
                </c:pt>
                <c:pt idx="435">
                  <c:v>0.234824140045</c:v>
                </c:pt>
                <c:pt idx="436">
                  <c:v>0.236498522127</c:v>
                </c:pt>
                <c:pt idx="437">
                  <c:v>0.238266980868</c:v>
                </c:pt>
                <c:pt idx="438">
                  <c:v>0.240127053481</c:v>
                </c:pt>
                <c:pt idx="439">
                  <c:v>0.242075414352</c:v>
                </c:pt>
                <c:pt idx="440">
                  <c:v>0.244106208678</c:v>
                </c:pt>
                <c:pt idx="441">
                  <c:v>0.246211104285</c:v>
                </c:pt>
                <c:pt idx="442">
                  <c:v>0.248382980928</c:v>
                </c:pt>
                <c:pt idx="443">
                  <c:v>0.250618804438</c:v>
                </c:pt>
                <c:pt idx="444">
                  <c:v>0.25292050438</c:v>
                </c:pt>
                <c:pt idx="445">
                  <c:v>0.255292830114</c:v>
                </c:pt>
                <c:pt idx="446">
                  <c:v>0.257740190282</c:v>
                </c:pt>
                <c:pt idx="447">
                  <c:v>0.260264376331</c:v>
                </c:pt>
                <c:pt idx="448">
                  <c:v>0.262864331501</c:v>
                </c:pt>
                <c:pt idx="449">
                  <c:v>0.26553818081</c:v>
                </c:pt>
                <c:pt idx="450">
                  <c:v>0.268285229959</c:v>
                </c:pt>
                <c:pt idx="451">
                  <c:v>0.271107225394</c:v>
                </c:pt>
                <c:pt idx="452">
                  <c:v>0.274008350286</c:v>
                </c:pt>
                <c:pt idx="453">
                  <c:v>0.276994007743</c:v>
                </c:pt>
                <c:pt idx="454">
                  <c:v>0.280069433924</c:v>
                </c:pt>
                <c:pt idx="455">
                  <c:v>0.283238194706</c:v>
                </c:pt>
                <c:pt idx="456">
                  <c:v>0.286501287825</c:v>
                </c:pt>
                <c:pt idx="457">
                  <c:v>0.289856502343</c:v>
                </c:pt>
                <c:pt idx="458">
                  <c:v>0.293299103829</c:v>
                </c:pt>
                <c:pt idx="459">
                  <c:v>0.296822859533</c:v>
                </c:pt>
                <c:pt idx="460">
                  <c:v>0.300420686234</c:v>
                </c:pt>
                <c:pt idx="461">
                  <c:v>0.304084846172</c:v>
                </c:pt>
                <c:pt idx="462">
                  <c:v>0.307806404813</c:v>
                </c:pt>
                <c:pt idx="463">
                  <c:v>0.311574719731</c:v>
                </c:pt>
                <c:pt idx="464">
                  <c:v>0.315376883193</c:v>
                </c:pt>
                <c:pt idx="465">
                  <c:v>0.319197662354</c:v>
                </c:pt>
                <c:pt idx="466">
                  <c:v>0.32302019798</c:v>
                </c:pt>
                <c:pt idx="467">
                  <c:v>0.326827181855</c:v>
                </c:pt>
                <c:pt idx="468">
                  <c:v>0.330601699606</c:v>
                </c:pt>
                <c:pt idx="469">
                  <c:v>0.334327639966</c:v>
                </c:pt>
                <c:pt idx="470">
                  <c:v>0.337989416007</c:v>
                </c:pt>
                <c:pt idx="471">
                  <c:v>0.341571538685</c:v>
                </c:pt>
                <c:pt idx="472">
                  <c:v>0.345058318323</c:v>
                </c:pt>
                <c:pt idx="473">
                  <c:v>0.348433900116</c:v>
                </c:pt>
                <c:pt idx="474">
                  <c:v>0.351682409284</c:v>
                </c:pt>
                <c:pt idx="475">
                  <c:v>0.354788327576</c:v>
                </c:pt>
                <c:pt idx="476">
                  <c:v>0.357736800554</c:v>
                </c:pt>
                <c:pt idx="477">
                  <c:v>0.360514081158</c:v>
                </c:pt>
                <c:pt idx="478">
                  <c:v>0.363107837142</c:v>
                </c:pt>
                <c:pt idx="479">
                  <c:v>0.365507708037</c:v>
                </c:pt>
                <c:pt idx="480">
                  <c:v>0.367705637215</c:v>
                </c:pt>
                <c:pt idx="481">
                  <c:v>0.36969637358</c:v>
                </c:pt>
                <c:pt idx="482">
                  <c:v>0.371477790968</c:v>
                </c:pt>
                <c:pt idx="483">
                  <c:v>0.373051239385</c:v>
                </c:pt>
                <c:pt idx="484">
                  <c:v>0.374421329251</c:v>
                </c:pt>
                <c:pt idx="485">
                  <c:v>0.375595588498</c:v>
                </c:pt>
                <c:pt idx="486">
                  <c:v>0.376583484956</c:v>
                </c:pt>
                <c:pt idx="487">
                  <c:v>0.377395557892</c:v>
                </c:pt>
                <c:pt idx="488">
                  <c:v>0.378042660992</c:v>
                </c:pt>
                <c:pt idx="489">
                  <c:v>0.378535658284</c:v>
                </c:pt>
                <c:pt idx="490">
                  <c:v>0.378885203619</c:v>
                </c:pt>
                <c:pt idx="491">
                  <c:v>0.379101761003</c:v>
                </c:pt>
                <c:pt idx="492">
                  <c:v>0.379195550418</c:v>
                </c:pt>
                <c:pt idx="493">
                  <c:v>0.379176522687</c:v>
                </c:pt>
                <c:pt idx="494">
                  <c:v>0.379054370258</c:v>
                </c:pt>
                <c:pt idx="495">
                  <c:v>0.378838525418</c:v>
                </c:pt>
                <c:pt idx="496">
                  <c:v>0.378538077541</c:v>
                </c:pt>
                <c:pt idx="497">
                  <c:v>0.378161659834</c:v>
                </c:pt>
                <c:pt idx="498">
                  <c:v>0.37771741383</c:v>
                </c:pt>
                <c:pt idx="499">
                  <c:v>0.377212946539</c:v>
                </c:pt>
                <c:pt idx="500">
                  <c:v>0.376655325096</c:v>
                </c:pt>
                <c:pt idx="501">
                  <c:v>0.376051195515</c:v>
                </c:pt>
                <c:pt idx="502">
                  <c:v>0.375406970891</c:v>
                </c:pt>
                <c:pt idx="503">
                  <c:v>0.374728898592</c:v>
                </c:pt>
                <c:pt idx="504">
                  <c:v>0.374022936062</c:v>
                </c:pt>
                <c:pt idx="505">
                  <c:v>0.373294271823</c:v>
                </c:pt>
                <c:pt idx="506">
                  <c:v>0.372547246483</c:v>
                </c:pt>
                <c:pt idx="507">
                  <c:v>0.371785850787</c:v>
                </c:pt>
                <c:pt idx="508">
                  <c:v>0.37101421563</c:v>
                </c:pt>
                <c:pt idx="509">
                  <c:v>0.370236690176</c:v>
                </c:pt>
                <c:pt idx="510">
                  <c:v>0.369457399198</c:v>
                </c:pt>
                <c:pt idx="511">
                  <c:v>0.368679780262</c:v>
                </c:pt>
                <c:pt idx="512">
                  <c:v>0.367906688086</c:v>
                </c:pt>
                <c:pt idx="513">
                  <c:v>0.36714101759</c:v>
                </c:pt>
                <c:pt idx="514">
                  <c:v>0.366385859493</c:v>
                </c:pt>
                <c:pt idx="515">
                  <c:v>0.365644130374</c:v>
                </c:pt>
                <c:pt idx="516">
                  <c:v>0.364918159996</c:v>
                </c:pt>
                <c:pt idx="517">
                  <c:v>0.364208952744</c:v>
                </c:pt>
                <c:pt idx="518">
                  <c:v>0.363516368249</c:v>
                </c:pt>
                <c:pt idx="519">
                  <c:v>0.362840026401</c:v>
                </c:pt>
                <c:pt idx="520">
                  <c:v>0.362180018844</c:v>
                </c:pt>
                <c:pt idx="521">
                  <c:v>0.361537102372</c:v>
                </c:pt>
                <c:pt idx="522">
                  <c:v>0.360912262337</c:v>
                </c:pt>
                <c:pt idx="523">
                  <c:v>0.36030605495</c:v>
                </c:pt>
                <c:pt idx="524">
                  <c:v>0.359718414542</c:v>
                </c:pt>
                <c:pt idx="525">
                  <c:v>0.359148852462</c:v>
                </c:pt>
                <c:pt idx="526">
                  <c:v>0.358596829987</c:v>
                </c:pt>
                <c:pt idx="527">
                  <c:v>0.358061936142</c:v>
                </c:pt>
                <c:pt idx="528">
                  <c:v>0.357543850283</c:v>
                </c:pt>
                <c:pt idx="529">
                  <c:v>0.357042214584</c:v>
                </c:pt>
                <c:pt idx="530">
                  <c:v>0.356556603572</c:v>
                </c:pt>
                <c:pt idx="531">
                  <c:v>0.356086628096</c:v>
                </c:pt>
                <c:pt idx="532">
                  <c:v>0.355631952581</c:v>
                </c:pt>
                <c:pt idx="533">
                  <c:v>0.355192206968</c:v>
                </c:pt>
                <c:pt idx="534">
                  <c:v>0.354766930094</c:v>
                </c:pt>
                <c:pt idx="535">
                  <c:v>0.354355599361</c:v>
                </c:pt>
                <c:pt idx="536">
                  <c:v>0.35395776439</c:v>
                </c:pt>
                <c:pt idx="537">
                  <c:v>0.353573252647</c:v>
                </c:pt>
                <c:pt idx="538">
                  <c:v>0.353202208149</c:v>
                </c:pt>
                <c:pt idx="539">
                  <c:v>0.352845002487</c:v>
                </c:pt>
                <c:pt idx="540">
                  <c:v>0.352502029214</c:v>
                </c:pt>
                <c:pt idx="541">
                  <c:v>0.352173614775</c:v>
                </c:pt>
                <c:pt idx="542">
                  <c:v>0.351860045652</c:v>
                </c:pt>
                <c:pt idx="543">
                  <c:v>0.351561735138</c:v>
                </c:pt>
                <c:pt idx="544">
                  <c:v>0.351279281094</c:v>
                </c:pt>
                <c:pt idx="545">
                  <c:v>0.351013464532</c:v>
                </c:pt>
                <c:pt idx="546">
                  <c:v>0.35076516394</c:v>
                </c:pt>
                <c:pt idx="547">
                  <c:v>0.350535292294</c:v>
                </c:pt>
                <c:pt idx="548">
                  <c:v>0.350324740454</c:v>
                </c:pt>
                <c:pt idx="549">
                  <c:v>0.350134335891</c:v>
                </c:pt>
                <c:pt idx="550">
                  <c:v>0.349964760667</c:v>
                </c:pt>
                <c:pt idx="551">
                  <c:v>0.349816397433</c:v>
                </c:pt>
                <c:pt idx="552">
                  <c:v>0.349689197336</c:v>
                </c:pt>
                <c:pt idx="553">
                  <c:v>0.349582634285</c:v>
                </c:pt>
                <c:pt idx="554">
                  <c:v>0.349495811567</c:v>
                </c:pt>
                <c:pt idx="555">
                  <c:v>0.349427347875</c:v>
                </c:pt>
                <c:pt idx="556">
                  <c:v>0.349374930675</c:v>
                </c:pt>
                <c:pt idx="557">
                  <c:v>0.34933531719</c:v>
                </c:pt>
                <c:pt idx="558">
                  <c:v>0.34930530294</c:v>
                </c:pt>
                <c:pt idx="559">
                  <c:v>0.349282818638</c:v>
                </c:pt>
                <c:pt idx="560">
                  <c:v>0.349255622591</c:v>
                </c:pt>
                <c:pt idx="561">
                  <c:v>0.349254928609</c:v>
                </c:pt>
                <c:pt idx="562">
                  <c:v>0.349274617598</c:v>
                </c:pt>
                <c:pt idx="563">
                  <c:v>0.349302575166</c:v>
                </c:pt>
                <c:pt idx="564">
                  <c:v>0.349318328343</c:v>
                </c:pt>
                <c:pt idx="565">
                  <c:v>0.349292303856</c:v>
                </c:pt>
                <c:pt idx="566">
                  <c:v>0.349199478191</c:v>
                </c:pt>
                <c:pt idx="567">
                  <c:v>0.349025433074</c:v>
                </c:pt>
                <c:pt idx="568">
                  <c:v>0.348770718629</c:v>
                </c:pt>
                <c:pt idx="569">
                  <c:v>0.348450530172</c:v>
                </c:pt>
                <c:pt idx="570">
                  <c:v>0.348084477332</c:v>
                </c:pt>
                <c:pt idx="571">
                  <c:v>0.347672160608</c:v>
                </c:pt>
                <c:pt idx="572">
                  <c:v>0.347215869826</c:v>
                </c:pt>
                <c:pt idx="573">
                  <c:v>0.346720186065</c:v>
                </c:pt>
                <c:pt idx="574">
                  <c:v>0.346189016283</c:v>
                </c:pt>
                <c:pt idx="575">
                  <c:v>0.34562656857</c:v>
                </c:pt>
                <c:pt idx="576">
                  <c:v>0.345038213981</c:v>
                </c:pt>
                <c:pt idx="577">
                  <c:v>0.344429931076</c:v>
                </c:pt>
                <c:pt idx="578">
                  <c:v>0.343807017001</c:v>
                </c:pt>
                <c:pt idx="579">
                  <c:v>0.343173194529</c:v>
                </c:pt>
                <c:pt idx="580">
                  <c:v>0.34253061558</c:v>
                </c:pt>
                <c:pt idx="581">
                  <c:v>0.341880800477</c:v>
                </c:pt>
                <c:pt idx="582">
                  <c:v>0.34122513377</c:v>
                </c:pt>
                <c:pt idx="583">
                  <c:v>0.340565442989</c:v>
                </c:pt>
                <c:pt idx="584">
                  <c:v>0.339904218015</c:v>
                </c:pt>
                <c:pt idx="585">
                  <c:v>0.339244906454</c:v>
                </c:pt>
                <c:pt idx="586">
                  <c:v>0.338591183249</c:v>
                </c:pt>
                <c:pt idx="587">
                  <c:v>0.337945602686</c:v>
                </c:pt>
                <c:pt idx="588">
                  <c:v>0.337309001379</c:v>
                </c:pt>
                <c:pt idx="589">
                  <c:v>0.336681322306</c:v>
                </c:pt>
                <c:pt idx="590">
                  <c:v>0.336062932356</c:v>
                </c:pt>
                <c:pt idx="591">
                  <c:v>0.335455442025</c:v>
                </c:pt>
                <c:pt idx="592">
                  <c:v>0.334861215431</c:v>
                </c:pt>
                <c:pt idx="593">
                  <c:v>0.334282591158</c:v>
                </c:pt>
                <c:pt idx="594">
                  <c:v>0.333720938758</c:v>
                </c:pt>
                <c:pt idx="595">
                  <c:v>0.333176119638</c:v>
                </c:pt>
                <c:pt idx="596">
                  <c:v>0.332646876091</c:v>
                </c:pt>
                <c:pt idx="597">
                  <c:v>0.332131995024</c:v>
                </c:pt>
                <c:pt idx="598">
                  <c:v>0.331631204094</c:v>
                </c:pt>
                <c:pt idx="599">
                  <c:v>0.331145275182</c:v>
                </c:pt>
                <c:pt idx="600">
                  <c:v>0.330675527722</c:v>
                </c:pt>
                <c:pt idx="601">
                  <c:v>0.330223273735</c:v>
                </c:pt>
                <c:pt idx="602">
                  <c:v>0.329789254011</c:v>
                </c:pt>
                <c:pt idx="603">
                  <c:v>0.329373288996</c:v>
                </c:pt>
                <c:pt idx="604">
                  <c:v>0.328974333193</c:v>
                </c:pt>
                <c:pt idx="605">
                  <c:v>0.328590826492</c:v>
                </c:pt>
                <c:pt idx="606">
                  <c:v>0.328221214467</c:v>
                </c:pt>
                <c:pt idx="607">
                  <c:v>0.327864399427</c:v>
                </c:pt>
                <c:pt idx="608">
                  <c:v>0.32751993859</c:v>
                </c:pt>
                <c:pt idx="609">
                  <c:v>0.327187900361</c:v>
                </c:pt>
                <c:pt idx="610">
                  <c:v>0.326868525332</c:v>
                </c:pt>
                <c:pt idx="611">
                  <c:v>0.326561825186</c:v>
                </c:pt>
                <c:pt idx="612">
                  <c:v>0.326267363783</c:v>
                </c:pt>
                <c:pt idx="613">
                  <c:v>0.32598434845</c:v>
                </c:pt>
                <c:pt idx="614">
                  <c:v>0.325712000281</c:v>
                </c:pt>
                <c:pt idx="615">
                  <c:v>0.325449851981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0.999999999999</c:v>
                </c:pt>
                <c:pt idx="22">
                  <c:v>0.999999999998</c:v>
                </c:pt>
                <c:pt idx="23">
                  <c:v>0.999999999991</c:v>
                </c:pt>
                <c:pt idx="24">
                  <c:v>0.999999999966</c:v>
                </c:pt>
                <c:pt idx="25">
                  <c:v>0.999999999885</c:v>
                </c:pt>
                <c:pt idx="26">
                  <c:v>0.999999999645</c:v>
                </c:pt>
                <c:pt idx="27">
                  <c:v>0.999999998985</c:v>
                </c:pt>
                <c:pt idx="28">
                  <c:v>0.999999997275</c:v>
                </c:pt>
                <c:pt idx="29">
                  <c:v>0.999999993089</c:v>
                </c:pt>
                <c:pt idx="30">
                  <c:v>0.999999983379</c:v>
                </c:pt>
                <c:pt idx="31">
                  <c:v>0.999999961999</c:v>
                </c:pt>
                <c:pt idx="32">
                  <c:v>0.999999917191</c:v>
                </c:pt>
                <c:pt idx="33">
                  <c:v>0.99999982744</c:v>
                </c:pt>
                <c:pt idx="34">
                  <c:v>0.99999965475</c:v>
                </c:pt>
                <c:pt idx="35">
                  <c:v>0.999999334209</c:v>
                </c:pt>
                <c:pt idx="36">
                  <c:v>0.999998758799</c:v>
                </c:pt>
                <c:pt idx="37">
                  <c:v>0.999997759048</c:v>
                </c:pt>
                <c:pt idx="38">
                  <c:v>0.99999607772</c:v>
                </c:pt>
                <c:pt idx="39">
                  <c:v>0.999993339065</c:v>
                </c:pt>
                <c:pt idx="40">
                  <c:v>0.999989011707</c:v>
                </c:pt>
                <c:pt idx="41">
                  <c:v>0.99998236279</c:v>
                </c:pt>
                <c:pt idx="42">
                  <c:v>0.999972401722</c:v>
                </c:pt>
                <c:pt idx="43">
                  <c:v>0.999957816204</c:v>
                </c:pt>
                <c:pt idx="44">
                  <c:v>0.999936905253</c:v>
                </c:pt>
                <c:pt idx="45">
                  <c:v>0.999907520809</c:v>
                </c:pt>
                <c:pt idx="46">
                  <c:v>0.999867027555</c:v>
                </c:pt>
                <c:pt idx="47">
                  <c:v>0.999812295655</c:v>
                </c:pt>
                <c:pt idx="48">
                  <c:v>0.999739710819</c:v>
                </c:pt>
                <c:pt idx="49">
                  <c:v>0.999645194525</c:v>
                </c:pt>
                <c:pt idx="50">
                  <c:v>0.99952423273</c:v>
                </c:pt>
                <c:pt idx="51">
                  <c:v>0.999371908878</c:v>
                </c:pt>
                <c:pt idx="52">
                  <c:v>0.999182974166</c:v>
                </c:pt>
                <c:pt idx="53">
                  <c:v>0.998951952512</c:v>
                </c:pt>
                <c:pt idx="54">
                  <c:v>0.99867329312</c:v>
                </c:pt>
                <c:pt idx="55">
                  <c:v>0.99834153714</c:v>
                </c:pt>
                <c:pt idx="56">
                  <c:v>0.997951434707</c:v>
                </c:pt>
                <c:pt idx="57">
                  <c:v>0.997497956952</c:v>
                </c:pt>
                <c:pt idx="58">
                  <c:v>0.996976248267</c:v>
                </c:pt>
                <c:pt idx="59">
                  <c:v>0.996381553249</c:v>
                </c:pt>
                <c:pt idx="60">
                  <c:v>0.995709222368</c:v>
                </c:pt>
                <c:pt idx="61">
                  <c:v>0.994954782989</c:v>
                </c:pt>
                <c:pt idx="62">
                  <c:v>0.994114044432</c:v>
                </c:pt>
                <c:pt idx="63">
                  <c:v>0.993183178795</c:v>
                </c:pt>
                <c:pt idx="64">
                  <c:v>0.992158829705</c:v>
                </c:pt>
                <c:pt idx="65">
                  <c:v>0.991038227933</c:v>
                </c:pt>
                <c:pt idx="66">
                  <c:v>0.989819405742</c:v>
                </c:pt>
                <c:pt idx="67">
                  <c:v>0.988501451394</c:v>
                </c:pt>
                <c:pt idx="68">
                  <c:v>0.98708487521</c:v>
                </c:pt>
                <c:pt idx="69">
                  <c:v>0.985571889575</c:v>
                </c:pt>
                <c:pt idx="70">
                  <c:v>0.983966688409</c:v>
                </c:pt>
                <c:pt idx="71">
                  <c:v>0.982275486834</c:v>
                </c:pt>
                <c:pt idx="72">
                  <c:v>0.980506363268</c:v>
                </c:pt>
                <c:pt idx="73">
                  <c:v>0.97866878958</c:v>
                </c:pt>
                <c:pt idx="74">
                  <c:v>0.976773192794</c:v>
                </c:pt>
                <c:pt idx="75">
                  <c:v>0.974830482039</c:v>
                </c:pt>
                <c:pt idx="76">
                  <c:v>0.972851861919</c:v>
                </c:pt>
                <c:pt idx="77">
                  <c:v>0.970848709587</c:v>
                </c:pt>
                <c:pt idx="78">
                  <c:v>0.968832489275</c:v>
                </c:pt>
                <c:pt idx="79">
                  <c:v>0.966814490032</c:v>
                </c:pt>
                <c:pt idx="80">
                  <c:v>0.964805565786</c:v>
                </c:pt>
                <c:pt idx="81">
                  <c:v>0.962815807573</c:v>
                </c:pt>
                <c:pt idx="82">
                  <c:v>0.960854294352</c:v>
                </c:pt>
                <c:pt idx="83">
                  <c:v>0.958928925995</c:v>
                </c:pt>
                <c:pt idx="84">
                  <c:v>0.957046306911</c:v>
                </c:pt>
                <c:pt idx="85">
                  <c:v>0.955211662635</c:v>
                </c:pt>
                <c:pt idx="86">
                  <c:v>0.953428863788</c:v>
                </c:pt>
                <c:pt idx="87">
                  <c:v>0.951700557506</c:v>
                </c:pt>
                <c:pt idx="88">
                  <c:v>0.950028250282</c:v>
                </c:pt>
                <c:pt idx="89">
                  <c:v>0.948412447055</c:v>
                </c:pt>
                <c:pt idx="90">
                  <c:v>0.946852966372</c:v>
                </c:pt>
                <c:pt idx="91">
                  <c:v>0.945349342743</c:v>
                </c:pt>
                <c:pt idx="92">
                  <c:v>0.94390095743</c:v>
                </c:pt>
                <c:pt idx="93">
                  <c:v>0.942507040218</c:v>
                </c:pt>
                <c:pt idx="94">
                  <c:v>0.941166126245</c:v>
                </c:pt>
                <c:pt idx="95">
                  <c:v>0.939875266528</c:v>
                </c:pt>
                <c:pt idx="96">
                  <c:v>0.938630782147</c:v>
                </c:pt>
                <c:pt idx="97">
                  <c:v>0.937429708807</c:v>
                </c:pt>
                <c:pt idx="98">
                  <c:v>0.936269934443</c:v>
                </c:pt>
                <c:pt idx="99">
                  <c:v>0.935149529163</c:v>
                </c:pt>
                <c:pt idx="100">
                  <c:v>0.934066282952</c:v>
                </c:pt>
                <c:pt idx="101">
                  <c:v>0.933017509557</c:v>
                </c:pt>
                <c:pt idx="102">
                  <c:v>0.932000312362</c:v>
                </c:pt>
                <c:pt idx="103">
                  <c:v>0.931012230544</c:v>
                </c:pt>
                <c:pt idx="104">
                  <c:v>0.930051344509</c:v>
                </c:pt>
                <c:pt idx="105">
                  <c:v>0.929115749469</c:v>
                </c:pt>
                <c:pt idx="106">
                  <c:v>0.928203321346</c:v>
                </c:pt>
                <c:pt idx="107">
                  <c:v>0.927311631685</c:v>
                </c:pt>
                <c:pt idx="108">
                  <c:v>0.926438045382</c:v>
                </c:pt>
                <c:pt idx="109">
                  <c:v>0.925580299713</c:v>
                </c:pt>
                <c:pt idx="110">
                  <c:v>0.924736837695</c:v>
                </c:pt>
                <c:pt idx="111">
                  <c:v>0.923906541671</c:v>
                </c:pt>
                <c:pt idx="112">
                  <c:v>0.923088417302</c:v>
                </c:pt>
                <c:pt idx="113">
                  <c:v>0.922281397527</c:v>
                </c:pt>
                <c:pt idx="114">
                  <c:v>0.921484281908</c:v>
                </c:pt>
                <c:pt idx="115">
                  <c:v>0.920695892983</c:v>
                </c:pt>
                <c:pt idx="116">
                  <c:v>0.919915218972</c:v>
                </c:pt>
                <c:pt idx="117">
                  <c:v>0.919141414832</c:v>
                </c:pt>
                <c:pt idx="118">
                  <c:v>0.91837374108</c:v>
                </c:pt>
                <c:pt idx="119">
                  <c:v>0.917611517711</c:v>
                </c:pt>
                <c:pt idx="120">
                  <c:v>0.916854103164</c:v>
                </c:pt>
                <c:pt idx="121">
                  <c:v>0.916100917055</c:v>
                </c:pt>
                <c:pt idx="122">
                  <c:v>0.915351463306</c:v>
                </c:pt>
                <c:pt idx="123">
                  <c:v>0.914605302567</c:v>
                </c:pt>
                <c:pt idx="124">
                  <c:v>0.913862039359</c:v>
                </c:pt>
                <c:pt idx="125">
                  <c:v>0.913121288157</c:v>
                </c:pt>
                <c:pt idx="126">
                  <c:v>0.912382688392</c:v>
                </c:pt>
                <c:pt idx="127">
                  <c:v>0.911645937956</c:v>
                </c:pt>
                <c:pt idx="128">
                  <c:v>0.910910789261</c:v>
                </c:pt>
                <c:pt idx="129">
                  <c:v>0.910177021772</c:v>
                </c:pt>
                <c:pt idx="130">
                  <c:v>0.909444431507</c:v>
                </c:pt>
                <c:pt idx="131">
                  <c:v>0.908712800609</c:v>
                </c:pt>
                <c:pt idx="132">
                  <c:v>0.90798190711</c:v>
                </c:pt>
                <c:pt idx="133">
                  <c:v>0.907251540094</c:v>
                </c:pt>
                <c:pt idx="134">
                  <c:v>0.906521513868</c:v>
                </c:pt>
                <c:pt idx="135">
                  <c:v>0.90579165432</c:v>
                </c:pt>
                <c:pt idx="136">
                  <c:v>0.905061793485</c:v>
                </c:pt>
                <c:pt idx="137">
                  <c:v>0.904331767629</c:v>
                </c:pt>
                <c:pt idx="138">
                  <c:v>0.903601421122</c:v>
                </c:pt>
                <c:pt idx="139">
                  <c:v>0.90287061137</c:v>
                </c:pt>
                <c:pt idx="140">
                  <c:v>0.902139217476</c:v>
                </c:pt>
                <c:pt idx="141">
                  <c:v>0.90140714396</c:v>
                </c:pt>
                <c:pt idx="142">
                  <c:v>0.900674370868</c:v>
                </c:pt>
                <c:pt idx="143">
                  <c:v>0.899940880007</c:v>
                </c:pt>
                <c:pt idx="144">
                  <c:v>0.899206656152</c:v>
                </c:pt>
                <c:pt idx="145">
                  <c:v>0.898471694345</c:v>
                </c:pt>
                <c:pt idx="146">
                  <c:v>0.897736064097</c:v>
                </c:pt>
                <c:pt idx="147">
                  <c:v>0.896999849468</c:v>
                </c:pt>
                <c:pt idx="148">
                  <c:v>0.896263121361</c:v>
                </c:pt>
                <c:pt idx="149">
                  <c:v>0.895525913637</c:v>
                </c:pt>
                <c:pt idx="150">
                  <c:v>0.894787952319</c:v>
                </c:pt>
                <c:pt idx="151">
                  <c:v>0.894048959133</c:v>
                </c:pt>
                <c:pt idx="152">
                  <c:v>0.893309028827</c:v>
                </c:pt>
                <c:pt idx="153">
                  <c:v>0.892568477779</c:v>
                </c:pt>
                <c:pt idx="154">
                  <c:v>0.891828209709</c:v>
                </c:pt>
                <c:pt idx="155">
                  <c:v>0.891090291201</c:v>
                </c:pt>
                <c:pt idx="156">
                  <c:v>0.890357857818</c:v>
                </c:pt>
                <c:pt idx="157">
                  <c:v>0.889635255129</c:v>
                </c:pt>
                <c:pt idx="158">
                  <c:v>0.888925659151</c:v>
                </c:pt>
                <c:pt idx="159">
                  <c:v>0.888229408786</c:v>
                </c:pt>
                <c:pt idx="160">
                  <c:v>0.887545698597</c:v>
                </c:pt>
                <c:pt idx="161">
                  <c:v>0.886875186281</c:v>
                </c:pt>
                <c:pt idx="162">
                  <c:v>0.886221970639</c:v>
                </c:pt>
                <c:pt idx="163">
                  <c:v>0.885589959535</c:v>
                </c:pt>
                <c:pt idx="164">
                  <c:v>0.884979899883</c:v>
                </c:pt>
                <c:pt idx="165">
                  <c:v>0.884389296465</c:v>
                </c:pt>
                <c:pt idx="166">
                  <c:v>0.883813370022</c:v>
                </c:pt>
                <c:pt idx="167">
                  <c:v>0.883247584708</c:v>
                </c:pt>
                <c:pt idx="168">
                  <c:v>0.882689601198</c:v>
                </c:pt>
                <c:pt idx="169">
                  <c:v>0.882139002644</c:v>
                </c:pt>
                <c:pt idx="170">
                  <c:v>0.881596371064</c:v>
                </c:pt>
                <c:pt idx="171">
                  <c:v>0.881062340044</c:v>
                </c:pt>
                <c:pt idx="172">
                  <c:v>0.880537083257</c:v>
                </c:pt>
                <c:pt idx="173">
                  <c:v>0.880020132497</c:v>
                </c:pt>
                <c:pt idx="174">
                  <c:v>0.879510268291</c:v>
                </c:pt>
                <c:pt idx="175">
                  <c:v>0.879005158439</c:v>
                </c:pt>
                <c:pt idx="176">
                  <c:v>0.878501605321</c:v>
                </c:pt>
                <c:pt idx="177">
                  <c:v>0.877997514182</c:v>
                </c:pt>
                <c:pt idx="178">
                  <c:v>0.877493084123</c:v>
                </c:pt>
                <c:pt idx="179">
                  <c:v>0.876989642827</c:v>
                </c:pt>
                <c:pt idx="180">
                  <c:v>0.876488023077</c:v>
                </c:pt>
                <c:pt idx="181">
                  <c:v>0.875987289067</c:v>
                </c:pt>
                <c:pt idx="182">
                  <c:v>0.875484877631</c:v>
                </c:pt>
                <c:pt idx="183">
                  <c:v>0.87497782426</c:v>
                </c:pt>
                <c:pt idx="184">
                  <c:v>0.874464173899</c:v>
                </c:pt>
                <c:pt idx="185">
                  <c:v>0.87394388486</c:v>
                </c:pt>
                <c:pt idx="186">
                  <c:v>0.873418385412</c:v>
                </c:pt>
                <c:pt idx="187">
                  <c:v>0.87288893166</c:v>
                </c:pt>
                <c:pt idx="188">
                  <c:v>0.872355525069</c:v>
                </c:pt>
                <c:pt idx="189">
                  <c:v>0.871816856283</c:v>
                </c:pt>
                <c:pt idx="190">
                  <c:v>0.871270922468</c:v>
                </c:pt>
                <c:pt idx="191">
                  <c:v>0.870715725012</c:v>
                </c:pt>
                <c:pt idx="192">
                  <c:v>0.870149926478</c:v>
                </c:pt>
                <c:pt idx="193">
                  <c:v>0.86957327106</c:v>
                </c:pt>
                <c:pt idx="194">
                  <c:v>0.868986400901</c:v>
                </c:pt>
                <c:pt idx="195">
                  <c:v>0.868390451846</c:v>
                </c:pt>
                <c:pt idx="196">
                  <c:v>0.867786613559</c:v>
                </c:pt>
                <c:pt idx="197">
                  <c:v>0.867175625954</c:v>
                </c:pt>
                <c:pt idx="198">
                  <c:v>0.866557579426</c:v>
                </c:pt>
                <c:pt idx="199">
                  <c:v>0.865932090555</c:v>
                </c:pt>
                <c:pt idx="200">
                  <c:v>0.865298587628</c:v>
                </c:pt>
                <c:pt idx="201">
                  <c:v>0.864656733515</c:v>
                </c:pt>
                <c:pt idx="202">
                  <c:v>0.864006665355</c:v>
                </c:pt>
                <c:pt idx="203">
                  <c:v>0.863348847294</c:v>
                </c:pt>
                <c:pt idx="204">
                  <c:v>0.8626837619</c:v>
                </c:pt>
                <c:pt idx="205">
                  <c:v>0.862011657821</c:v>
                </c:pt>
                <c:pt idx="206">
                  <c:v>0.861332486786</c:v>
                </c:pt>
                <c:pt idx="207">
                  <c:v>0.860646034815</c:v>
                </c:pt>
                <c:pt idx="208">
                  <c:v>0.859952148627</c:v>
                </c:pt>
                <c:pt idx="209">
                  <c:v>0.859250947641</c:v>
                </c:pt>
                <c:pt idx="210">
                  <c:v>0.858542838567</c:v>
                </c:pt>
                <c:pt idx="211">
                  <c:v>0.857828424577</c:v>
                </c:pt>
                <c:pt idx="212">
                  <c:v>0.857108357182</c:v>
                </c:pt>
                <c:pt idx="213">
                  <c:v>0.85638324663</c:v>
                </c:pt>
                <c:pt idx="214">
                  <c:v>0.855653593491</c:v>
                </c:pt>
                <c:pt idx="215">
                  <c:v>0.854919799956</c:v>
                </c:pt>
                <c:pt idx="216">
                  <c:v>0.854182225949</c:v>
                </c:pt>
                <c:pt idx="217">
                  <c:v>0.853441194681</c:v>
                </c:pt>
                <c:pt idx="218">
                  <c:v>0.852696994774</c:v>
                </c:pt>
                <c:pt idx="219">
                  <c:v>0.851949851677</c:v>
                </c:pt>
                <c:pt idx="220">
                  <c:v>0.851199861295</c:v>
                </c:pt>
                <c:pt idx="221">
                  <c:v>0.850446925122</c:v>
                </c:pt>
                <c:pt idx="222">
                  <c:v>0.849690779582</c:v>
                </c:pt>
                <c:pt idx="223">
                  <c:v>0.848931051219</c:v>
                </c:pt>
                <c:pt idx="224">
                  <c:v>0.848167360408</c:v>
                </c:pt>
                <c:pt idx="225">
                  <c:v>0.847399476166</c:v>
                </c:pt>
                <c:pt idx="226">
                  <c:v>0.84662733138</c:v>
                </c:pt>
                <c:pt idx="227">
                  <c:v>0.845850985658</c:v>
                </c:pt>
                <c:pt idx="228">
                  <c:v>0.845070582885</c:v>
                </c:pt>
                <c:pt idx="229">
                  <c:v>0.84428631702</c:v>
                </c:pt>
                <c:pt idx="230">
                  <c:v>0.843498351093</c:v>
                </c:pt>
                <c:pt idx="231">
                  <c:v>0.842706756935</c:v>
                </c:pt>
                <c:pt idx="232">
                  <c:v>0.841911518946</c:v>
                </c:pt>
                <c:pt idx="233">
                  <c:v>0.841112560749</c:v>
                </c:pt>
                <c:pt idx="234">
                  <c:v>0.840309781077</c:v>
                </c:pt>
                <c:pt idx="235">
                  <c:v>0.839503132383</c:v>
                </c:pt>
                <c:pt idx="236">
                  <c:v>0.838692651123</c:v>
                </c:pt>
                <c:pt idx="237">
                  <c:v>0.837878452363</c:v>
                </c:pt>
                <c:pt idx="238">
                  <c:v>0.837060702508</c:v>
                </c:pt>
                <c:pt idx="239">
                  <c:v>0.836239685964</c:v>
                </c:pt>
                <c:pt idx="240">
                  <c:v>0.835415638706</c:v>
                </c:pt>
                <c:pt idx="241">
                  <c:v>0.834588393548</c:v>
                </c:pt>
                <c:pt idx="242">
                  <c:v>0.833757545242</c:v>
                </c:pt>
                <c:pt idx="243">
                  <c:v>0.832922928514</c:v>
                </c:pt>
                <c:pt idx="244">
                  <c:v>0.832084705715</c:v>
                </c:pt>
                <c:pt idx="245">
                  <c:v>0.831243299385</c:v>
                </c:pt>
                <c:pt idx="246">
                  <c:v>0.830399136713</c:v>
                </c:pt>
                <c:pt idx="247">
                  <c:v>0.829552371775</c:v>
                </c:pt>
                <c:pt idx="248">
                  <c:v>0.828702985556</c:v>
                </c:pt>
                <c:pt idx="249">
                  <c:v>0.827851165177</c:v>
                </c:pt>
                <c:pt idx="250">
                  <c:v>0.826997301159</c:v>
                </c:pt>
                <c:pt idx="251">
                  <c:v>0.826141727146</c:v>
                </c:pt>
                <c:pt idx="252">
                  <c:v>0.825284578892</c:v>
                </c:pt>
                <c:pt idx="253">
                  <c:v>0.824425680684</c:v>
                </c:pt>
                <c:pt idx="254">
                  <c:v>0.823564476814</c:v>
                </c:pt>
                <c:pt idx="255">
                  <c:v>0.822700535076</c:v>
                </c:pt>
                <c:pt idx="256">
                  <c:v>0.821833888433</c:v>
                </c:pt>
                <c:pt idx="257">
                  <c:v>0.820964982254</c:v>
                </c:pt>
                <c:pt idx="258">
                  <c:v>0.820094356064</c:v>
                </c:pt>
                <c:pt idx="259">
                  <c:v>0.819222285739</c:v>
                </c:pt>
                <c:pt idx="260">
                  <c:v>0.818348698043</c:v>
                </c:pt>
                <c:pt idx="261">
                  <c:v>0.817473389165</c:v>
                </c:pt>
                <c:pt idx="262">
                  <c:v>0.816596223371</c:v>
                </c:pt>
                <c:pt idx="263">
                  <c:v>0.815717205696</c:v>
                </c:pt>
                <c:pt idx="264">
                  <c:v>0.81483644268</c:v>
                </c:pt>
                <c:pt idx="265">
                  <c:v>0.813954037656</c:v>
                </c:pt>
                <c:pt idx="266">
                  <c:v>0.813070021283</c:v>
                </c:pt>
                <c:pt idx="267">
                  <c:v>0.812184404772</c:v>
                </c:pt>
                <c:pt idx="268">
                  <c:v>0.811297210343</c:v>
                </c:pt>
                <c:pt idx="269">
                  <c:v>0.810408408491</c:v>
                </c:pt>
                <c:pt idx="270">
                  <c:v>0.809517898453</c:v>
                </c:pt>
                <c:pt idx="271">
                  <c:v>0.80862552543</c:v>
                </c:pt>
                <c:pt idx="272">
                  <c:v>0.807731115433</c:v>
                </c:pt>
                <c:pt idx="273">
                  <c:v>0.806834580524</c:v>
                </c:pt>
                <c:pt idx="274">
                  <c:v>0.805935971674</c:v>
                </c:pt>
                <c:pt idx="275">
                  <c:v>0.805035441224</c:v>
                </c:pt>
                <c:pt idx="276">
                  <c:v>0.804133151025</c:v>
                </c:pt>
                <c:pt idx="277">
                  <c:v>0.803229187646</c:v>
                </c:pt>
                <c:pt idx="278">
                  <c:v>0.802323555469</c:v>
                </c:pt>
                <c:pt idx="279">
                  <c:v>0.801416241686</c:v>
                </c:pt>
                <c:pt idx="280">
                  <c:v>0.800507273078</c:v>
                </c:pt>
                <c:pt idx="281">
                  <c:v>0.799596732495</c:v>
                </c:pt>
                <c:pt idx="282">
                  <c:v>0.79868473278</c:v>
                </c:pt>
                <c:pt idx="283">
                  <c:v>0.797771379434</c:v>
                </c:pt>
                <c:pt idx="284">
                  <c:v>0.796856753907</c:v>
                </c:pt>
                <c:pt idx="285">
                  <c:v>0.795940926947</c:v>
                </c:pt>
                <c:pt idx="286">
                  <c:v>0.795023964452</c:v>
                </c:pt>
                <c:pt idx="287">
                  <c:v>0.794105925549</c:v>
                </c:pt>
                <c:pt idx="288">
                  <c:v>0.793186860814</c:v>
                </c:pt>
                <c:pt idx="289">
                  <c:v>0.792266805293</c:v>
                </c:pt>
                <c:pt idx="290">
                  <c:v>0.791345791086</c:v>
                </c:pt>
                <c:pt idx="291">
                  <c:v>0.790423886574</c:v>
                </c:pt>
                <c:pt idx="292">
                  <c:v>0.789501201204</c:v>
                </c:pt>
                <c:pt idx="293">
                  <c:v>0.788577859082</c:v>
                </c:pt>
                <c:pt idx="294">
                  <c:v>0.787653966843</c:v>
                </c:pt>
                <c:pt idx="295">
                  <c:v>0.786729583028</c:v>
                </c:pt>
                <c:pt idx="296">
                  <c:v>0.785804725064</c:v>
                </c:pt>
                <c:pt idx="297">
                  <c:v>0.784879409441</c:v>
                </c:pt>
                <c:pt idx="298">
                  <c:v>0.783953669245</c:v>
                </c:pt>
                <c:pt idx="299">
                  <c:v>0.783027547436</c:v>
                </c:pt>
                <c:pt idx="300">
                  <c:v>0.782101083983</c:v>
                </c:pt>
                <c:pt idx="301">
                  <c:v>0.781174303063</c:v>
                </c:pt>
                <c:pt idx="302">
                  <c:v>0.780247216471</c:v>
                </c:pt>
                <c:pt idx="303">
                  <c:v>0.779319848068</c:v>
                </c:pt>
                <c:pt idx="304">
                  <c:v>0.778392245139</c:v>
                </c:pt>
                <c:pt idx="305">
                  <c:v>0.777464469385</c:v>
                </c:pt>
                <c:pt idx="306">
                  <c:v>0.776536586454</c:v>
                </c:pt>
                <c:pt idx="307">
                  <c:v>0.775608656489</c:v>
                </c:pt>
                <c:pt idx="308">
                  <c:v>0.774680734358</c:v>
                </c:pt>
                <c:pt idx="309">
                  <c:v>0.773752898391</c:v>
                </c:pt>
                <c:pt idx="310">
                  <c:v>0.772825238433</c:v>
                </c:pt>
                <c:pt idx="311">
                  <c:v>0.771897825262</c:v>
                </c:pt>
                <c:pt idx="312">
                  <c:v>0.770970721119</c:v>
                </c:pt>
                <c:pt idx="313">
                  <c:v>0.770043985571</c:v>
                </c:pt>
                <c:pt idx="314">
                  <c:v>0.769117669513</c:v>
                </c:pt>
                <c:pt idx="315">
                  <c:v>0.768191824354</c:v>
                </c:pt>
                <c:pt idx="316">
                  <c:v>0.767266509333</c:v>
                </c:pt>
                <c:pt idx="317">
                  <c:v>0.766341757319</c:v>
                </c:pt>
                <c:pt idx="318">
                  <c:v>0.765417581832</c:v>
                </c:pt>
                <c:pt idx="319">
                  <c:v>0.764494028562</c:v>
                </c:pt>
                <c:pt idx="320">
                  <c:v>0.763571185562</c:v>
                </c:pt>
                <c:pt idx="321">
                  <c:v>0.762649159714</c:v>
                </c:pt>
                <c:pt idx="322">
                  <c:v>0.761728044574</c:v>
                </c:pt>
                <c:pt idx="323">
                  <c:v>0.760807850309</c:v>
                </c:pt>
                <c:pt idx="324">
                  <c:v>0.759888527153</c:v>
                </c:pt>
                <c:pt idx="325">
                  <c:v>0.758970072057</c:v>
                </c:pt>
                <c:pt idx="326">
                  <c:v>0.758052562002</c:v>
                </c:pt>
                <c:pt idx="327">
                  <c:v>0.757136111187</c:v>
                </c:pt>
                <c:pt idx="328">
                  <c:v>0.756220813695</c:v>
                </c:pt>
                <c:pt idx="329">
                  <c:v>0.755306681163</c:v>
                </c:pt>
                <c:pt idx="330">
                  <c:v>0.754393660408</c:v>
                </c:pt>
                <c:pt idx="331">
                  <c:v>0.753481727384</c:v>
                </c:pt>
                <c:pt idx="332">
                  <c:v>0.752570926923</c:v>
                </c:pt>
                <c:pt idx="333">
                  <c:v>0.751661343088</c:v>
                </c:pt>
                <c:pt idx="334">
                  <c:v>0.750753061245</c:v>
                </c:pt>
                <c:pt idx="335">
                  <c:v>0.749846107829</c:v>
                </c:pt>
                <c:pt idx="336">
                  <c:v>0.748940438404</c:v>
                </c:pt>
                <c:pt idx="337">
                  <c:v>0.74803600958</c:v>
                </c:pt>
                <c:pt idx="338">
                  <c:v>0.747132833285</c:v>
                </c:pt>
                <c:pt idx="339">
                  <c:v>0.746230983002</c:v>
                </c:pt>
                <c:pt idx="340">
                  <c:v>0.745330566798</c:v>
                </c:pt>
                <c:pt idx="341">
                  <c:v>0.744431656874</c:v>
                </c:pt>
                <c:pt idx="342">
                  <c:v>0.743534252591</c:v>
                </c:pt>
                <c:pt idx="343">
                  <c:v>0.742638309517</c:v>
                </c:pt>
                <c:pt idx="344">
                  <c:v>0.741743785042</c:v>
                </c:pt>
                <c:pt idx="345">
                  <c:v>0.740850670086</c:v>
                </c:pt>
                <c:pt idx="346">
                  <c:v>0.739958989287</c:v>
                </c:pt>
                <c:pt idx="347">
                  <c:v>0.739068772607</c:v>
                </c:pt>
                <c:pt idx="348">
                  <c:v>0.738180033678</c:v>
                </c:pt>
                <c:pt idx="349">
                  <c:v>0.737292766452</c:v>
                </c:pt>
                <c:pt idx="350">
                  <c:v>0.736406955107</c:v>
                </c:pt>
                <c:pt idx="351">
                  <c:v>0.735522586722</c:v>
                </c:pt>
                <c:pt idx="352">
                  <c:v>0.734639657505</c:v>
                </c:pt>
                <c:pt idx="353">
                  <c:v>0.733758165365</c:v>
                </c:pt>
                <c:pt idx="354">
                  <c:v>0.732878101734</c:v>
                </c:pt>
                <c:pt idx="355">
                  <c:v>0.731999454318</c:v>
                </c:pt>
                <c:pt idx="356">
                  <c:v>0.731122211649</c:v>
                </c:pt>
                <c:pt idx="357">
                  <c:v>0.730246369369</c:v>
                </c:pt>
                <c:pt idx="358">
                  <c:v>0.729371927827</c:v>
                </c:pt>
                <c:pt idx="359">
                  <c:v>0.72849888204</c:v>
                </c:pt>
                <c:pt idx="360">
                  <c:v>0.727627216601</c:v>
                </c:pt>
                <c:pt idx="361">
                  <c:v>0.726756903354</c:v>
                </c:pt>
                <c:pt idx="362">
                  <c:v>0.725887908203</c:v>
                </c:pt>
                <c:pt idx="363">
                  <c:v>0.725020202521</c:v>
                </c:pt>
                <c:pt idx="364">
                  <c:v>0.724153766613</c:v>
                </c:pt>
                <c:pt idx="365">
                  <c:v>0.7232885867</c:v>
                </c:pt>
                <c:pt idx="366">
                  <c:v>0.722424650045</c:v>
                </c:pt>
                <c:pt idx="367">
                  <c:v>0.721561939926</c:v>
                </c:pt>
                <c:pt idx="368">
                  <c:v>0.720700436057</c:v>
                </c:pt>
                <c:pt idx="369">
                  <c:v>0.719840118702</c:v>
                </c:pt>
                <c:pt idx="370">
                  <c:v>0.718980969525</c:v>
                </c:pt>
                <c:pt idx="371">
                  <c:v>0.718122968475</c:v>
                </c:pt>
                <c:pt idx="372">
                  <c:v>0.71726609441</c:v>
                </c:pt>
                <c:pt idx="373">
                  <c:v>0.716410326363</c:v>
                </c:pt>
                <c:pt idx="374">
                  <c:v>0.715555642498</c:v>
                </c:pt>
                <c:pt idx="375">
                  <c:v>0.714702024037</c:v>
                </c:pt>
                <c:pt idx="376">
                  <c:v>0.713849454891</c:v>
                </c:pt>
                <c:pt idx="377">
                  <c:v>0.712997916732</c:v>
                </c:pt>
                <c:pt idx="378">
                  <c:v>0.712147386813</c:v>
                </c:pt>
                <c:pt idx="379">
                  <c:v>0.711297838168</c:v>
                </c:pt>
                <c:pt idx="380">
                  <c:v>0.71044924277</c:v>
                </c:pt>
                <c:pt idx="381">
                  <c:v>0.709601577679</c:v>
                </c:pt>
                <c:pt idx="382">
                  <c:v>0.708754826522</c:v>
                </c:pt>
                <c:pt idx="383">
                  <c:v>0.707908975583</c:v>
                </c:pt>
                <c:pt idx="384">
                  <c:v>0.707064011179</c:v>
                </c:pt>
                <c:pt idx="385">
                  <c:v>0.70621991806</c:v>
                </c:pt>
                <c:pt idx="386">
                  <c:v>0.705376680066</c:v>
                </c:pt>
                <c:pt idx="387">
                  <c:v>0.704534282557</c:v>
                </c:pt>
                <c:pt idx="388">
                  <c:v>0.703692712907</c:v>
                </c:pt>
                <c:pt idx="389">
                  <c:v>0.702851957708</c:v>
                </c:pt>
                <c:pt idx="390">
                  <c:v>0.702012001958</c:v>
                </c:pt>
                <c:pt idx="391">
                  <c:v>0.7011728306</c:v>
                </c:pt>
                <c:pt idx="392">
                  <c:v>0.700334429312</c:v>
                </c:pt>
                <c:pt idx="393">
                  <c:v>0.699496785035</c:v>
                </c:pt>
                <c:pt idx="394">
                  <c:v>0.69865988719</c:v>
                </c:pt>
                <c:pt idx="395">
                  <c:v>0.697823726336</c:v>
                </c:pt>
                <c:pt idx="396">
                  <c:v>0.696988294109</c:v>
                </c:pt>
                <c:pt idx="397">
                  <c:v>0.696153585887</c:v>
                </c:pt>
                <c:pt idx="398">
                  <c:v>0.695319599068</c:v>
                </c:pt>
                <c:pt idx="399">
                  <c:v>0.694486328804</c:v>
                </c:pt>
                <c:pt idx="400">
                  <c:v>0.693653769688</c:v>
                </c:pt>
                <c:pt idx="401">
                  <c:v>0.692821918755</c:v>
                </c:pt>
                <c:pt idx="402">
                  <c:v>0.69199077779</c:v>
                </c:pt>
                <c:pt idx="403">
                  <c:v>0.691160356696</c:v>
                </c:pt>
                <c:pt idx="404">
                  <c:v>0.690330668297</c:v>
                </c:pt>
                <c:pt idx="405">
                  <c:v>0.689501717048</c:v>
                </c:pt>
                <c:pt idx="406">
                  <c:v>0.688673498334</c:v>
                </c:pt>
                <c:pt idx="407">
                  <c:v>0.687846002013</c:v>
                </c:pt>
                <c:pt idx="408">
                  <c:v>0.687019220021</c:v>
                </c:pt>
                <c:pt idx="409">
                  <c:v>0.686193190798</c:v>
                </c:pt>
                <c:pt idx="410">
                  <c:v>0.685368030028</c:v>
                </c:pt>
                <c:pt idx="411">
                  <c:v>0.684543870531</c:v>
                </c:pt>
                <c:pt idx="412">
                  <c:v>0.6837207177</c:v>
                </c:pt>
                <c:pt idx="413">
                  <c:v>0.682898274589</c:v>
                </c:pt>
                <c:pt idx="414">
                  <c:v>0.682075663111</c:v>
                </c:pt>
                <c:pt idx="415">
                  <c:v>0.681250821936</c:v>
                </c:pt>
                <c:pt idx="416">
                  <c:v>0.680419690712</c:v>
                </c:pt>
                <c:pt idx="417">
                  <c:v>0.679575409389</c:v>
                </c:pt>
                <c:pt idx="418">
                  <c:v>0.678707521461</c:v>
                </c:pt>
                <c:pt idx="419">
                  <c:v>0.67779990736</c:v>
                </c:pt>
                <c:pt idx="420">
                  <c:v>0.676826189862</c:v>
                </c:pt>
                <c:pt idx="421">
                  <c:v>0.67576206337</c:v>
                </c:pt>
                <c:pt idx="422">
                  <c:v>0.674594884618</c:v>
                </c:pt>
                <c:pt idx="423">
                  <c:v>0.673327228445</c:v>
                </c:pt>
                <c:pt idx="424">
                  <c:v>0.671969987005</c:v>
                </c:pt>
                <c:pt idx="425">
                  <c:v>0.670532182519</c:v>
                </c:pt>
                <c:pt idx="426">
                  <c:v>0.669014191971</c:v>
                </c:pt>
                <c:pt idx="427">
                  <c:v>0.667408099861</c:v>
                </c:pt>
                <c:pt idx="428">
                  <c:v>0.665702423071</c:v>
                </c:pt>
                <c:pt idx="429">
                  <c:v>0.663888351743</c:v>
                </c:pt>
                <c:pt idx="430">
                  <c:v>0.661963642326</c:v>
                </c:pt>
                <c:pt idx="431">
                  <c:v>0.659934181056</c:v>
                </c:pt>
                <c:pt idx="432">
                  <c:v>0.657813334314</c:v>
                </c:pt>
                <c:pt idx="433">
                  <c:v>0.655621663229</c:v>
                </c:pt>
                <c:pt idx="434">
                  <c:v>0.653384498145</c:v>
                </c:pt>
                <c:pt idx="435">
                  <c:v>0.651127965312</c:v>
                </c:pt>
                <c:pt idx="436">
                  <c:v>0.648875294205</c:v>
                </c:pt>
                <c:pt idx="437">
                  <c:v>0.646645437727</c:v>
                </c:pt>
                <c:pt idx="438">
                  <c:v>0.644454127279</c:v>
                </c:pt>
                <c:pt idx="439">
                  <c:v>0.642316156467</c:v>
                </c:pt>
                <c:pt idx="440">
                  <c:v>0.64024557601</c:v>
                </c:pt>
                <c:pt idx="441">
                  <c:v>0.638254356484</c:v>
                </c:pt>
                <c:pt idx="442">
                  <c:v>0.63634965395</c:v>
                </c:pt>
                <c:pt idx="443">
                  <c:v>0.634532826554</c:v>
                </c:pt>
                <c:pt idx="444">
                  <c:v>0.632800512508</c:v>
                </c:pt>
                <c:pt idx="445">
                  <c:v>0.631146997574</c:v>
                </c:pt>
                <c:pt idx="446">
                  <c:v>0.629566129585</c:v>
                </c:pt>
                <c:pt idx="447">
                  <c:v>0.628052083991</c:v>
                </c:pt>
                <c:pt idx="448">
                  <c:v>0.626599163974</c:v>
                </c:pt>
                <c:pt idx="449">
                  <c:v>0.625201114266</c:v>
                </c:pt>
                <c:pt idx="450">
                  <c:v>0.62385089632</c:v>
                </c:pt>
                <c:pt idx="451">
                  <c:v>0.62254098115</c:v>
                </c:pt>
                <c:pt idx="452">
                  <c:v>0.621263824237</c:v>
                </c:pt>
                <c:pt idx="453">
                  <c:v>0.620012385246</c:v>
                </c:pt>
                <c:pt idx="454">
                  <c:v>0.618780502163</c:v>
                </c:pt>
                <c:pt idx="455">
                  <c:v>0.617563108802</c:v>
                </c:pt>
                <c:pt idx="456">
                  <c:v>0.616356295125</c:v>
                </c:pt>
                <c:pt idx="457">
                  <c:v>0.615157362845</c:v>
                </c:pt>
                <c:pt idx="458">
                  <c:v>0.613964730226</c:v>
                </c:pt>
                <c:pt idx="459">
                  <c:v>0.61277782754</c:v>
                </c:pt>
                <c:pt idx="460">
                  <c:v>0.611597143908</c:v>
                </c:pt>
                <c:pt idx="461">
                  <c:v>0.610424352187</c:v>
                </c:pt>
                <c:pt idx="462">
                  <c:v>0.609262515867</c:v>
                </c:pt>
                <c:pt idx="463">
                  <c:v>0.608116327502</c:v>
                </c:pt>
                <c:pt idx="464">
                  <c:v>0.606992351593</c:v>
                </c:pt>
                <c:pt idx="465">
                  <c:v>0.605899202406</c:v>
                </c:pt>
                <c:pt idx="466">
                  <c:v>0.604847653812</c:v>
                </c:pt>
                <c:pt idx="467">
                  <c:v>0.603850739029</c:v>
                </c:pt>
                <c:pt idx="468">
                  <c:v>0.602923950143</c:v>
                </c:pt>
                <c:pt idx="469">
                  <c:v>0.602085545375</c:v>
                </c:pt>
                <c:pt idx="470">
                  <c:v>0.601356893224</c:v>
                </c:pt>
                <c:pt idx="471">
                  <c:v>0.60076271748</c:v>
                </c:pt>
                <c:pt idx="472">
                  <c:v>0.600331128911</c:v>
                </c:pt>
                <c:pt idx="473">
                  <c:v>0.600093398053</c:v>
                </c:pt>
                <c:pt idx="474">
                  <c:v>0.600083421418</c:v>
                </c:pt>
                <c:pt idx="475">
                  <c:v>0.600336868338</c:v>
                </c:pt>
                <c:pt idx="476">
                  <c:v>0.600889899938</c:v>
                </c:pt>
                <c:pt idx="477">
                  <c:v>0.601777517392</c:v>
                </c:pt>
                <c:pt idx="478">
                  <c:v>0.603031480478</c:v>
                </c:pt>
                <c:pt idx="479">
                  <c:v>0.604678172813</c:v>
                </c:pt>
                <c:pt idx="480">
                  <c:v>0.606736441625</c:v>
                </c:pt>
                <c:pt idx="481">
                  <c:v>0.609216066712</c:v>
                </c:pt>
                <c:pt idx="482">
                  <c:v>0.612117005354</c:v>
                </c:pt>
                <c:pt idx="483">
                  <c:v>0.615429892779</c:v>
                </c:pt>
                <c:pt idx="484">
                  <c:v>0.619137072533</c:v>
                </c:pt>
                <c:pt idx="485">
                  <c:v>0.623214225058</c:v>
                </c:pt>
                <c:pt idx="486">
                  <c:v>0.627631432001</c:v>
                </c:pt>
                <c:pt idx="487">
                  <c:v>0.632354083468</c:v>
                </c:pt>
                <c:pt idx="488">
                  <c:v>0.637343515761</c:v>
                </c:pt>
                <c:pt idx="489">
                  <c:v>0.642558110456</c:v>
                </c:pt>
                <c:pt idx="490">
                  <c:v>0.647954359988</c:v>
                </c:pt>
                <c:pt idx="491">
                  <c:v>0.653488271417</c:v>
                </c:pt>
                <c:pt idx="492">
                  <c:v>0.659116557337</c:v>
                </c:pt>
                <c:pt idx="493">
                  <c:v>0.664797636746</c:v>
                </c:pt>
                <c:pt idx="494">
                  <c:v>0.67049253943</c:v>
                </c:pt>
                <c:pt idx="495">
                  <c:v>0.676165764123</c:v>
                </c:pt>
                <c:pt idx="496">
                  <c:v>0.681785749023</c:v>
                </c:pt>
                <c:pt idx="497">
                  <c:v>0.687324892807</c:v>
                </c:pt>
                <c:pt idx="498">
                  <c:v>0.692759812604</c:v>
                </c:pt>
                <c:pt idx="499">
                  <c:v>0.698071229098</c:v>
                </c:pt>
                <c:pt idx="500">
                  <c:v>0.703242770685</c:v>
                </c:pt>
                <c:pt idx="501">
                  <c:v>0.708258967852</c:v>
                </c:pt>
                <c:pt idx="502">
                  <c:v>0.713104431374</c:v>
                </c:pt>
                <c:pt idx="503">
                  <c:v>0.71776365834</c:v>
                </c:pt>
                <c:pt idx="504">
                  <c:v>0.72222530654</c:v>
                </c:pt>
                <c:pt idx="505">
                  <c:v>0.726488512258</c:v>
                </c:pt>
                <c:pt idx="506">
                  <c:v>0.730558485192</c:v>
                </c:pt>
                <c:pt idx="507">
                  <c:v>0.734437246262</c:v>
                </c:pt>
                <c:pt idx="508">
                  <c:v>0.738121671017</c:v>
                </c:pt>
                <c:pt idx="509">
                  <c:v>0.741607168135</c:v>
                </c:pt>
                <c:pt idx="510">
                  <c:v>0.744891756607</c:v>
                </c:pt>
                <c:pt idx="511">
                  <c:v>0.747978508681</c:v>
                </c:pt>
                <c:pt idx="512">
                  <c:v>0.750873623857</c:v>
                </c:pt>
                <c:pt idx="513">
                  <c:v>0.753580866779</c:v>
                </c:pt>
                <c:pt idx="514">
                  <c:v>0.75610030742</c:v>
                </c:pt>
                <c:pt idx="515">
                  <c:v>0.758432529595</c:v>
                </c:pt>
                <c:pt idx="516">
                  <c:v>0.760581697662</c:v>
                </c:pt>
                <c:pt idx="517">
                  <c:v>0.762557797845</c:v>
                </c:pt>
                <c:pt idx="518">
                  <c:v>0.764375171457</c:v>
                </c:pt>
                <c:pt idx="519">
                  <c:v>0.766046778117</c:v>
                </c:pt>
                <c:pt idx="520">
                  <c:v>0.767579994476</c:v>
                </c:pt>
                <c:pt idx="521">
                  <c:v>0.768978072643</c:v>
                </c:pt>
                <c:pt idx="522">
                  <c:v>0.770243368516</c:v>
                </c:pt>
                <c:pt idx="523">
                  <c:v>0.771380310883</c:v>
                </c:pt>
                <c:pt idx="524">
                  <c:v>0.772396288874</c:v>
                </c:pt>
                <c:pt idx="525">
                  <c:v>0.773299879316</c:v>
                </c:pt>
                <c:pt idx="526">
                  <c:v>0.774098791474</c:v>
                </c:pt>
                <c:pt idx="527">
                  <c:v>0.774799386562</c:v>
                </c:pt>
                <c:pt idx="528">
                  <c:v>0.775407180766</c:v>
                </c:pt>
                <c:pt idx="529">
                  <c:v>0.775927484274</c:v>
                </c:pt>
                <c:pt idx="530">
                  <c:v>0.776365635459</c:v>
                </c:pt>
                <c:pt idx="531">
                  <c:v>0.776726537858</c:v>
                </c:pt>
                <c:pt idx="532">
                  <c:v>0.777014421763</c:v>
                </c:pt>
                <c:pt idx="533">
                  <c:v>0.777233101847</c:v>
                </c:pt>
                <c:pt idx="534">
                  <c:v>0.777386564252</c:v>
                </c:pt>
                <c:pt idx="535">
                  <c:v>0.777479293526</c:v>
                </c:pt>
                <c:pt idx="536">
                  <c:v>0.777515178795</c:v>
                </c:pt>
                <c:pt idx="537">
                  <c:v>0.777496715768</c:v>
                </c:pt>
                <c:pt idx="538">
                  <c:v>0.77742517835</c:v>
                </c:pt>
                <c:pt idx="539">
                  <c:v>0.777301146245</c:v>
                </c:pt>
                <c:pt idx="540">
                  <c:v>0.777125217351</c:v>
                </c:pt>
                <c:pt idx="541">
                  <c:v>0.776898306784</c:v>
                </c:pt>
                <c:pt idx="542">
                  <c:v>0.776621481245</c:v>
                </c:pt>
                <c:pt idx="543">
                  <c:v>0.776295419898</c:v>
                </c:pt>
                <c:pt idx="544">
                  <c:v>0.775920146861</c:v>
                </c:pt>
                <c:pt idx="545">
                  <c:v>0.775495171765</c:v>
                </c:pt>
                <c:pt idx="546">
                  <c:v>0.775019715769</c:v>
                </c:pt>
                <c:pt idx="547">
                  <c:v>0.7744928383</c:v>
                </c:pt>
                <c:pt idx="548">
                  <c:v>0.773913468684</c:v>
                </c:pt>
                <c:pt idx="549">
                  <c:v>0.773280679962</c:v>
                </c:pt>
                <c:pt idx="550">
                  <c:v>0.772592726587</c:v>
                </c:pt>
                <c:pt idx="551">
                  <c:v>0.771847918121</c:v>
                </c:pt>
                <c:pt idx="552">
                  <c:v>0.771045087957</c:v>
                </c:pt>
                <c:pt idx="553">
                  <c:v>0.770182494616</c:v>
                </c:pt>
                <c:pt idx="554">
                  <c:v>0.769258681413</c:v>
                </c:pt>
                <c:pt idx="555">
                  <c:v>0.768272714201</c:v>
                </c:pt>
                <c:pt idx="556">
                  <c:v>0.767225033285</c:v>
                </c:pt>
                <c:pt idx="557">
                  <c:v>0.766118157261</c:v>
                </c:pt>
                <c:pt idx="558">
                  <c:v>0.76495618547</c:v>
                </c:pt>
                <c:pt idx="559">
                  <c:v>0.763748270871</c:v>
                </c:pt>
                <c:pt idx="560">
                  <c:v>0.762508181257</c:v>
                </c:pt>
                <c:pt idx="561">
                  <c:v>0.761246114295</c:v>
                </c:pt>
                <c:pt idx="562">
                  <c:v>0.759965309589</c:v>
                </c:pt>
                <c:pt idx="563">
                  <c:v>0.75867174224</c:v>
                </c:pt>
                <c:pt idx="564">
                  <c:v>0.757379789401</c:v>
                </c:pt>
                <c:pt idx="565">
                  <c:v>0.756118280413</c:v>
                </c:pt>
                <c:pt idx="566">
                  <c:v>0.75492498702</c:v>
                </c:pt>
                <c:pt idx="567">
                  <c:v>0.753833712628</c:v>
                </c:pt>
                <c:pt idx="568">
                  <c:v>0.752878675577</c:v>
                </c:pt>
                <c:pt idx="569">
                  <c:v>0.752078937999</c:v>
                </c:pt>
                <c:pt idx="570">
                  <c:v>0.751425101981</c:v>
                </c:pt>
                <c:pt idx="571">
                  <c:v>0.750882548361</c:v>
                </c:pt>
                <c:pt idx="572">
                  <c:v>0.750410142341</c:v>
                </c:pt>
                <c:pt idx="573">
                  <c:v>0.749987939166</c:v>
                </c:pt>
                <c:pt idx="574">
                  <c:v>0.749615516156</c:v>
                </c:pt>
                <c:pt idx="575">
                  <c:v>0.749296613866</c:v>
                </c:pt>
                <c:pt idx="576">
                  <c:v>0.749030892869</c:v>
                </c:pt>
                <c:pt idx="577">
                  <c:v>0.748811508311</c:v>
                </c:pt>
                <c:pt idx="578">
                  <c:v>0.74862838466</c:v>
                </c:pt>
                <c:pt idx="579">
                  <c:v>0.748472982354</c:v>
                </c:pt>
                <c:pt idx="580">
                  <c:v>0.748339570403</c:v>
                </c:pt>
                <c:pt idx="581">
                  <c:v>0.74822457953</c:v>
                </c:pt>
                <c:pt idx="582">
                  <c:v>0.748125883757</c:v>
                </c:pt>
                <c:pt idx="583">
                  <c:v>0.748041452925</c:v>
                </c:pt>
                <c:pt idx="584">
                  <c:v>0.747968792162</c:v>
                </c:pt>
                <c:pt idx="585">
                  <c:v>0.747904003783</c:v>
                </c:pt>
                <c:pt idx="586">
                  <c:v>0.747842045585</c:v>
                </c:pt>
                <c:pt idx="587">
                  <c:v>0.747778751519</c:v>
                </c:pt>
                <c:pt idx="588">
                  <c:v>0.747712587984</c:v>
                </c:pt>
                <c:pt idx="589">
                  <c:v>0.747643830465</c:v>
                </c:pt>
                <c:pt idx="590">
                  <c:v>0.747572442704</c:v>
                </c:pt>
                <c:pt idx="591">
                  <c:v>0.747496173302</c:v>
                </c:pt>
                <c:pt idx="592">
                  <c:v>0.747410708843</c:v>
                </c:pt>
                <c:pt idx="593">
                  <c:v>0.747311174022</c:v>
                </c:pt>
                <c:pt idx="594">
                  <c:v>0.747194180192</c:v>
                </c:pt>
                <c:pt idx="595">
                  <c:v>0.747059071261</c:v>
                </c:pt>
                <c:pt idx="596">
                  <c:v>0.74690727049</c:v>
                </c:pt>
                <c:pt idx="597">
                  <c:v>0.746740058562</c:v>
                </c:pt>
                <c:pt idx="598">
                  <c:v>0.74655703946</c:v>
                </c:pt>
                <c:pt idx="599">
                  <c:v>0.746356133459</c:v>
                </c:pt>
                <c:pt idx="600">
                  <c:v>0.746134529191</c:v>
                </c:pt>
                <c:pt idx="601">
                  <c:v>0.745889641689</c:v>
                </c:pt>
                <c:pt idx="602">
                  <c:v>0.74561996631</c:v>
                </c:pt>
                <c:pt idx="603">
                  <c:v>0.745325526351</c:v>
                </c:pt>
                <c:pt idx="604">
                  <c:v>0.7450075446</c:v>
                </c:pt>
                <c:pt idx="605">
                  <c:v>0.744667832792</c:v>
                </c:pt>
                <c:pt idx="606">
                  <c:v>0.744308192382</c:v>
                </c:pt>
                <c:pt idx="607">
                  <c:v>0.743929831489</c:v>
                </c:pt>
                <c:pt idx="608">
                  <c:v>0.743533165287</c:v>
                </c:pt>
                <c:pt idx="609">
                  <c:v>0.74311809442</c:v>
                </c:pt>
                <c:pt idx="610">
                  <c:v>0.742684397333</c:v>
                </c:pt>
                <c:pt idx="611">
                  <c:v>0.742232196478</c:v>
                </c:pt>
                <c:pt idx="612">
                  <c:v>0.741762191671</c:v>
                </c:pt>
                <c:pt idx="613">
                  <c:v>0.741275447713</c:v>
                </c:pt>
                <c:pt idx="614">
                  <c:v>0.740772993539</c:v>
                </c:pt>
                <c:pt idx="615">
                  <c:v>0.740255568864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0.999999999998</c:v>
                </c:pt>
                <c:pt idx="16">
                  <c:v>0.999999999992</c:v>
                </c:pt>
                <c:pt idx="17">
                  <c:v>0.999999999968</c:v>
                </c:pt>
                <c:pt idx="18">
                  <c:v>0.999999999879</c:v>
                </c:pt>
                <c:pt idx="19">
                  <c:v>0.999999999582</c:v>
                </c:pt>
                <c:pt idx="20">
                  <c:v>0.999999998677</c:v>
                </c:pt>
                <c:pt idx="21">
                  <c:v>0.999999996146</c:v>
                </c:pt>
                <c:pt idx="22">
                  <c:v>0.999999989664</c:v>
                </c:pt>
                <c:pt idx="23">
                  <c:v>0.999999974392</c:v>
                </c:pt>
                <c:pt idx="24">
                  <c:v>0.999999941069</c:v>
                </c:pt>
                <c:pt idx="25">
                  <c:v>0.999999873152</c:v>
                </c:pt>
                <c:pt idx="26">
                  <c:v>0.999999742508</c:v>
                </c:pt>
                <c:pt idx="27">
                  <c:v>0.999999502908</c:v>
                </c:pt>
                <c:pt idx="28">
                  <c:v>0.999999080718</c:v>
                </c:pt>
                <c:pt idx="29">
                  <c:v>0.999998363093</c:v>
                </c:pt>
                <c:pt idx="30">
                  <c:v>0.999997184667</c:v>
                </c:pt>
                <c:pt idx="31">
                  <c:v>0.999995314207</c:v>
                </c:pt>
                <c:pt idx="32">
                  <c:v>0.999992438622</c:v>
                </c:pt>
                <c:pt idx="33">
                  <c:v>0.999988141409</c:v>
                </c:pt>
                <c:pt idx="34">
                  <c:v>0.99998187338</c:v>
                </c:pt>
                <c:pt idx="35">
                  <c:v>0.99997292171</c:v>
                </c:pt>
                <c:pt idx="36">
                  <c:v>0.999960387643</c:v>
                </c:pt>
                <c:pt idx="37">
                  <c:v>0.99994318155</c:v>
                </c:pt>
                <c:pt idx="38">
                  <c:v>0.999920033065</c:v>
                </c:pt>
                <c:pt idx="39">
                  <c:v>0.999889496392</c:v>
                </c:pt>
                <c:pt idx="40">
                  <c:v>0.999849940088</c:v>
                </c:pt>
                <c:pt idx="41">
                  <c:v>0.999799514934</c:v>
                </c:pt>
                <c:pt idx="42">
                  <c:v>0.999736112201</c:v>
                </c:pt>
                <c:pt idx="43">
                  <c:v>0.999657338773</c:v>
                </c:pt>
                <c:pt idx="44">
                  <c:v>0.999560519193</c:v>
                </c:pt>
                <c:pt idx="45">
                  <c:v>0.999442742924</c:v>
                </c:pt>
                <c:pt idx="46">
                  <c:v>0.999300940682</c:v>
                </c:pt>
                <c:pt idx="47">
                  <c:v>0.999131989772</c:v>
                </c:pt>
                <c:pt idx="48">
                  <c:v>0.998932772723</c:v>
                </c:pt>
                <c:pt idx="49">
                  <c:v>0.998700185576</c:v>
                </c:pt>
                <c:pt idx="50">
                  <c:v>0.998431124799</c:v>
                </c:pt>
                <c:pt idx="51">
                  <c:v>0.99812247901</c:v>
                </c:pt>
                <c:pt idx="52">
                  <c:v>0.997771185694</c:v>
                </c:pt>
                <c:pt idx="53">
                  <c:v>0.997374321509</c:v>
                </c:pt>
                <c:pt idx="54">
                  <c:v>0.996929241109</c:v>
                </c:pt>
                <c:pt idx="55">
                  <c:v>0.996433696883</c:v>
                </c:pt>
                <c:pt idx="56">
                  <c:v>0.995885858587</c:v>
                </c:pt>
                <c:pt idx="57">
                  <c:v>0.995284212247</c:v>
                </c:pt>
                <c:pt idx="58">
                  <c:v>0.994627442508</c:v>
                </c:pt>
                <c:pt idx="59">
                  <c:v>0.993914350529</c:v>
                </c:pt>
                <c:pt idx="60">
                  <c:v>0.993143904101</c:v>
                </c:pt>
                <c:pt idx="61">
                  <c:v>0.992315354555</c:v>
                </c:pt>
                <c:pt idx="62">
                  <c:v>0.991428357448</c:v>
                </c:pt>
                <c:pt idx="63">
                  <c:v>0.990483026209</c:v>
                </c:pt>
                <c:pt idx="64">
                  <c:v>0.989479958355</c:v>
                </c:pt>
                <c:pt idx="65">
                  <c:v>0.988420206892</c:v>
                </c:pt>
                <c:pt idx="66">
                  <c:v>0.987305278771</c:v>
                </c:pt>
                <c:pt idx="67">
                  <c:v>0.986137109176</c:v>
                </c:pt>
                <c:pt idx="68">
                  <c:v>0.984918087475</c:v>
                </c:pt>
                <c:pt idx="69">
                  <c:v>0.983651000183</c:v>
                </c:pt>
                <c:pt idx="70">
                  <c:v>0.982339000965</c:v>
                </c:pt>
                <c:pt idx="71">
                  <c:v>0.980985453338</c:v>
                </c:pt>
                <c:pt idx="72">
                  <c:v>0.979593742732</c:v>
                </c:pt>
                <c:pt idx="73">
                  <c:v>0.978166995114</c:v>
                </c:pt>
                <c:pt idx="74">
                  <c:v>0.976707938852</c:v>
                </c:pt>
                <c:pt idx="75">
                  <c:v>0.975218814713</c:v>
                </c:pt>
                <c:pt idx="76">
                  <c:v>0.97370153366</c:v>
                </c:pt>
                <c:pt idx="77">
                  <c:v>0.972157859046</c:v>
                </c:pt>
                <c:pt idx="78">
                  <c:v>0.970589614264</c:v>
                </c:pt>
                <c:pt idx="79">
                  <c:v>0.968998748762</c:v>
                </c:pt>
                <c:pt idx="80">
                  <c:v>0.967387376817</c:v>
                </c:pt>
                <c:pt idx="81">
                  <c:v>0.965757713046</c:v>
                </c:pt>
                <c:pt idx="82">
                  <c:v>0.96411203355</c:v>
                </c:pt>
                <c:pt idx="83">
                  <c:v>0.962452632869</c:v>
                </c:pt>
                <c:pt idx="84">
                  <c:v>0.960781773492</c:v>
                </c:pt>
                <c:pt idx="85">
                  <c:v>0.959101625414</c:v>
                </c:pt>
                <c:pt idx="86">
                  <c:v>0.957414239353</c:v>
                </c:pt>
                <c:pt idx="87">
                  <c:v>0.955721551751</c:v>
                </c:pt>
                <c:pt idx="88">
                  <c:v>0.954025328981</c:v>
                </c:pt>
                <c:pt idx="89">
                  <c:v>0.952327193792</c:v>
                </c:pt>
                <c:pt idx="90">
                  <c:v>0.950628821185</c:v>
                </c:pt>
                <c:pt idx="91">
                  <c:v>0.948932245046</c:v>
                </c:pt>
                <c:pt idx="92">
                  <c:v>0.947239963436</c:v>
                </c:pt>
                <c:pt idx="93">
                  <c:v>0.945554862797</c:v>
                </c:pt>
                <c:pt idx="94">
                  <c:v>0.943879210097</c:v>
                </c:pt>
                <c:pt idx="95">
                  <c:v>0.94221372334</c:v>
                </c:pt>
                <c:pt idx="96">
                  <c:v>0.940558560291</c:v>
                </c:pt>
                <c:pt idx="97">
                  <c:v>0.938914560284</c:v>
                </c:pt>
                <c:pt idx="98">
                  <c:v>0.937283564846</c:v>
                </c:pt>
                <c:pt idx="99">
                  <c:v>0.935667880399</c:v>
                </c:pt>
                <c:pt idx="100">
                  <c:v>0.934069376133</c:v>
                </c:pt>
                <c:pt idx="101">
                  <c:v>0.932489070062</c:v>
                </c:pt>
                <c:pt idx="102">
                  <c:v>0.930927555072</c:v>
                </c:pt>
                <c:pt idx="103">
                  <c:v>0.929385836674</c:v>
                </c:pt>
                <c:pt idx="104">
                  <c:v>0.927865401826</c:v>
                </c:pt>
                <c:pt idx="105">
                  <c:v>0.926367652006</c:v>
                </c:pt>
                <c:pt idx="106">
                  <c:v>0.924893397024</c:v>
                </c:pt>
                <c:pt idx="107">
                  <c:v>0.923442210483</c:v>
                </c:pt>
                <c:pt idx="108">
                  <c:v>0.922012770264</c:v>
                </c:pt>
                <c:pt idx="109">
                  <c:v>0.920603869184</c:v>
                </c:pt>
                <c:pt idx="110">
                  <c:v>0.919215128263</c:v>
                </c:pt>
                <c:pt idx="111">
                  <c:v>0.917846965526</c:v>
                </c:pt>
                <c:pt idx="112">
                  <c:v>0.916499938167</c:v>
                </c:pt>
                <c:pt idx="113">
                  <c:v>0.915174094959</c:v>
                </c:pt>
                <c:pt idx="114">
                  <c:v>0.913868878259</c:v>
                </c:pt>
                <c:pt idx="115">
                  <c:v>0.912583405138</c:v>
                </c:pt>
                <c:pt idx="116">
                  <c:v>0.911316855083</c:v>
                </c:pt>
                <c:pt idx="117">
                  <c:v>0.910068602876</c:v>
                </c:pt>
                <c:pt idx="118">
                  <c:v>0.908838131801</c:v>
                </c:pt>
                <c:pt idx="119">
                  <c:v>0.907624902732</c:v>
                </c:pt>
                <c:pt idx="120">
                  <c:v>0.906428327404</c:v>
                </c:pt>
                <c:pt idx="121">
                  <c:v>0.905247848617</c:v>
                </c:pt>
                <c:pt idx="122">
                  <c:v>0.904082958765</c:v>
                </c:pt>
                <c:pt idx="123">
                  <c:v>0.902933137612</c:v>
                </c:pt>
                <c:pt idx="124">
                  <c:v>0.901797811794</c:v>
                </c:pt>
                <c:pt idx="125">
                  <c:v>0.900676383991</c:v>
                </c:pt>
                <c:pt idx="126">
                  <c:v>0.899568326969</c:v>
                </c:pt>
                <c:pt idx="127">
                  <c:v>0.898473301818</c:v>
                </c:pt>
                <c:pt idx="128">
                  <c:v>0.897391155111</c:v>
                </c:pt>
                <c:pt idx="129">
                  <c:v>0.896321834757</c:v>
                </c:pt>
                <c:pt idx="130">
                  <c:v>0.895265254546</c:v>
                </c:pt>
                <c:pt idx="131">
                  <c:v>0.894221249007</c:v>
                </c:pt>
                <c:pt idx="132">
                  <c:v>0.893189603734</c:v>
                </c:pt>
                <c:pt idx="133">
                  <c:v>0.892170156081</c:v>
                </c:pt>
                <c:pt idx="134">
                  <c:v>0.891162827212</c:v>
                </c:pt>
                <c:pt idx="135">
                  <c:v>0.890167618064</c:v>
                </c:pt>
                <c:pt idx="136">
                  <c:v>0.889184567388</c:v>
                </c:pt>
                <c:pt idx="137">
                  <c:v>0.888213734211</c:v>
                </c:pt>
                <c:pt idx="138">
                  <c:v>0.887255196419</c:v>
                </c:pt>
                <c:pt idx="139">
                  <c:v>0.886309070787</c:v>
                </c:pt>
                <c:pt idx="140">
                  <c:v>0.885375530321</c:v>
                </c:pt>
                <c:pt idx="141">
                  <c:v>0.88445480306</c:v>
                </c:pt>
                <c:pt idx="142">
                  <c:v>0.883547180907</c:v>
                </c:pt>
                <c:pt idx="143">
                  <c:v>0.882653005105</c:v>
                </c:pt>
                <c:pt idx="144">
                  <c:v>0.881772636418</c:v>
                </c:pt>
                <c:pt idx="145">
                  <c:v>0.88090640784</c:v>
                </c:pt>
                <c:pt idx="146">
                  <c:v>0.880054552122</c:v>
                </c:pt>
                <c:pt idx="147">
                  <c:v>0.879217054448</c:v>
                </c:pt>
                <c:pt idx="148">
                  <c:v>0.878393664926</c:v>
                </c:pt>
                <c:pt idx="149">
                  <c:v>0.877583192913</c:v>
                </c:pt>
                <c:pt idx="150">
                  <c:v>0.87678209824</c:v>
                </c:pt>
                <c:pt idx="151">
                  <c:v>0.875994428474</c:v>
                </c:pt>
                <c:pt idx="152">
                  <c:v>0.875221441961</c:v>
                </c:pt>
                <c:pt idx="153">
                  <c:v>0.874465412272</c:v>
                </c:pt>
                <c:pt idx="154">
                  <c:v>0.873728460856</c:v>
                </c:pt>
                <c:pt idx="155">
                  <c:v>0.873009330637</c:v>
                </c:pt>
                <c:pt idx="156">
                  <c:v>0.872304901135</c:v>
                </c:pt>
                <c:pt idx="157">
                  <c:v>0.871608233735</c:v>
                </c:pt>
                <c:pt idx="158">
                  <c:v>0.870902936807</c:v>
                </c:pt>
                <c:pt idx="159">
                  <c:v>0.870180858275</c:v>
                </c:pt>
                <c:pt idx="160">
                  <c:v>0.869448016605</c:v>
                </c:pt>
                <c:pt idx="161">
                  <c:v>0.868711628922</c:v>
                </c:pt>
                <c:pt idx="162">
                  <c:v>0.867983477387</c:v>
                </c:pt>
                <c:pt idx="163">
                  <c:v>0.867272745089</c:v>
                </c:pt>
                <c:pt idx="164">
                  <c:v>0.866580887854</c:v>
                </c:pt>
                <c:pt idx="165">
                  <c:v>0.865903037912</c:v>
                </c:pt>
                <c:pt idx="166">
                  <c:v>0.865232340884</c:v>
                </c:pt>
                <c:pt idx="167">
                  <c:v>0.864564141677</c:v>
                </c:pt>
                <c:pt idx="168">
                  <c:v>0.8638974673</c:v>
                </c:pt>
                <c:pt idx="169">
                  <c:v>0.863234042989</c:v>
                </c:pt>
                <c:pt idx="170">
                  <c:v>0.862576523029</c:v>
                </c:pt>
                <c:pt idx="171">
                  <c:v>0.86192693129</c:v>
                </c:pt>
                <c:pt idx="172">
                  <c:v>0.86128649417</c:v>
                </c:pt>
                <c:pt idx="173">
                  <c:v>0.860655376528</c:v>
                </c:pt>
                <c:pt idx="174">
                  <c:v>0.860032714252</c:v>
                </c:pt>
                <c:pt idx="175">
                  <c:v>0.859416259716</c:v>
                </c:pt>
                <c:pt idx="176">
                  <c:v>0.858803204832</c:v>
                </c:pt>
                <c:pt idx="177">
                  <c:v>0.858192042818</c:v>
                </c:pt>
                <c:pt idx="178">
                  <c:v>0.857583443415</c:v>
                </c:pt>
                <c:pt idx="179">
                  <c:v>0.856979215147</c:v>
                </c:pt>
                <c:pt idx="180">
                  <c:v>0.856380641019</c:v>
                </c:pt>
                <c:pt idx="181">
                  <c:v>0.855787047446</c:v>
                </c:pt>
                <c:pt idx="182">
                  <c:v>0.855196136656</c:v>
                </c:pt>
                <c:pt idx="183">
                  <c:v>0.854605058904</c:v>
                </c:pt>
                <c:pt idx="184">
                  <c:v>0.854012006084</c:v>
                </c:pt>
                <c:pt idx="185">
                  <c:v>0.853417149548</c:v>
                </c:pt>
                <c:pt idx="186">
                  <c:v>0.852822086415</c:v>
                </c:pt>
                <c:pt idx="187">
                  <c:v>0.85222827486</c:v>
                </c:pt>
                <c:pt idx="188">
                  <c:v>0.851635883585</c:v>
                </c:pt>
                <c:pt idx="189">
                  <c:v>0.851043556959</c:v>
                </c:pt>
                <c:pt idx="190">
                  <c:v>0.850449075554</c:v>
                </c:pt>
                <c:pt idx="191">
                  <c:v>0.849850094439</c:v>
                </c:pt>
                <c:pt idx="192">
                  <c:v>0.849244979778</c:v>
                </c:pt>
                <c:pt idx="193">
                  <c:v>0.848633253835</c:v>
                </c:pt>
                <c:pt idx="194">
                  <c:v>0.848015447925</c:v>
                </c:pt>
                <c:pt idx="195">
                  <c:v>0.8473927414</c:v>
                </c:pt>
                <c:pt idx="196">
                  <c:v>0.846766365072</c:v>
                </c:pt>
                <c:pt idx="197">
                  <c:v>0.846137054702</c:v>
                </c:pt>
                <c:pt idx="198">
                  <c:v>0.845504815427</c:v>
                </c:pt>
                <c:pt idx="199">
                  <c:v>0.844869040373</c:v>
                </c:pt>
                <c:pt idx="200">
                  <c:v>0.844228872742</c:v>
                </c:pt>
                <c:pt idx="201">
                  <c:v>0.843583732056</c:v>
                </c:pt>
                <c:pt idx="202">
                  <c:v>0.842933565113</c:v>
                </c:pt>
                <c:pt idx="203">
                  <c:v>0.84227874936</c:v>
                </c:pt>
                <c:pt idx="204">
                  <c:v>0.841619700086</c:v>
                </c:pt>
                <c:pt idx="205">
                  <c:v>0.84095655083</c:v>
                </c:pt>
                <c:pt idx="206">
                  <c:v>0.840289066353</c:v>
                </c:pt>
                <c:pt idx="207">
                  <c:v>0.839616802859</c:v>
                </c:pt>
                <c:pt idx="208">
                  <c:v>0.83893940022</c:v>
                </c:pt>
                <c:pt idx="209">
                  <c:v>0.838256848884</c:v>
                </c:pt>
                <c:pt idx="210">
                  <c:v>0.837569508028</c:v>
                </c:pt>
                <c:pt idx="211">
                  <c:v>0.836878023619</c:v>
                </c:pt>
                <c:pt idx="212">
                  <c:v>0.836183116787</c:v>
                </c:pt>
                <c:pt idx="213">
                  <c:v>0.835485485112</c:v>
                </c:pt>
                <c:pt idx="214">
                  <c:v>0.834785682155</c:v>
                </c:pt>
                <c:pt idx="215">
                  <c:v>0.834084157048</c:v>
                </c:pt>
                <c:pt idx="216">
                  <c:v>0.833381294979</c:v>
                </c:pt>
                <c:pt idx="217">
                  <c:v>0.832677436419</c:v>
                </c:pt>
                <c:pt idx="218">
                  <c:v>0.831972890575</c:v>
                </c:pt>
                <c:pt idx="219">
                  <c:v>0.831267869821</c:v>
                </c:pt>
                <c:pt idx="220">
                  <c:v>0.830562413186</c:v>
                </c:pt>
                <c:pt idx="221">
                  <c:v>0.829856298505</c:v>
                </c:pt>
                <c:pt idx="222">
                  <c:v>0.829149085874</c:v>
                </c:pt>
                <c:pt idx="223">
                  <c:v>0.828440179978</c:v>
                </c:pt>
                <c:pt idx="224">
                  <c:v>0.827729002205</c:v>
                </c:pt>
                <c:pt idx="225">
                  <c:v>0.827015169744</c:v>
                </c:pt>
                <c:pt idx="226">
                  <c:v>0.826298512756</c:v>
                </c:pt>
                <c:pt idx="227">
                  <c:v>0.825579063776</c:v>
                </c:pt>
                <c:pt idx="228">
                  <c:v>0.824856968076</c:v>
                </c:pt>
                <c:pt idx="229">
                  <c:v>0.824132444716</c:v>
                </c:pt>
                <c:pt idx="230">
                  <c:v>0.82340565709</c:v>
                </c:pt>
                <c:pt idx="231">
                  <c:v>0.82267665465</c:v>
                </c:pt>
                <c:pt idx="232">
                  <c:v>0.821945372672</c:v>
                </c:pt>
                <c:pt idx="233">
                  <c:v>0.821211669276</c:v>
                </c:pt>
                <c:pt idx="234">
                  <c:v>0.820475386173</c:v>
                </c:pt>
                <c:pt idx="235">
                  <c:v>0.819736442635</c:v>
                </c:pt>
                <c:pt idx="236">
                  <c:v>0.818994867706</c:v>
                </c:pt>
                <c:pt idx="237">
                  <c:v>0.818250805392</c:v>
                </c:pt>
                <c:pt idx="238">
                  <c:v>0.817504479986</c:v>
                </c:pt>
                <c:pt idx="239">
                  <c:v>0.81675627036</c:v>
                </c:pt>
                <c:pt idx="240">
                  <c:v>0.816006411895</c:v>
                </c:pt>
                <c:pt idx="241">
                  <c:v>0.815254669003</c:v>
                </c:pt>
                <c:pt idx="242">
                  <c:v>0.814500607978</c:v>
                </c:pt>
                <c:pt idx="243">
                  <c:v>0.813744076268</c:v>
                </c:pt>
                <c:pt idx="244">
                  <c:v>0.812985326875</c:v>
                </c:pt>
                <c:pt idx="245">
                  <c:v>0.81222494202</c:v>
                </c:pt>
                <c:pt idx="246">
                  <c:v>0.811463423911</c:v>
                </c:pt>
                <c:pt idx="247">
                  <c:v>0.810700972349</c:v>
                </c:pt>
                <c:pt idx="248">
                  <c:v>0.809937629785</c:v>
                </c:pt>
                <c:pt idx="249">
                  <c:v>0.809173647428</c:v>
                </c:pt>
                <c:pt idx="250">
                  <c:v>0.808409458918</c:v>
                </c:pt>
                <c:pt idx="251">
                  <c:v>0.80764545866</c:v>
                </c:pt>
                <c:pt idx="252">
                  <c:v>0.806881800833</c:v>
                </c:pt>
                <c:pt idx="253">
                  <c:v>0.806118253807</c:v>
                </c:pt>
                <c:pt idx="254">
                  <c:v>0.805354214736</c:v>
                </c:pt>
                <c:pt idx="255">
                  <c:v>0.804589250729</c:v>
                </c:pt>
                <c:pt idx="256">
                  <c:v>0.803823371323</c:v>
                </c:pt>
                <c:pt idx="257">
                  <c:v>0.803057093416</c:v>
                </c:pt>
                <c:pt idx="258">
                  <c:v>0.802291016836</c:v>
                </c:pt>
                <c:pt idx="259">
                  <c:v>0.801525448286</c:v>
                </c:pt>
                <c:pt idx="260">
                  <c:v>0.800760325686</c:v>
                </c:pt>
                <c:pt idx="261">
                  <c:v>0.799995426918</c:v>
                </c:pt>
                <c:pt idx="262">
                  <c:v>0.799230605067</c:v>
                </c:pt>
                <c:pt idx="263">
                  <c:v>0.798465875854</c:v>
                </c:pt>
                <c:pt idx="264">
                  <c:v>0.797701354529</c:v>
                </c:pt>
                <c:pt idx="265">
                  <c:v>0.796937150985</c:v>
                </c:pt>
                <c:pt idx="266">
                  <c:v>0.796173305446</c:v>
                </c:pt>
                <c:pt idx="267">
                  <c:v>0.795409832445</c:v>
                </c:pt>
                <c:pt idx="268">
                  <c:v>0.794646741245</c:v>
                </c:pt>
                <c:pt idx="269">
                  <c:v>0.793884003185</c:v>
                </c:pt>
                <c:pt idx="270">
                  <c:v>0.793121535211</c:v>
                </c:pt>
                <c:pt idx="271">
                  <c:v>0.792359201963</c:v>
                </c:pt>
                <c:pt idx="272">
                  <c:v>0.791596867198</c:v>
                </c:pt>
                <c:pt idx="273">
                  <c:v>0.790834481537</c:v>
                </c:pt>
                <c:pt idx="274">
                  <c:v>0.790072114875</c:v>
                </c:pt>
                <c:pt idx="275">
                  <c:v>0.789309927082</c:v>
                </c:pt>
                <c:pt idx="276">
                  <c:v>0.788548074349</c:v>
                </c:pt>
                <c:pt idx="277">
                  <c:v>0.787786641947</c:v>
                </c:pt>
                <c:pt idx="278">
                  <c:v>0.787025644576</c:v>
                </c:pt>
                <c:pt idx="279">
                  <c:v>0.786265080652</c:v>
                </c:pt>
                <c:pt idx="280">
                  <c:v>0.785504980837</c:v>
                </c:pt>
                <c:pt idx="281">
                  <c:v>0.784745422344</c:v>
                </c:pt>
                <c:pt idx="282">
                  <c:v>0.78398650147</c:v>
                </c:pt>
                <c:pt idx="283">
                  <c:v>0.78322830529</c:v>
                </c:pt>
                <c:pt idx="284">
                  <c:v>0.782470899369</c:v>
                </c:pt>
                <c:pt idx="285">
                  <c:v>0.781714337131</c:v>
                </c:pt>
                <c:pt idx="286">
                  <c:v>0.780958664351</c:v>
                </c:pt>
                <c:pt idx="287">
                  <c:v>0.780203921752</c:v>
                </c:pt>
                <c:pt idx="288">
                  <c:v>0.779450142308</c:v>
                </c:pt>
                <c:pt idx="289">
                  <c:v>0.778697347294</c:v>
                </c:pt>
                <c:pt idx="290">
                  <c:v>0.777945558564</c:v>
                </c:pt>
                <c:pt idx="291">
                  <c:v>0.777194820558</c:v>
                </c:pt>
                <c:pt idx="292">
                  <c:v>0.776445199999</c:v>
                </c:pt>
                <c:pt idx="293">
                  <c:v>0.775696771115</c:v>
                </c:pt>
                <c:pt idx="294">
                  <c:v>0.774949591523</c:v>
                </c:pt>
                <c:pt idx="295">
                  <c:v>0.774203685471</c:v>
                </c:pt>
                <c:pt idx="296">
                  <c:v>0.77345905317</c:v>
                </c:pt>
                <c:pt idx="297">
                  <c:v>0.772715692974</c:v>
                </c:pt>
                <c:pt idx="298">
                  <c:v>0.77197361224</c:v>
                </c:pt>
                <c:pt idx="299">
                  <c:v>0.771232825415</c:v>
                </c:pt>
                <c:pt idx="300">
                  <c:v>0.77049334481</c:v>
                </c:pt>
                <c:pt idx="301">
                  <c:v>0.769755174228</c:v>
                </c:pt>
                <c:pt idx="302">
                  <c:v>0.769018312333</c:v>
                </c:pt>
                <c:pt idx="303">
                  <c:v>0.768282764684</c:v>
                </c:pt>
                <c:pt idx="304">
                  <c:v>0.767548548711</c:v>
                </c:pt>
                <c:pt idx="305">
                  <c:v>0.766815689885</c:v>
                </c:pt>
                <c:pt idx="306">
                  <c:v>0.766084214779</c:v>
                </c:pt>
                <c:pt idx="307">
                  <c:v>0.765354145259</c:v>
                </c:pt>
                <c:pt idx="308">
                  <c:v>0.764625500618</c:v>
                </c:pt>
                <c:pt idx="309">
                  <c:v>0.763898309617</c:v>
                </c:pt>
                <c:pt idx="310">
                  <c:v>0.763172601947</c:v>
                </c:pt>
                <c:pt idx="311">
                  <c:v>0.762448399867</c:v>
                </c:pt>
                <c:pt idx="312">
                  <c:v>0.761725720503</c:v>
                </c:pt>
                <c:pt idx="313">
                  <c:v>0.761004576774</c:v>
                </c:pt>
                <c:pt idx="314">
                  <c:v>0.760284979347</c:v>
                </c:pt>
                <c:pt idx="315">
                  <c:v>0.759566938728</c:v>
                </c:pt>
                <c:pt idx="316">
                  <c:v>0.75885046608</c:v>
                </c:pt>
                <c:pt idx="317">
                  <c:v>0.758135561803</c:v>
                </c:pt>
                <c:pt idx="318">
                  <c:v>0.757422223158</c:v>
                </c:pt>
                <c:pt idx="319">
                  <c:v>0.75671045903</c:v>
                </c:pt>
                <c:pt idx="320">
                  <c:v>0.756000291724</c:v>
                </c:pt>
                <c:pt idx="321">
                  <c:v>0.755291749117</c:v>
                </c:pt>
                <c:pt idx="322">
                  <c:v>0.754584849341</c:v>
                </c:pt>
                <c:pt idx="323">
                  <c:v>0.75387958015</c:v>
                </c:pt>
                <c:pt idx="324">
                  <c:v>0.753175915523</c:v>
                </c:pt>
                <c:pt idx="325">
                  <c:v>0.752473844835</c:v>
                </c:pt>
                <c:pt idx="326">
                  <c:v>0.751773381653</c:v>
                </c:pt>
                <c:pt idx="327">
                  <c:v>0.75107455042</c:v>
                </c:pt>
                <c:pt idx="328">
                  <c:v>0.750377364988</c:v>
                </c:pt>
                <c:pt idx="329">
                  <c:v>0.749681813479</c:v>
                </c:pt>
                <c:pt idx="330">
                  <c:v>0.748987869171</c:v>
                </c:pt>
                <c:pt idx="331">
                  <c:v>0.748295514063</c:v>
                </c:pt>
                <c:pt idx="332">
                  <c:v>0.747604748417</c:v>
                </c:pt>
                <c:pt idx="333">
                  <c:v>0.746915583775</c:v>
                </c:pt>
                <c:pt idx="334">
                  <c:v>0.746228029464</c:v>
                </c:pt>
                <c:pt idx="335">
                  <c:v>0.745542077202</c:v>
                </c:pt>
                <c:pt idx="336">
                  <c:v>0.744857703395</c:v>
                </c:pt>
                <c:pt idx="337">
                  <c:v>0.744174885221</c:v>
                </c:pt>
                <c:pt idx="338">
                  <c:v>0.743493612606</c:v>
                </c:pt>
                <c:pt idx="339">
                  <c:v>0.742813889863</c:v>
                </c:pt>
                <c:pt idx="340">
                  <c:v>0.742135725446</c:v>
                </c:pt>
                <c:pt idx="341">
                  <c:v>0.741459116769</c:v>
                </c:pt>
                <c:pt idx="342">
                  <c:v>0.74078404629</c:v>
                </c:pt>
                <c:pt idx="343">
                  <c:v>0.740110487909</c:v>
                </c:pt>
                <c:pt idx="344">
                  <c:v>0.739438417128</c:v>
                </c:pt>
                <c:pt idx="345">
                  <c:v>0.73876781669</c:v>
                </c:pt>
                <c:pt idx="346">
                  <c:v>0.738098674506</c:v>
                </c:pt>
                <c:pt idx="347">
                  <c:v>0.737430978677</c:v>
                </c:pt>
                <c:pt idx="348">
                  <c:v>0.736764714028</c:v>
                </c:pt>
                <c:pt idx="349">
                  <c:v>0.736099861955</c:v>
                </c:pt>
                <c:pt idx="350">
                  <c:v>0.735436402606</c:v>
                </c:pt>
                <c:pt idx="351">
                  <c:v>0.734774316684</c:v>
                </c:pt>
                <c:pt idx="352">
                  <c:v>0.73411358582</c:v>
                </c:pt>
                <c:pt idx="353">
                  <c:v>0.73345419147</c:v>
                </c:pt>
                <c:pt idx="354">
                  <c:v>0.732796114268</c:v>
                </c:pt>
                <c:pt idx="355">
                  <c:v>0.732139334146</c:v>
                </c:pt>
                <c:pt idx="356">
                  <c:v>0.731483830945</c:v>
                </c:pt>
                <c:pt idx="357">
                  <c:v>0.730829584925</c:v>
                </c:pt>
                <c:pt idx="358">
                  <c:v>0.730176576251</c:v>
                </c:pt>
                <c:pt idx="359">
                  <c:v>0.729524784359</c:v>
                </c:pt>
                <c:pt idx="360">
                  <c:v>0.728874187842</c:v>
                </c:pt>
                <c:pt idx="361">
                  <c:v>0.728224764684</c:v>
                </c:pt>
                <c:pt idx="362">
                  <c:v>0.727576493024</c:v>
                </c:pt>
                <c:pt idx="363">
                  <c:v>0.726929351686</c:v>
                </c:pt>
                <c:pt idx="364">
                  <c:v>0.726283320068</c:v>
                </c:pt>
                <c:pt idx="365">
                  <c:v>0.725638377815</c:v>
                </c:pt>
                <c:pt idx="366">
                  <c:v>0.724994504497</c:v>
                </c:pt>
                <c:pt idx="367">
                  <c:v>0.724351679517</c:v>
                </c:pt>
                <c:pt idx="368">
                  <c:v>0.723709882231</c:v>
                </c:pt>
                <c:pt idx="369">
                  <c:v>0.723069092057</c:v>
                </c:pt>
                <c:pt idx="370">
                  <c:v>0.722429288453</c:v>
                </c:pt>
                <c:pt idx="371">
                  <c:v>0.721790450877</c:v>
                </c:pt>
                <c:pt idx="372">
                  <c:v>0.721152558857</c:v>
                </c:pt>
                <c:pt idx="373">
                  <c:v>0.720515592071</c:v>
                </c:pt>
                <c:pt idx="374">
                  <c:v>0.719879530405</c:v>
                </c:pt>
                <c:pt idx="375">
                  <c:v>0.719244353915</c:v>
                </c:pt>
                <c:pt idx="376">
                  <c:v>0.718610042828</c:v>
                </c:pt>
                <c:pt idx="377">
                  <c:v>0.717976577691</c:v>
                </c:pt>
                <c:pt idx="378">
                  <c:v>0.717343939609</c:v>
                </c:pt>
                <c:pt idx="379">
                  <c:v>0.716712110422</c:v>
                </c:pt>
                <c:pt idx="380">
                  <c:v>0.716081072591</c:v>
                </c:pt>
                <c:pt idx="381">
                  <c:v>0.715450808872</c:v>
                </c:pt>
                <c:pt idx="382">
                  <c:v>0.714821302083</c:v>
                </c:pt>
                <c:pt idx="383">
                  <c:v>0.714192535169</c:v>
                </c:pt>
                <c:pt idx="384">
                  <c:v>0.713564491445</c:v>
                </c:pt>
                <c:pt idx="385">
                  <c:v>0.712937154838</c:v>
                </c:pt>
                <c:pt idx="386">
                  <c:v>0.712310509884</c:v>
                </c:pt>
                <c:pt idx="387">
                  <c:v>0.711684541634</c:v>
                </c:pt>
                <c:pt idx="388">
                  <c:v>0.711059235635</c:v>
                </c:pt>
                <c:pt idx="389">
                  <c:v>0.71043457819</c:v>
                </c:pt>
                <c:pt idx="390">
                  <c:v>0.70981055651</c:v>
                </c:pt>
                <c:pt idx="391">
                  <c:v>0.709187158717</c:v>
                </c:pt>
                <c:pt idx="392">
                  <c:v>0.708564373779</c:v>
                </c:pt>
                <c:pt idx="393">
                  <c:v>0.707942191388</c:v>
                </c:pt>
                <c:pt idx="394">
                  <c:v>0.707320601747</c:v>
                </c:pt>
                <c:pt idx="395">
                  <c:v>0.706699595636</c:v>
                </c:pt>
                <c:pt idx="396">
                  <c:v>0.706079164337</c:v>
                </c:pt>
                <c:pt idx="397">
                  <c:v>0.705459299463</c:v>
                </c:pt>
                <c:pt idx="398">
                  <c:v>0.704839993276</c:v>
                </c:pt>
                <c:pt idx="399">
                  <c:v>0.704221239084</c:v>
                </c:pt>
                <c:pt idx="400">
                  <c:v>0.703603030867</c:v>
                </c:pt>
                <c:pt idx="401">
                  <c:v>0.702985362752</c:v>
                </c:pt>
                <c:pt idx="402">
                  <c:v>0.702368228385</c:v>
                </c:pt>
                <c:pt idx="403">
                  <c:v>0.701751620546</c:v>
                </c:pt>
                <c:pt idx="404">
                  <c:v>0.701135532248</c:v>
                </c:pt>
                <c:pt idx="405">
                  <c:v>0.700519958462</c:v>
                </c:pt>
                <c:pt idx="406">
                  <c:v>0.699904896373</c:v>
                </c:pt>
                <c:pt idx="407">
                  <c:v>0.699290345021</c:v>
                </c:pt>
                <c:pt idx="408">
                  <c:v>0.69867630319</c:v>
                </c:pt>
                <c:pt idx="409">
                  <c:v>0.69806276068</c:v>
                </c:pt>
                <c:pt idx="410">
                  <c:v>0.697449691975</c:v>
                </c:pt>
                <c:pt idx="411">
                  <c:v>0.696837065514</c:v>
                </c:pt>
                <c:pt idx="412">
                  <c:v>0.696224875885</c:v>
                </c:pt>
                <c:pt idx="413">
                  <c:v>0.695613195437</c:v>
                </c:pt>
                <c:pt idx="414">
                  <c:v>0.69500226631</c:v>
                </c:pt>
                <c:pt idx="415">
                  <c:v>0.69439268303</c:v>
                </c:pt>
                <c:pt idx="416">
                  <c:v>0.693785640677</c:v>
                </c:pt>
                <c:pt idx="417">
                  <c:v>0.693183176298</c:v>
                </c:pt>
                <c:pt idx="418">
                  <c:v>0.692588351741</c:v>
                </c:pt>
                <c:pt idx="419">
                  <c:v>0.692005701907</c:v>
                </c:pt>
                <c:pt idx="420">
                  <c:v>0.691442595523</c:v>
                </c:pt>
                <c:pt idx="421">
                  <c:v>0.690906113617</c:v>
                </c:pt>
                <c:pt idx="422">
                  <c:v>0.690400162186</c:v>
                </c:pt>
                <c:pt idx="423">
                  <c:v>0.689921811427</c:v>
                </c:pt>
                <c:pt idx="424">
                  <c:v>0.689462079693</c:v>
                </c:pt>
                <c:pt idx="425">
                  <c:v>0.689008593404</c:v>
                </c:pt>
                <c:pt idx="426">
                  <c:v>0.688548068801</c:v>
                </c:pt>
                <c:pt idx="427">
                  <c:v>0.688066592518</c:v>
                </c:pt>
                <c:pt idx="428">
                  <c:v>0.687548328338</c:v>
                </c:pt>
                <c:pt idx="429">
                  <c:v>0.686975120533</c:v>
                </c:pt>
                <c:pt idx="430">
                  <c:v>0.686328138845</c:v>
                </c:pt>
                <c:pt idx="431">
                  <c:v>0.685590552842</c:v>
                </c:pt>
                <c:pt idx="432">
                  <c:v>0.684749892536</c:v>
                </c:pt>
                <c:pt idx="433">
                  <c:v>0.683799365251</c:v>
                </c:pt>
                <c:pt idx="434">
                  <c:v>0.682737887601</c:v>
                </c:pt>
                <c:pt idx="435">
                  <c:v>0.68156879768</c:v>
                </c:pt>
                <c:pt idx="436">
                  <c:v>0.680297669312</c:v>
                </c:pt>
                <c:pt idx="437">
                  <c:v>0.67893046013</c:v>
                </c:pt>
                <c:pt idx="438">
                  <c:v>0.677473053863</c:v>
                </c:pt>
                <c:pt idx="439">
                  <c:v>0.675932252524</c:v>
                </c:pt>
                <c:pt idx="440">
                  <c:v>0.674316543929</c:v>
                </c:pt>
                <c:pt idx="441">
                  <c:v>0.672636075074</c:v>
                </c:pt>
                <c:pt idx="442">
                  <c:v>0.670900639116</c:v>
                </c:pt>
                <c:pt idx="443">
                  <c:v>0.66911785305</c:v>
                </c:pt>
                <c:pt idx="444">
                  <c:v>0.667292405876</c:v>
                </c:pt>
                <c:pt idx="445">
                  <c:v>0.665427062373</c:v>
                </c:pt>
                <c:pt idx="446">
                  <c:v>0.66352436802</c:v>
                </c:pt>
                <c:pt idx="447">
                  <c:v>0.661587931086</c:v>
                </c:pt>
                <c:pt idx="448">
                  <c:v>0.659622576535</c:v>
                </c:pt>
                <c:pt idx="449">
                  <c:v>0.65763325918</c:v>
                </c:pt>
                <c:pt idx="450">
                  <c:v>0.655624031604</c:v>
                </c:pt>
                <c:pt idx="451">
                  <c:v>0.653597479822</c:v>
                </c:pt>
                <c:pt idx="452">
                  <c:v>0.651554898775</c:v>
                </c:pt>
                <c:pt idx="453">
                  <c:v>0.649497148205</c:v>
                </c:pt>
                <c:pt idx="454">
                  <c:v>0.647425569407</c:v>
                </c:pt>
                <c:pt idx="455">
                  <c:v>0.64534286726</c:v>
                </c:pt>
                <c:pt idx="456">
                  <c:v>0.643253545281</c:v>
                </c:pt>
                <c:pt idx="457">
                  <c:v>0.641164092755</c:v>
                </c:pt>
                <c:pt idx="458">
                  <c:v>0.639082460034</c:v>
                </c:pt>
                <c:pt idx="459">
                  <c:v>0.637017442055</c:v>
                </c:pt>
                <c:pt idx="460">
                  <c:v>0.634978341004</c:v>
                </c:pt>
                <c:pt idx="461">
                  <c:v>0.632974887427</c:v>
                </c:pt>
                <c:pt idx="462">
                  <c:v>0.631017476809</c:v>
                </c:pt>
                <c:pt idx="463">
                  <c:v>0.629117299146</c:v>
                </c:pt>
                <c:pt idx="464">
                  <c:v>0.627286360516</c:v>
                </c:pt>
                <c:pt idx="465">
                  <c:v>0.625537205705</c:v>
                </c:pt>
                <c:pt idx="466">
                  <c:v>0.623882373822</c:v>
                </c:pt>
                <c:pt idx="467">
                  <c:v>0.622333840698</c:v>
                </c:pt>
                <c:pt idx="468">
                  <c:v>0.62090276349</c:v>
                </c:pt>
                <c:pt idx="469">
                  <c:v>0.619599471871</c:v>
                </c:pt>
                <c:pt idx="470">
                  <c:v>0.618433613322</c:v>
                </c:pt>
                <c:pt idx="471">
                  <c:v>0.617414187494</c:v>
                </c:pt>
                <c:pt idx="472">
                  <c:v>0.616549406322</c:v>
                </c:pt>
                <c:pt idx="473">
                  <c:v>0.615846435611</c:v>
                </c:pt>
                <c:pt idx="474">
                  <c:v>0.615311130747</c:v>
                </c:pt>
                <c:pt idx="475">
                  <c:v>0.614947818266</c:v>
                </c:pt>
                <c:pt idx="476">
                  <c:v>0.614759127083</c:v>
                </c:pt>
                <c:pt idx="477">
                  <c:v>0.614745870114</c:v>
                </c:pt>
                <c:pt idx="478">
                  <c:v>0.614906927441</c:v>
                </c:pt>
                <c:pt idx="479">
                  <c:v>0.615239234041</c:v>
                </c:pt>
                <c:pt idx="480">
                  <c:v>0.615737818965</c:v>
                </c:pt>
                <c:pt idx="481">
                  <c:v>0.61639607611</c:v>
                </c:pt>
                <c:pt idx="482">
                  <c:v>0.617206199774</c:v>
                </c:pt>
                <c:pt idx="483">
                  <c:v>0.618159866053</c:v>
                </c:pt>
                <c:pt idx="484">
                  <c:v>0.619248786461</c:v>
                </c:pt>
                <c:pt idx="485">
                  <c:v>0.620465181432</c:v>
                </c:pt>
                <c:pt idx="486">
                  <c:v>0.621801769818</c:v>
                </c:pt>
                <c:pt idx="487">
                  <c:v>0.623251586358</c:v>
                </c:pt>
                <c:pt idx="488">
                  <c:v>0.624807637281</c:v>
                </c:pt>
                <c:pt idx="489">
                  <c:v>0.626462756211</c:v>
                </c:pt>
                <c:pt idx="490">
                  <c:v>0.628209492984</c:v>
                </c:pt>
                <c:pt idx="491">
                  <c:v>0.630040220502</c:v>
                </c:pt>
                <c:pt idx="492">
                  <c:v>0.631947202425</c:v>
                </c:pt>
                <c:pt idx="493">
                  <c:v>0.633922678601</c:v>
                </c:pt>
                <c:pt idx="494">
                  <c:v>0.635958975169</c:v>
                </c:pt>
                <c:pt idx="495">
                  <c:v>0.638048650976</c:v>
                </c:pt>
                <c:pt idx="496">
                  <c:v>0.640184578354</c:v>
                </c:pt>
                <c:pt idx="497">
                  <c:v>0.642359953854</c:v>
                </c:pt>
                <c:pt idx="498">
                  <c:v>0.64456846692</c:v>
                </c:pt>
                <c:pt idx="499">
                  <c:v>0.64680424205</c:v>
                </c:pt>
                <c:pt idx="500">
                  <c:v>0.649061281768</c:v>
                </c:pt>
                <c:pt idx="501">
                  <c:v>0.651332530521</c:v>
                </c:pt>
                <c:pt idx="502">
                  <c:v>0.653609477459</c:v>
                </c:pt>
                <c:pt idx="503">
                  <c:v>0.65588236083</c:v>
                </c:pt>
                <c:pt idx="504">
                  <c:v>0.658143205367</c:v>
                </c:pt>
                <c:pt idx="505">
                  <c:v>0.660388759679</c:v>
                </c:pt>
                <c:pt idx="506">
                  <c:v>0.662617637671</c:v>
                </c:pt>
                <c:pt idx="507">
                  <c:v>0.664826426205</c:v>
                </c:pt>
                <c:pt idx="508">
                  <c:v>0.667008448279</c:v>
                </c:pt>
                <c:pt idx="509">
                  <c:v>0.669155293677</c:v>
                </c:pt>
                <c:pt idx="510">
                  <c:v>0.671259729489</c:v>
                </c:pt>
                <c:pt idx="511">
                  <c:v>0.673317188542</c:v>
                </c:pt>
                <c:pt idx="512">
                  <c:v>0.675324497676</c:v>
                </c:pt>
                <c:pt idx="513">
                  <c:v>0.677277056871</c:v>
                </c:pt>
                <c:pt idx="514">
                  <c:v>0.679168460368</c:v>
                </c:pt>
                <c:pt idx="515">
                  <c:v>0.68099237492</c:v>
                </c:pt>
                <c:pt idx="516">
                  <c:v>0.682744413416</c:v>
                </c:pt>
                <c:pt idx="517">
                  <c:v>0.684424704796</c:v>
                </c:pt>
                <c:pt idx="518">
                  <c:v>0.68603695202</c:v>
                </c:pt>
                <c:pt idx="519">
                  <c:v>0.687584780147</c:v>
                </c:pt>
                <c:pt idx="520">
                  <c:v>0.689068846718</c:v>
                </c:pt>
                <c:pt idx="521">
                  <c:v>0.690486684752</c:v>
                </c:pt>
                <c:pt idx="522">
                  <c:v>0.691835130653</c:v>
                </c:pt>
                <c:pt idx="523">
                  <c:v>0.693112937017</c:v>
                </c:pt>
                <c:pt idx="524">
                  <c:v>0.694321326157</c:v>
                </c:pt>
                <c:pt idx="525">
                  <c:v>0.69546296469</c:v>
                </c:pt>
                <c:pt idx="526">
                  <c:v>0.696540362223</c:v>
                </c:pt>
                <c:pt idx="527">
                  <c:v>0.697555248926</c:v>
                </c:pt>
                <c:pt idx="528">
                  <c:v>0.698508893176</c:v>
                </c:pt>
                <c:pt idx="529">
                  <c:v>0.699402656621</c:v>
                </c:pt>
                <c:pt idx="530">
                  <c:v>0.700238133868</c:v>
                </c:pt>
                <c:pt idx="531">
                  <c:v>0.701016813933</c:v>
                </c:pt>
                <c:pt idx="532">
                  <c:v>0.701739989289</c:v>
                </c:pt>
                <c:pt idx="533">
                  <c:v>0.702409039124</c:v>
                </c:pt>
                <c:pt idx="534">
                  <c:v>0.703025642888</c:v>
                </c:pt>
                <c:pt idx="535">
                  <c:v>0.703591664325</c:v>
                </c:pt>
                <c:pt idx="536">
                  <c:v>0.704108681798</c:v>
                </c:pt>
                <c:pt idx="537">
                  <c:v>0.704577345621</c:v>
                </c:pt>
                <c:pt idx="538">
                  <c:v>0.704997310548</c:v>
                </c:pt>
                <c:pt idx="539">
                  <c:v>0.705367608335</c:v>
                </c:pt>
                <c:pt idx="540">
                  <c:v>0.705687338627</c:v>
                </c:pt>
                <c:pt idx="541">
                  <c:v>0.705955927621</c:v>
                </c:pt>
                <c:pt idx="542">
                  <c:v>0.706172983877</c:v>
                </c:pt>
                <c:pt idx="543">
                  <c:v>0.706337744168</c:v>
                </c:pt>
                <c:pt idx="544">
                  <c:v>0.70644886407</c:v>
                </c:pt>
                <c:pt idx="545">
                  <c:v>0.706504413031</c:v>
                </c:pt>
                <c:pt idx="546">
                  <c:v>0.706502109834</c:v>
                </c:pt>
                <c:pt idx="547">
                  <c:v>0.706439441575</c:v>
                </c:pt>
                <c:pt idx="548">
                  <c:v>0.706313698298</c:v>
                </c:pt>
                <c:pt idx="549">
                  <c:v>0.706121884533</c:v>
                </c:pt>
                <c:pt idx="550">
                  <c:v>0.705860648348</c:v>
                </c:pt>
                <c:pt idx="551">
                  <c:v>0.705526333486</c:v>
                </c:pt>
                <c:pt idx="552">
                  <c:v>0.705114994617</c:v>
                </c:pt>
                <c:pt idx="553">
                  <c:v>0.704622587253</c:v>
                </c:pt>
                <c:pt idx="554">
                  <c:v>0.704045285466</c:v>
                </c:pt>
                <c:pt idx="555">
                  <c:v>0.70337992934</c:v>
                </c:pt>
                <c:pt idx="556">
                  <c:v>0.70262461175</c:v>
                </c:pt>
                <c:pt idx="557">
                  <c:v>0.701779665054</c:v>
                </c:pt>
                <c:pt idx="558">
                  <c:v>0.700847522892</c:v>
                </c:pt>
                <c:pt idx="559">
                  <c:v>0.699836971877</c:v>
                </c:pt>
                <c:pt idx="560">
                  <c:v>0.698776501486</c:v>
                </c:pt>
                <c:pt idx="561">
                  <c:v>0.697660991588</c:v>
                </c:pt>
                <c:pt idx="562">
                  <c:v>0.696497960542</c:v>
                </c:pt>
                <c:pt idx="563">
                  <c:v>0.695301040245</c:v>
                </c:pt>
                <c:pt idx="564">
                  <c:v>0.69409546657</c:v>
                </c:pt>
                <c:pt idx="565">
                  <c:v>0.692924090209</c:v>
                </c:pt>
                <c:pt idx="566">
                  <c:v>0.691829084492</c:v>
                </c:pt>
                <c:pt idx="567">
                  <c:v>0.690845667231</c:v>
                </c:pt>
                <c:pt idx="568">
                  <c:v>0.690002973892</c:v>
                </c:pt>
                <c:pt idx="569">
                  <c:v>0.689326269303</c:v>
                </c:pt>
                <c:pt idx="570">
                  <c:v>0.688818788955</c:v>
                </c:pt>
                <c:pt idx="571">
                  <c:v>0.68843004722</c:v>
                </c:pt>
                <c:pt idx="572">
                  <c:v>0.688096529435</c:v>
                </c:pt>
                <c:pt idx="573">
                  <c:v>0.687772473463</c:v>
                </c:pt>
                <c:pt idx="574">
                  <c:v>0.68744654652</c:v>
                </c:pt>
                <c:pt idx="575">
                  <c:v>0.687130206949</c:v>
                </c:pt>
                <c:pt idx="576">
                  <c:v>0.686837872095</c:v>
                </c:pt>
                <c:pt idx="577">
                  <c:v>0.686573804408</c:v>
                </c:pt>
                <c:pt idx="578">
                  <c:v>0.686330803707</c:v>
                </c:pt>
                <c:pt idx="579">
                  <c:v>0.686096133651</c:v>
                </c:pt>
                <c:pt idx="580">
                  <c:v>0.685857770576</c:v>
                </c:pt>
                <c:pt idx="581">
                  <c:v>0.685607667747</c:v>
                </c:pt>
                <c:pt idx="582">
                  <c:v>0.685341363766</c:v>
                </c:pt>
                <c:pt idx="583">
                  <c:v>0.685057737251</c:v>
                </c:pt>
                <c:pt idx="584">
                  <c:v>0.684758109505</c:v>
                </c:pt>
                <c:pt idx="585">
                  <c:v>0.684445736889</c:v>
                </c:pt>
                <c:pt idx="586">
                  <c:v>0.684123969737</c:v>
                </c:pt>
                <c:pt idx="587">
                  <c:v>0.683793956088</c:v>
                </c:pt>
                <c:pt idx="588">
                  <c:v>0.68345415674</c:v>
                </c:pt>
                <c:pt idx="589">
                  <c:v>0.683102141434</c:v>
                </c:pt>
                <c:pt idx="590">
                  <c:v>0.682736691861</c:v>
                </c:pt>
                <c:pt idx="591">
                  <c:v>0.682358795454</c:v>
                </c:pt>
                <c:pt idx="592">
                  <c:v>0.68197069794</c:v>
                </c:pt>
                <c:pt idx="593">
                  <c:v>0.681574524176</c:v>
                </c:pt>
                <c:pt idx="594">
                  <c:v>0.681171076896</c:v>
                </c:pt>
                <c:pt idx="595">
                  <c:v>0.680759653517</c:v>
                </c:pt>
                <c:pt idx="596">
                  <c:v>0.68033886235</c:v>
                </c:pt>
                <c:pt idx="597">
                  <c:v>0.679907722536</c:v>
                </c:pt>
                <c:pt idx="598">
                  <c:v>0.679466230937</c:v>
                </c:pt>
                <c:pt idx="599">
                  <c:v>0.679015222239</c:v>
                </c:pt>
                <c:pt idx="600">
                  <c:v>0.678555803535</c:v>
                </c:pt>
                <c:pt idx="601">
                  <c:v>0.678088883329</c:v>
                </c:pt>
                <c:pt idx="602">
                  <c:v>0.677614894342</c:v>
                </c:pt>
                <c:pt idx="603">
                  <c:v>0.67713378705</c:v>
                </c:pt>
                <c:pt idx="604">
                  <c:v>0.67664521124</c:v>
                </c:pt>
                <c:pt idx="605">
                  <c:v>0.676148742323</c:v>
                </c:pt>
                <c:pt idx="606">
                  <c:v>0.675644074987</c:v>
                </c:pt>
                <c:pt idx="607">
                  <c:v>0.675131125037</c:v>
                </c:pt>
                <c:pt idx="608">
                  <c:v>0.674610043591</c:v>
                </c:pt>
                <c:pt idx="609">
                  <c:v>0.674081138909</c:v>
                </c:pt>
                <c:pt idx="610">
                  <c:v>0.673544758312</c:v>
                </c:pt>
                <c:pt idx="611">
                  <c:v>0.673001190494</c:v>
                </c:pt>
                <c:pt idx="612">
                  <c:v>0.672450622624</c:v>
                </c:pt>
                <c:pt idx="613">
                  <c:v>0.671893168391</c:v>
                </c:pt>
                <c:pt idx="614">
                  <c:v>0.67132895175</c:v>
                </c:pt>
                <c:pt idx="615">
                  <c:v>0.67075817092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0.999999999998</c:v>
                </c:pt>
                <c:pt idx="16">
                  <c:v>0.999999999991</c:v>
                </c:pt>
                <c:pt idx="17">
                  <c:v>0.999999999961</c:v>
                </c:pt>
                <c:pt idx="18">
                  <c:v>0.999999999854</c:v>
                </c:pt>
                <c:pt idx="19">
                  <c:v>0.999999999497</c:v>
                </c:pt>
                <c:pt idx="20">
                  <c:v>0.999999998406</c:v>
                </c:pt>
                <c:pt idx="21">
                  <c:v>0.999999995357</c:v>
                </c:pt>
                <c:pt idx="22">
                  <c:v>0.999999987553</c:v>
                </c:pt>
                <c:pt idx="23">
                  <c:v>0.999999969171</c:v>
                </c:pt>
                <c:pt idx="24">
                  <c:v>0.999999929094</c:v>
                </c:pt>
                <c:pt idx="25">
                  <c:v>0.999999847505</c:v>
                </c:pt>
                <c:pt idx="26">
                  <c:v>0.999999690795</c:v>
                </c:pt>
                <c:pt idx="27">
                  <c:v>0.999999403937</c:v>
                </c:pt>
                <c:pt idx="28">
                  <c:v>0.99999889963</c:v>
                </c:pt>
                <c:pt idx="29">
                  <c:v>0.999998044688</c:v>
                </c:pt>
                <c:pt idx="30">
                  <c:v>0.999996644847</c:v>
                </c:pt>
                <c:pt idx="31">
                  <c:v>0.999994429705</c:v>
                </c:pt>
                <c:pt idx="32">
                  <c:v>0.999991034763</c:v>
                </c:pt>
                <c:pt idx="33">
                  <c:v>0.999985977366</c:v>
                </c:pt>
                <c:pt idx="34">
                  <c:v>0.999978624491</c:v>
                </c:pt>
                <c:pt idx="35">
                  <c:v>0.999968159517</c:v>
                </c:pt>
                <c:pt idx="36">
                  <c:v>0.999953559212</c:v>
                </c:pt>
                <c:pt idx="37">
                  <c:v>0.999933589568</c:v>
                </c:pt>
                <c:pt idx="38">
                  <c:v>0.999906817063</c:v>
                </c:pt>
                <c:pt idx="39">
                  <c:v>0.999871614549</c:v>
                </c:pt>
                <c:pt idx="40">
                  <c:v>0.999826152255</c:v>
                </c:pt>
                <c:pt idx="41">
                  <c:v>0.999768369575</c:v>
                </c:pt>
                <c:pt idx="42">
                  <c:v>0.999695940528</c:v>
                </c:pt>
                <c:pt idx="43">
                  <c:v>0.99960625465</c:v>
                </c:pt>
                <c:pt idx="44">
                  <c:v>0.999496417612</c:v>
                </c:pt>
                <c:pt idx="45">
                  <c:v>0.999363286069</c:v>
                </c:pt>
                <c:pt idx="46">
                  <c:v>0.999203525198</c:v>
                </c:pt>
                <c:pt idx="47">
                  <c:v>0.999013693244</c:v>
                </c:pt>
                <c:pt idx="48">
                  <c:v>0.998790292996</c:v>
                </c:pt>
                <c:pt idx="49">
                  <c:v>0.998529786878</c:v>
                </c:pt>
                <c:pt idx="50">
                  <c:v>0.998228595827</c:v>
                </c:pt>
                <c:pt idx="51">
                  <c:v>0.997883100586</c:v>
                </c:pt>
                <c:pt idx="52">
                  <c:v>0.997489687595</c:v>
                </c:pt>
                <c:pt idx="53">
                  <c:v>0.997044818311</c:v>
                </c:pt>
                <c:pt idx="54">
                  <c:v>0.996545140012</c:v>
                </c:pt>
                <c:pt idx="55">
                  <c:v>0.995987594387</c:v>
                </c:pt>
                <c:pt idx="56">
                  <c:v>0.995369465015</c:v>
                </c:pt>
                <c:pt idx="57">
                  <c:v>0.994688338575</c:v>
                </c:pt>
                <c:pt idx="58">
                  <c:v>0.993942036145</c:v>
                </c:pt>
                <c:pt idx="59">
                  <c:v>0.993128544183</c:v>
                </c:pt>
                <c:pt idx="60">
                  <c:v>0.992246027404</c:v>
                </c:pt>
                <c:pt idx="61">
                  <c:v>0.991292916447</c:v>
                </c:pt>
                <c:pt idx="62">
                  <c:v>0.990268061297</c:v>
                </c:pt>
                <c:pt idx="63">
                  <c:v>0.989170907604</c:v>
                </c:pt>
                <c:pt idx="64">
                  <c:v>0.988001700482</c:v>
                </c:pt>
                <c:pt idx="65">
                  <c:v>0.986761648153</c:v>
                </c:pt>
                <c:pt idx="66">
                  <c:v>0.98545307746</c:v>
                </c:pt>
                <c:pt idx="67">
                  <c:v>0.984079510275</c:v>
                </c:pt>
                <c:pt idx="68">
                  <c:v>0.982645722255</c:v>
                </c:pt>
                <c:pt idx="69">
                  <c:v>0.981157640483</c:v>
                </c:pt>
                <c:pt idx="70">
                  <c:v>0.979622218374</c:v>
                </c:pt>
                <c:pt idx="71">
                  <c:v>0.978047108008</c:v>
                </c:pt>
                <c:pt idx="72">
                  <c:v>0.976440245897</c:v>
                </c:pt>
                <c:pt idx="73">
                  <c:v>0.974809251932</c:v>
                </c:pt>
                <c:pt idx="74">
                  <c:v>0.973161009999</c:v>
                </c:pt>
                <c:pt idx="75">
                  <c:v>0.971501294848</c:v>
                </c:pt>
                <c:pt idx="76">
                  <c:v>0.969834865029</c:v>
                </c:pt>
                <c:pt idx="77">
                  <c:v>0.968165660357</c:v>
                </c:pt>
                <c:pt idx="78">
                  <c:v>0.9664971191</c:v>
                </c:pt>
                <c:pt idx="79">
                  <c:v>0.964832325134</c:v>
                </c:pt>
                <c:pt idx="80">
                  <c:v>0.963174186804</c:v>
                </c:pt>
                <c:pt idx="81">
                  <c:v>0.961525436199</c:v>
                </c:pt>
                <c:pt idx="82">
                  <c:v>0.959888676915</c:v>
                </c:pt>
                <c:pt idx="83">
                  <c:v>0.958266382082</c:v>
                </c:pt>
                <c:pt idx="84">
                  <c:v>0.956660819219</c:v>
                </c:pt>
                <c:pt idx="85">
                  <c:v>0.955073945294</c:v>
                </c:pt>
                <c:pt idx="86">
                  <c:v>0.953507386914</c:v>
                </c:pt>
                <c:pt idx="87">
                  <c:v>0.951962494917</c:v>
                </c:pt>
                <c:pt idx="88">
                  <c:v>0.950440272066</c:v>
                </c:pt>
                <c:pt idx="89">
                  <c:v>0.948941380433</c:v>
                </c:pt>
                <c:pt idx="90">
                  <c:v>0.947466334881</c:v>
                </c:pt>
                <c:pt idx="91">
                  <c:v>0.946015807418</c:v>
                </c:pt>
                <c:pt idx="92">
                  <c:v>0.944590822723</c:v>
                </c:pt>
                <c:pt idx="93">
                  <c:v>0.943193132197</c:v>
                </c:pt>
                <c:pt idx="94">
                  <c:v>0.941824057461</c:v>
                </c:pt>
                <c:pt idx="95">
                  <c:v>0.940483008028</c:v>
                </c:pt>
                <c:pt idx="96">
                  <c:v>0.939168567788</c:v>
                </c:pt>
                <c:pt idx="97">
                  <c:v>0.937879805278</c:v>
                </c:pt>
                <c:pt idx="98">
                  <c:v>0.936616673568</c:v>
                </c:pt>
                <c:pt idx="99">
                  <c:v>0.935379726664</c:v>
                </c:pt>
                <c:pt idx="100">
                  <c:v>0.934169228555</c:v>
                </c:pt>
                <c:pt idx="101">
                  <c:v>0.93298460487</c:v>
                </c:pt>
                <c:pt idx="102">
                  <c:v>0.931824904845</c:v>
                </c:pt>
                <c:pt idx="103">
                  <c:v>0.930689685814</c:v>
                </c:pt>
                <c:pt idx="104">
                  <c:v>0.929578897626</c:v>
                </c:pt>
                <c:pt idx="105">
                  <c:v>0.928492318303</c:v>
                </c:pt>
                <c:pt idx="106">
                  <c:v>0.9274292707</c:v>
                </c:pt>
                <c:pt idx="107">
                  <c:v>0.92638810987</c:v>
                </c:pt>
                <c:pt idx="108">
                  <c:v>0.925366708276</c:v>
                </c:pt>
                <c:pt idx="109">
                  <c:v>0.924363298712</c:v>
                </c:pt>
                <c:pt idx="110">
                  <c:v>0.923376757043</c:v>
                </c:pt>
                <c:pt idx="111">
                  <c:v>0.922406490923</c:v>
                </c:pt>
                <c:pt idx="112">
                  <c:v>0.921452061309</c:v>
                </c:pt>
                <c:pt idx="113">
                  <c:v>0.920512787568</c:v>
                </c:pt>
                <c:pt idx="114">
                  <c:v>0.919587727866</c:v>
                </c:pt>
                <c:pt idx="115">
                  <c:v>0.918675846665</c:v>
                </c:pt>
                <c:pt idx="116">
                  <c:v>0.917776197016</c:v>
                </c:pt>
                <c:pt idx="117">
                  <c:v>0.916887968685</c:v>
                </c:pt>
                <c:pt idx="118">
                  <c:v>0.916010446616</c:v>
                </c:pt>
                <c:pt idx="119">
                  <c:v>0.915142941969</c:v>
                </c:pt>
                <c:pt idx="120">
                  <c:v>0.914284784393</c:v>
                </c:pt>
                <c:pt idx="121">
                  <c:v>0.913435373386</c:v>
                </c:pt>
                <c:pt idx="122">
                  <c:v>0.912594171181</c:v>
                </c:pt>
                <c:pt idx="123">
                  <c:v>0.911760657419</c:v>
                </c:pt>
                <c:pt idx="124">
                  <c:v>0.910934315266</c:v>
                </c:pt>
                <c:pt idx="125">
                  <c:v>0.910114646108</c:v>
                </c:pt>
                <c:pt idx="126">
                  <c:v>0.909301204877</c:v>
                </c:pt>
                <c:pt idx="127">
                  <c:v>0.908493646565</c:v>
                </c:pt>
                <c:pt idx="128">
                  <c:v>0.907691712149</c:v>
                </c:pt>
                <c:pt idx="129">
                  <c:v>0.906895190804</c:v>
                </c:pt>
                <c:pt idx="130">
                  <c:v>0.906103862169</c:v>
                </c:pt>
                <c:pt idx="131">
                  <c:v>0.905317478365</c:v>
                </c:pt>
                <c:pt idx="132">
                  <c:v>0.904535772061</c:v>
                </c:pt>
                <c:pt idx="133">
                  <c:v>0.903758493113</c:v>
                </c:pt>
                <c:pt idx="134">
                  <c:v>0.902985408929</c:v>
                </c:pt>
                <c:pt idx="135">
                  <c:v>0.90221629451</c:v>
                </c:pt>
                <c:pt idx="136">
                  <c:v>0.901450909416</c:v>
                </c:pt>
                <c:pt idx="137">
                  <c:v>0.900688983341</c:v>
                </c:pt>
                <c:pt idx="138">
                  <c:v>0.899930203005</c:v>
                </c:pt>
                <c:pt idx="139">
                  <c:v>0.899174201914</c:v>
                </c:pt>
                <c:pt idx="140">
                  <c:v>0.898420542198</c:v>
                </c:pt>
                <c:pt idx="141">
                  <c:v>0.89766868432</c:v>
                </c:pt>
                <c:pt idx="142">
                  <c:v>0.896917947525</c:v>
                </c:pt>
                <c:pt idx="143">
                  <c:v>0.896167431567</c:v>
                </c:pt>
                <c:pt idx="144">
                  <c:v>0.895415885149</c:v>
                </c:pt>
                <c:pt idx="145">
                  <c:v>0.894661538306</c:v>
                </c:pt>
                <c:pt idx="146">
                  <c:v>0.893902065003</c:v>
                </c:pt>
                <c:pt idx="147">
                  <c:v>0.893135025409</c:v>
                </c:pt>
                <c:pt idx="148">
                  <c:v>0.892358581817</c:v>
                </c:pt>
                <c:pt idx="149">
                  <c:v>0.891572689186</c:v>
                </c:pt>
                <c:pt idx="150">
                  <c:v>0.890779907143</c:v>
                </c:pt>
                <c:pt idx="151">
                  <c:v>0.889997750889</c:v>
                </c:pt>
                <c:pt idx="152">
                  <c:v>0.889227455837</c:v>
                </c:pt>
                <c:pt idx="153">
                  <c:v>0.888471391982</c:v>
                </c:pt>
                <c:pt idx="154">
                  <c:v>0.887732282643</c:v>
                </c:pt>
                <c:pt idx="155">
                  <c:v>0.887010184793</c:v>
                </c:pt>
                <c:pt idx="156">
                  <c:v>0.886303609816</c:v>
                </c:pt>
                <c:pt idx="157">
                  <c:v>0.885606719074</c:v>
                </c:pt>
                <c:pt idx="158">
                  <c:v>0.884903461691</c:v>
                </c:pt>
                <c:pt idx="159">
                  <c:v>0.884205522071</c:v>
                </c:pt>
                <c:pt idx="160">
                  <c:v>0.883536858963</c:v>
                </c:pt>
                <c:pt idx="161">
                  <c:v>0.882887727577</c:v>
                </c:pt>
                <c:pt idx="162">
                  <c:v>0.882254197743</c:v>
                </c:pt>
                <c:pt idx="163">
                  <c:v>0.881635803207</c:v>
                </c:pt>
                <c:pt idx="164">
                  <c:v>0.881031797615</c:v>
                </c:pt>
                <c:pt idx="165">
                  <c:v>0.880440757616</c:v>
                </c:pt>
                <c:pt idx="166">
                  <c:v>0.879860718464</c:v>
                </c:pt>
                <c:pt idx="167">
                  <c:v>0.879289348928</c:v>
                </c:pt>
                <c:pt idx="168">
                  <c:v>0.878724815657</c:v>
                </c:pt>
                <c:pt idx="169">
                  <c:v>0.878166291992</c:v>
                </c:pt>
                <c:pt idx="170">
                  <c:v>0.877613600186</c:v>
                </c:pt>
                <c:pt idx="171">
                  <c:v>0.877066490659</c:v>
                </c:pt>
                <c:pt idx="172">
                  <c:v>0.876524402091</c:v>
                </c:pt>
                <c:pt idx="173">
                  <c:v>0.875986346457</c:v>
                </c:pt>
                <c:pt idx="174">
                  <c:v>0.875451027491</c:v>
                </c:pt>
                <c:pt idx="175">
                  <c:v>0.874917049908</c:v>
                </c:pt>
                <c:pt idx="176">
                  <c:v>0.874383162208</c:v>
                </c:pt>
                <c:pt idx="177">
                  <c:v>0.873848356247</c:v>
                </c:pt>
                <c:pt idx="178">
                  <c:v>0.873312003121</c:v>
                </c:pt>
                <c:pt idx="179">
                  <c:v>0.872773738412</c:v>
                </c:pt>
                <c:pt idx="180">
                  <c:v>0.872233104986</c:v>
                </c:pt>
                <c:pt idx="181">
                  <c:v>0.871689585116</c:v>
                </c:pt>
                <c:pt idx="182">
                  <c:v>0.871142722596</c:v>
                </c:pt>
                <c:pt idx="183">
                  <c:v>0.870592202275</c:v>
                </c:pt>
                <c:pt idx="184">
                  <c:v>0.870037799399</c:v>
                </c:pt>
                <c:pt idx="185">
                  <c:v>0.869479371618</c:v>
                </c:pt>
                <c:pt idx="186">
                  <c:v>0.868916956415</c:v>
                </c:pt>
                <c:pt idx="187">
                  <c:v>0.868350725597</c:v>
                </c:pt>
                <c:pt idx="188">
                  <c:v>0.8677807763</c:v>
                </c:pt>
                <c:pt idx="189">
                  <c:v>0.867207065008</c:v>
                </c:pt>
                <c:pt idx="190">
                  <c:v>0.866629416042</c:v>
                </c:pt>
                <c:pt idx="191">
                  <c:v>0.866047632792</c:v>
                </c:pt>
                <c:pt idx="192">
                  <c:v>0.865461538928</c:v>
                </c:pt>
                <c:pt idx="193">
                  <c:v>0.864871069938</c:v>
                </c:pt>
                <c:pt idx="194">
                  <c:v>0.864276364331</c:v>
                </c:pt>
                <c:pt idx="195">
                  <c:v>0.863677691584</c:v>
                </c:pt>
                <c:pt idx="196">
                  <c:v>0.863075369872</c:v>
                </c:pt>
                <c:pt idx="197">
                  <c:v>0.862469674797</c:v>
                </c:pt>
                <c:pt idx="198">
                  <c:v>0.861860745654</c:v>
                </c:pt>
                <c:pt idx="199">
                  <c:v>0.861248592404</c:v>
                </c:pt>
                <c:pt idx="200">
                  <c:v>0.860633165947</c:v>
                </c:pt>
                <c:pt idx="201">
                  <c:v>0.860014420479</c:v>
                </c:pt>
                <c:pt idx="202">
                  <c:v>0.859392409415</c:v>
                </c:pt>
                <c:pt idx="203">
                  <c:v>0.858767298466</c:v>
                </c:pt>
                <c:pt idx="204">
                  <c:v>0.858139270133</c:v>
                </c:pt>
                <c:pt idx="205">
                  <c:v>0.857508420221</c:v>
                </c:pt>
                <c:pt idx="206">
                  <c:v>0.856874725814</c:v>
                </c:pt>
                <c:pt idx="207">
                  <c:v>0.856238088196</c:v>
                </c:pt>
                <c:pt idx="208">
                  <c:v>0.855598415402</c:v>
                </c:pt>
                <c:pt idx="209">
                  <c:v>0.854955700266</c:v>
                </c:pt>
                <c:pt idx="210">
                  <c:v>0.854310055472</c:v>
                </c:pt>
                <c:pt idx="211">
                  <c:v>0.853661693741</c:v>
                </c:pt>
                <c:pt idx="212">
                  <c:v>0.853010873765</c:v>
                </c:pt>
                <c:pt idx="213">
                  <c:v>0.852357850089</c:v>
                </c:pt>
                <c:pt idx="214">
                  <c:v>0.851702836394</c:v>
                </c:pt>
                <c:pt idx="215">
                  <c:v>0.851046003366</c:v>
                </c:pt>
                <c:pt idx="216">
                  <c:v>0.850387494698</c:v>
                </c:pt>
                <c:pt idx="217">
                  <c:v>0.849727443135</c:v>
                </c:pt>
                <c:pt idx="218">
                  <c:v>0.84906596696</c:v>
                </c:pt>
                <c:pt idx="219">
                  <c:v>0.848403146997</c:v>
                </c:pt>
                <c:pt idx="220">
                  <c:v>0.847738998849</c:v>
                </c:pt>
                <c:pt idx="221">
                  <c:v>0.847073452655</c:v>
                </c:pt>
                <c:pt idx="222">
                  <c:v>0.84640636782</c:v>
                </c:pt>
                <c:pt idx="223">
                  <c:v>0.845737574116</c:v>
                </c:pt>
                <c:pt idx="224">
                  <c:v>0.845066917624</c:v>
                </c:pt>
                <c:pt idx="225">
                  <c:v>0.84439430455</c:v>
                </c:pt>
                <c:pt idx="226">
                  <c:v>0.843719726874</c:v>
                </c:pt>
                <c:pt idx="227">
                  <c:v>0.843043253358</c:v>
                </c:pt>
                <c:pt idx="228">
                  <c:v>0.842365001241</c:v>
                </c:pt>
                <c:pt idx="229">
                  <c:v>0.84168510529</c:v>
                </c:pt>
                <c:pt idx="230">
                  <c:v>0.84100367197</c:v>
                </c:pt>
                <c:pt idx="231">
                  <c:v>0.840320753672</c:v>
                </c:pt>
                <c:pt idx="232">
                  <c:v>0.839636351687</c:v>
                </c:pt>
                <c:pt idx="233">
                  <c:v>0.838950434288</c:v>
                </c:pt>
                <c:pt idx="234">
                  <c:v>0.838262955592</c:v>
                </c:pt>
                <c:pt idx="235">
                  <c:v>0.837573884835</c:v>
                </c:pt>
                <c:pt idx="236">
                  <c:v>0.836883229088</c:v>
                </c:pt>
                <c:pt idx="237">
                  <c:v>0.836191042609</c:v>
                </c:pt>
                <c:pt idx="238">
                  <c:v>0.835497413491</c:v>
                </c:pt>
                <c:pt idx="239">
                  <c:v>0.834802469569</c:v>
                </c:pt>
                <c:pt idx="240">
                  <c:v>0.834106269367</c:v>
                </c:pt>
                <c:pt idx="241">
                  <c:v>0.833408684132</c:v>
                </c:pt>
                <c:pt idx="242">
                  <c:v>0.832709506465</c:v>
                </c:pt>
                <c:pt idx="243">
                  <c:v>0.832008667087</c:v>
                </c:pt>
                <c:pt idx="244">
                  <c:v>0.831306299682</c:v>
                </c:pt>
                <c:pt idx="245">
                  <c:v>0.830602685705</c:v>
                </c:pt>
                <c:pt idx="246">
                  <c:v>0.8298980631</c:v>
                </c:pt>
                <c:pt idx="247">
                  <c:v>0.829192524323</c:v>
                </c:pt>
                <c:pt idx="248">
                  <c:v>0.828486082821</c:v>
                </c:pt>
                <c:pt idx="249">
                  <c:v>0.827778859942</c:v>
                </c:pt>
                <c:pt idx="250">
                  <c:v>0.827071088549</c:v>
                </c:pt>
                <c:pt idx="251">
                  <c:v>0.826362990809</c:v>
                </c:pt>
                <c:pt idx="252">
                  <c:v>0.825654651945</c:v>
                </c:pt>
                <c:pt idx="253">
                  <c:v>0.824945939353</c:v>
                </c:pt>
                <c:pt idx="254">
                  <c:v>0.824236502223</c:v>
                </c:pt>
                <c:pt idx="255">
                  <c:v>0.823526052133</c:v>
                </c:pt>
                <c:pt idx="256">
                  <c:v>0.822814557814</c:v>
                </c:pt>
                <c:pt idx="257">
                  <c:v>0.822102323515</c:v>
                </c:pt>
                <c:pt idx="258">
                  <c:v>0.821389733053</c:v>
                </c:pt>
                <c:pt idx="259">
                  <c:v>0.8206769952</c:v>
                </c:pt>
                <c:pt idx="260">
                  <c:v>0.819964076687</c:v>
                </c:pt>
                <c:pt idx="261">
                  <c:v>0.819250829734</c:v>
                </c:pt>
                <c:pt idx="262">
                  <c:v>0.818537153046</c:v>
                </c:pt>
                <c:pt idx="263">
                  <c:v>0.81782305489</c:v>
                </c:pt>
                <c:pt idx="264">
                  <c:v>0.817108612874</c:v>
                </c:pt>
                <c:pt idx="265">
                  <c:v>0.816393903907</c:v>
                </c:pt>
                <c:pt idx="266">
                  <c:v>0.815678956768</c:v>
                </c:pt>
                <c:pt idx="267">
                  <c:v>0.814963776793</c:v>
                </c:pt>
                <c:pt idx="268">
                  <c:v>0.814248364007</c:v>
                </c:pt>
                <c:pt idx="269">
                  <c:v>0.81353269518</c:v>
                </c:pt>
                <c:pt idx="270">
                  <c:v>0.812816709094</c:v>
                </c:pt>
                <c:pt idx="271">
                  <c:v>0.812100305492</c:v>
                </c:pt>
                <c:pt idx="272">
                  <c:v>0.811383381024</c:v>
                </c:pt>
                <c:pt idx="273">
                  <c:v>0.810665892118</c:v>
                </c:pt>
                <c:pt idx="274">
                  <c:v>0.809947883088</c:v>
                </c:pt>
                <c:pt idx="275">
                  <c:v>0.809229468391</c:v>
                </c:pt>
                <c:pt idx="276">
                  <c:v>0.80851076226</c:v>
                </c:pt>
                <c:pt idx="277">
                  <c:v>0.80779182542</c:v>
                </c:pt>
                <c:pt idx="278">
                  <c:v>0.807072663101</c:v>
                </c:pt>
                <c:pt idx="279">
                  <c:v>0.806353266277</c:v>
                </c:pt>
                <c:pt idx="280">
                  <c:v>0.805633651433</c:v>
                </c:pt>
                <c:pt idx="281">
                  <c:v>0.804913873928</c:v>
                </c:pt>
                <c:pt idx="282">
                  <c:v>0.804194006733</c:v>
                </c:pt>
                <c:pt idx="283">
                  <c:v>0.80347411729</c:v>
                </c:pt>
                <c:pt idx="284">
                  <c:v>0.802754256546</c:v>
                </c:pt>
                <c:pt idx="285">
                  <c:v>0.802034465968</c:v>
                </c:pt>
                <c:pt idx="286">
                  <c:v>0.801314781314</c:v>
                </c:pt>
                <c:pt idx="287">
                  <c:v>0.800595235095</c:v>
                </c:pt>
                <c:pt idx="288">
                  <c:v>0.799875854008</c:v>
                </c:pt>
                <c:pt idx="289">
                  <c:v>0.799156655295</c:v>
                </c:pt>
                <c:pt idx="290">
                  <c:v>0.79843765733</c:v>
                </c:pt>
                <c:pt idx="291">
                  <c:v>0.797718899265</c:v>
                </c:pt>
                <c:pt idx="292">
                  <c:v>0.797000441562</c:v>
                </c:pt>
                <c:pt idx="293">
                  <c:v>0.79628235338</c:v>
                </c:pt>
                <c:pt idx="294">
                  <c:v>0.795564690065</c:v>
                </c:pt>
                <c:pt idx="295">
                  <c:v>0.794847476748</c:v>
                </c:pt>
                <c:pt idx="296">
                  <c:v>0.794130716073</c:v>
                </c:pt>
                <c:pt idx="297">
                  <c:v>0.793414408186</c:v>
                </c:pt>
                <c:pt idx="298">
                  <c:v>0.792698561307</c:v>
                </c:pt>
                <c:pt idx="299">
                  <c:v>0.791983190542</c:v>
                </c:pt>
                <c:pt idx="300">
                  <c:v>0.791268309072</c:v>
                </c:pt>
                <c:pt idx="301">
                  <c:v>0.790553921763</c:v>
                </c:pt>
                <c:pt idx="302">
                  <c:v>0.78984002816</c:v>
                </c:pt>
                <c:pt idx="303">
                  <c:v>0.789126634262</c:v>
                </c:pt>
                <c:pt idx="304">
                  <c:v>0.788413758071</c:v>
                </c:pt>
                <c:pt idx="305">
                  <c:v>0.787701426366</c:v>
                </c:pt>
                <c:pt idx="306">
                  <c:v>0.786989667724</c:v>
                </c:pt>
                <c:pt idx="307">
                  <c:v>0.78627850636</c:v>
                </c:pt>
                <c:pt idx="308">
                  <c:v>0.78556796419</c:v>
                </c:pt>
                <c:pt idx="309">
                  <c:v>0.784858073348</c:v>
                </c:pt>
                <c:pt idx="310">
                  <c:v>0.784148867613</c:v>
                </c:pt>
                <c:pt idx="311">
                  <c:v>0.783440373886</c:v>
                </c:pt>
                <c:pt idx="312">
                  <c:v>0.782732613938</c:v>
                </c:pt>
                <c:pt idx="313">
                  <c:v>0.782025605197</c:v>
                </c:pt>
                <c:pt idx="314">
                  <c:v>0.781319363139</c:v>
                </c:pt>
                <c:pt idx="315">
                  <c:v>0.780613903037</c:v>
                </c:pt>
                <c:pt idx="316">
                  <c:v>0.779909240668</c:v>
                </c:pt>
                <c:pt idx="317">
                  <c:v>0.779205380212</c:v>
                </c:pt>
                <c:pt idx="318">
                  <c:v>0.778502323223</c:v>
                </c:pt>
                <c:pt idx="319">
                  <c:v>0.777800085138</c:v>
                </c:pt>
                <c:pt idx="320">
                  <c:v>0.77709869767</c:v>
                </c:pt>
                <c:pt idx="321">
                  <c:v>0.776398199656</c:v>
                </c:pt>
                <c:pt idx="322">
                  <c:v>0.775698618354</c:v>
                </c:pt>
                <c:pt idx="323">
                  <c:v>0.774999945132</c:v>
                </c:pt>
                <c:pt idx="324">
                  <c:v>0.774302155152</c:v>
                </c:pt>
                <c:pt idx="325">
                  <c:v>0.773605242224</c:v>
                </c:pt>
                <c:pt idx="326">
                  <c:v>0.772909230808</c:v>
                </c:pt>
                <c:pt idx="327">
                  <c:v>0.772214160054</c:v>
                </c:pt>
                <c:pt idx="328">
                  <c:v>0.771520056011</c:v>
                </c:pt>
                <c:pt idx="329">
                  <c:v>0.770826912173</c:v>
                </c:pt>
                <c:pt idx="330">
                  <c:v>0.770134702089</c:v>
                </c:pt>
                <c:pt idx="331">
                  <c:v>0.769443408985</c:v>
                </c:pt>
                <c:pt idx="332">
                  <c:v>0.768753040737</c:v>
                </c:pt>
                <c:pt idx="333">
                  <c:v>0.76806362282</c:v>
                </c:pt>
                <c:pt idx="334">
                  <c:v>0.767375179515</c:v>
                </c:pt>
                <c:pt idx="335">
                  <c:v>0.76668771172</c:v>
                </c:pt>
                <c:pt idx="336">
                  <c:v>0.766001197713</c:v>
                </c:pt>
                <c:pt idx="337">
                  <c:v>0.765315614257</c:v>
                </c:pt>
                <c:pt idx="338">
                  <c:v>0.764630956818</c:v>
                </c:pt>
                <c:pt idx="339">
                  <c:v>0.76394724523</c:v>
                </c:pt>
                <c:pt idx="340">
                  <c:v>0.763264508801</c:v>
                </c:pt>
                <c:pt idx="341">
                  <c:v>0.762582762295</c:v>
                </c:pt>
                <c:pt idx="342">
                  <c:v>0.761901996957</c:v>
                </c:pt>
                <c:pt idx="343">
                  <c:v>0.761222188198</c:v>
                </c:pt>
                <c:pt idx="344">
                  <c:v>0.760543312687</c:v>
                </c:pt>
                <c:pt idx="345">
                  <c:v>0.759865359335</c:v>
                </c:pt>
                <c:pt idx="346">
                  <c:v>0.759188327181</c:v>
                </c:pt>
                <c:pt idx="347">
                  <c:v>0.758512217331</c:v>
                </c:pt>
                <c:pt idx="348">
                  <c:v>0.757837025727</c:v>
                </c:pt>
                <c:pt idx="349">
                  <c:v>0.757162741666</c:v>
                </c:pt>
                <c:pt idx="350">
                  <c:v>0.756489351778</c:v>
                </c:pt>
                <c:pt idx="351">
                  <c:v>0.755816843899</c:v>
                </c:pt>
                <c:pt idx="352">
                  <c:v>0.755145208356</c:v>
                </c:pt>
                <c:pt idx="353">
                  <c:v>0.754474436117</c:v>
                </c:pt>
                <c:pt idx="354">
                  <c:v>0.753804516963</c:v>
                </c:pt>
                <c:pt idx="355">
                  <c:v>0.753135439395</c:v>
                </c:pt>
                <c:pt idx="356">
                  <c:v>0.752467192144</c:v>
                </c:pt>
                <c:pt idx="357">
                  <c:v>0.751799765455</c:v>
                </c:pt>
                <c:pt idx="358">
                  <c:v>0.751133150024</c:v>
                </c:pt>
                <c:pt idx="359">
                  <c:v>0.750467335055</c:v>
                </c:pt>
                <c:pt idx="360">
                  <c:v>0.749802307133</c:v>
                </c:pt>
                <c:pt idx="361">
                  <c:v>0.749138050338</c:v>
                </c:pt>
                <c:pt idx="362">
                  <c:v>0.748474548247</c:v>
                </c:pt>
                <c:pt idx="363">
                  <c:v>0.747811785827</c:v>
                </c:pt>
                <c:pt idx="364">
                  <c:v>0.747149750038</c:v>
                </c:pt>
                <c:pt idx="365">
                  <c:v>0.746488429159</c:v>
                </c:pt>
                <c:pt idx="366">
                  <c:v>0.745827811449</c:v>
                </c:pt>
                <c:pt idx="367">
                  <c:v>0.745167884416</c:v>
                </c:pt>
                <c:pt idx="368">
                  <c:v>0.744508635019</c:v>
                </c:pt>
                <c:pt idx="369">
                  <c:v>0.743850050224</c:v>
                </c:pt>
                <c:pt idx="370">
                  <c:v>0.743192117299</c:v>
                </c:pt>
                <c:pt idx="371">
                  <c:v>0.742534823516</c:v>
                </c:pt>
                <c:pt idx="372">
                  <c:v>0.741878155895</c:v>
                </c:pt>
                <c:pt idx="373">
                  <c:v>0.741222101188</c:v>
                </c:pt>
                <c:pt idx="374">
                  <c:v>0.740566646103</c:v>
                </c:pt>
                <c:pt idx="375">
                  <c:v>0.739911777605</c:v>
                </c:pt>
                <c:pt idx="376">
                  <c:v>0.739257482812</c:v>
                </c:pt>
                <c:pt idx="377">
                  <c:v>0.73860374865</c:v>
                </c:pt>
                <c:pt idx="378">
                  <c:v>0.737950561613</c:v>
                </c:pt>
                <c:pt idx="379">
                  <c:v>0.737297907925</c:v>
                </c:pt>
                <c:pt idx="380">
                  <c:v>0.736645774074</c:v>
                </c:pt>
                <c:pt idx="381">
                  <c:v>0.735994147264</c:v>
                </c:pt>
                <c:pt idx="382">
                  <c:v>0.735343015589</c:v>
                </c:pt>
                <c:pt idx="383">
                  <c:v>0.734692367778</c:v>
                </c:pt>
                <c:pt idx="384">
                  <c:v>0.734042192797</c:v>
                </c:pt>
                <c:pt idx="385">
                  <c:v>0.733392479731</c:v>
                </c:pt>
                <c:pt idx="386">
                  <c:v>0.732743217867</c:v>
                </c:pt>
                <c:pt idx="387">
                  <c:v>0.732094396789</c:v>
                </c:pt>
                <c:pt idx="388">
                  <c:v>0.731446006451</c:v>
                </c:pt>
                <c:pt idx="389">
                  <c:v>0.730798037175</c:v>
                </c:pt>
                <c:pt idx="390">
                  <c:v>0.730150479552</c:v>
                </c:pt>
                <c:pt idx="391">
                  <c:v>0.729503324438</c:v>
                </c:pt>
                <c:pt idx="392">
                  <c:v>0.728856563062</c:v>
                </c:pt>
                <c:pt idx="393">
                  <c:v>0.728210187145</c:v>
                </c:pt>
                <c:pt idx="394">
                  <c:v>0.727564189087</c:v>
                </c:pt>
                <c:pt idx="395">
                  <c:v>0.726918562125</c:v>
                </c:pt>
                <c:pt idx="396">
                  <c:v>0.726273300126</c:v>
                </c:pt>
                <c:pt idx="397">
                  <c:v>0.725628397186</c:v>
                </c:pt>
                <c:pt idx="398">
                  <c:v>0.724983847559</c:v>
                </c:pt>
                <c:pt idx="399">
                  <c:v>0.7243396458</c:v>
                </c:pt>
                <c:pt idx="400">
                  <c:v>0.723695787005</c:v>
                </c:pt>
                <c:pt idx="401">
                  <c:v>0.723052267165</c:v>
                </c:pt>
                <c:pt idx="402">
                  <c:v>0.722409082987</c:v>
                </c:pt>
                <c:pt idx="403">
                  <c:v>0.721766231267</c:v>
                </c:pt>
                <c:pt idx="404">
                  <c:v>0.721123708658</c:v>
                </c:pt>
                <c:pt idx="405">
                  <c:v>0.720481511742</c:v>
                </c:pt>
                <c:pt idx="406">
                  <c:v>0.71983963706</c:v>
                </c:pt>
                <c:pt idx="407">
                  <c:v>0.719198081776</c:v>
                </c:pt>
                <c:pt idx="408">
                  <c:v>0.718556843386</c:v>
                </c:pt>
                <c:pt idx="409">
                  <c:v>0.717915917792</c:v>
                </c:pt>
                <c:pt idx="410">
                  <c:v>0.717275301137</c:v>
                </c:pt>
                <c:pt idx="411">
                  <c:v>0.716634993423</c:v>
                </c:pt>
                <c:pt idx="412">
                  <c:v>0.715994994557</c:v>
                </c:pt>
                <c:pt idx="413">
                  <c:v>0.715355284958</c:v>
                </c:pt>
                <c:pt idx="414">
                  <c:v>0.7147157896</c:v>
                </c:pt>
                <c:pt idx="415">
                  <c:v>0.714076319979</c:v>
                </c:pt>
                <c:pt idx="416">
                  <c:v>0.71343643792</c:v>
                </c:pt>
                <c:pt idx="417">
                  <c:v>0.712795138704</c:v>
                </c:pt>
                <c:pt idx="418">
                  <c:v>0.712150119644</c:v>
                </c:pt>
                <c:pt idx="419">
                  <c:v>0.71149617212</c:v>
                </c:pt>
                <c:pt idx="420">
                  <c:v>0.710824167528</c:v>
                </c:pt>
                <c:pt idx="421">
                  <c:v>0.710130548597</c:v>
                </c:pt>
                <c:pt idx="422">
                  <c:v>0.709413957851</c:v>
                </c:pt>
                <c:pt idx="423">
                  <c:v>0.708672419843</c:v>
                </c:pt>
                <c:pt idx="424">
                  <c:v>0.707902100474</c:v>
                </c:pt>
                <c:pt idx="425">
                  <c:v>0.707096193103</c:v>
                </c:pt>
                <c:pt idx="426">
                  <c:v>0.706244154317</c:v>
                </c:pt>
                <c:pt idx="427">
                  <c:v>0.705331537895</c:v>
                </c:pt>
                <c:pt idx="428">
                  <c:v>0.704341020517</c:v>
                </c:pt>
                <c:pt idx="429">
                  <c:v>0.703254717004</c:v>
                </c:pt>
                <c:pt idx="430">
                  <c:v>0.70205679899</c:v>
                </c:pt>
                <c:pt idx="431">
                  <c:v>0.700735935702</c:v>
                </c:pt>
                <c:pt idx="432">
                  <c:v>0.699286305347</c:v>
                </c:pt>
                <c:pt idx="433">
                  <c:v>0.697708185213</c:v>
                </c:pt>
                <c:pt idx="434">
                  <c:v>0.696006892853</c:v>
                </c:pt>
                <c:pt idx="435">
                  <c:v>0.694190568162</c:v>
                </c:pt>
                <c:pt idx="436">
                  <c:v>0.692267324871</c:v>
                </c:pt>
                <c:pt idx="437">
                  <c:v>0.690243583686</c:v>
                </c:pt>
                <c:pt idx="438">
                  <c:v>0.68812465246</c:v>
                </c:pt>
                <c:pt idx="439">
                  <c:v>0.68591709455</c:v>
                </c:pt>
                <c:pt idx="440">
                  <c:v>0.683630066252</c:v>
                </c:pt>
                <c:pt idx="441">
                  <c:v>0.681275241272</c:v>
                </c:pt>
                <c:pt idx="442">
                  <c:v>0.678863718958</c:v>
                </c:pt>
                <c:pt idx="443">
                  <c:v>0.676403561452</c:v>
                </c:pt>
                <c:pt idx="444">
                  <c:v>0.673899048265</c:v>
                </c:pt>
                <c:pt idx="445">
                  <c:v>0.671352459188</c:v>
                </c:pt>
                <c:pt idx="446">
                  <c:v>0.668766647617</c:v>
                </c:pt>
                <c:pt idx="447">
                  <c:v>0.666146777022</c:v>
                </c:pt>
                <c:pt idx="448">
                  <c:v>0.663500324347</c:v>
                </c:pt>
                <c:pt idx="449">
                  <c:v>0.660835350744</c:v>
                </c:pt>
                <c:pt idx="450">
                  <c:v>0.658158963461</c:v>
                </c:pt>
                <c:pt idx="451">
                  <c:v>0.655476529353</c:v>
                </c:pt>
                <c:pt idx="452">
                  <c:v>0.652791936463</c:v>
                </c:pt>
                <c:pt idx="453">
                  <c:v>0.650108706205</c:v>
                </c:pt>
                <c:pt idx="454">
                  <c:v>0.64743109697</c:v>
                </c:pt>
                <c:pt idx="455">
                  <c:v>0.644765105305</c:v>
                </c:pt>
                <c:pt idx="456">
                  <c:v>0.642118898107</c:v>
                </c:pt>
                <c:pt idx="457">
                  <c:v>0.639502960699</c:v>
                </c:pt>
                <c:pt idx="458">
                  <c:v>0.636929430385</c:v>
                </c:pt>
                <c:pt idx="459">
                  <c:v>0.634411370974</c:v>
                </c:pt>
                <c:pt idx="460">
                  <c:v>0.631962403902</c:v>
                </c:pt>
                <c:pt idx="461">
                  <c:v>0.629596639744</c:v>
                </c:pt>
                <c:pt idx="462">
                  <c:v>0.627328935717</c:v>
                </c:pt>
                <c:pt idx="463">
                  <c:v>0.625175016647</c:v>
                </c:pt>
                <c:pt idx="464">
                  <c:v>0.623151466537</c:v>
                </c:pt>
                <c:pt idx="465">
                  <c:v>0.621275411232</c:v>
                </c:pt>
                <c:pt idx="466">
                  <c:v>0.619563963063</c:v>
                </c:pt>
                <c:pt idx="467">
                  <c:v>0.618033705221</c:v>
                </c:pt>
                <c:pt idx="468">
                  <c:v>0.616700512669</c:v>
                </c:pt>
                <c:pt idx="469">
                  <c:v>0.615579623785</c:v>
                </c:pt>
                <c:pt idx="470">
                  <c:v>0.614685836204</c:v>
                </c:pt>
                <c:pt idx="471">
                  <c:v>0.614033551081</c:v>
                </c:pt>
                <c:pt idx="472">
                  <c:v>0.613636569933</c:v>
                </c:pt>
                <c:pt idx="473">
                  <c:v>0.613507663872</c:v>
                </c:pt>
                <c:pt idx="474">
                  <c:v>0.613657998365</c:v>
                </c:pt>
                <c:pt idx="475">
                  <c:v>0.61409648969</c:v>
                </c:pt>
                <c:pt idx="476">
                  <c:v>0.614829137778</c:v>
                </c:pt>
                <c:pt idx="477">
                  <c:v>0.61585840215</c:v>
                </c:pt>
                <c:pt idx="478">
                  <c:v>0.617182615436</c:v>
                </c:pt>
                <c:pt idx="479">
                  <c:v>0.618795626367</c:v>
                </c:pt>
                <c:pt idx="480">
                  <c:v>0.620686651153</c:v>
                </c:pt>
                <c:pt idx="481">
                  <c:v>0.622840609651</c:v>
                </c:pt>
                <c:pt idx="482">
                  <c:v>0.625238890442</c:v>
                </c:pt>
                <c:pt idx="483">
                  <c:v>0.627860692918</c:v>
                </c:pt>
                <c:pt idx="484">
                  <c:v>0.630684395853</c:v>
                </c:pt>
                <c:pt idx="485">
                  <c:v>0.633688978394</c:v>
                </c:pt>
                <c:pt idx="486">
                  <c:v>0.636854640152</c:v>
                </c:pt>
                <c:pt idx="487">
                  <c:v>0.640162942661</c:v>
                </c:pt>
                <c:pt idx="488">
                  <c:v>0.643596386324</c:v>
                </c:pt>
                <c:pt idx="489">
                  <c:v>0.647138088141</c:v>
                </c:pt>
                <c:pt idx="490">
                  <c:v>0.650771323861</c:v>
                </c:pt>
                <c:pt idx="491">
                  <c:v>0.654479485958</c:v>
                </c:pt>
                <c:pt idx="492">
                  <c:v>0.658246005203</c:v>
                </c:pt>
                <c:pt idx="493">
                  <c:v>0.662054421771</c:v>
                </c:pt>
                <c:pt idx="494">
                  <c:v>0.665888676487</c:v>
                </c:pt>
                <c:pt idx="495">
                  <c:v>0.669733542169</c:v>
                </c:pt>
                <c:pt idx="496">
                  <c:v>0.673574861954</c:v>
                </c:pt>
                <c:pt idx="497">
                  <c:v>0.677399576517</c:v>
                </c:pt>
                <c:pt idx="498">
                  <c:v>0.68119612948</c:v>
                </c:pt>
                <c:pt idx="499">
                  <c:v>0.684954531038</c:v>
                </c:pt>
                <c:pt idx="500">
                  <c:v>0.688665557235</c:v>
                </c:pt>
                <c:pt idx="501">
                  <c:v>0.692319269743</c:v>
                </c:pt>
                <c:pt idx="502">
                  <c:v>0.695904005561</c:v>
                </c:pt>
                <c:pt idx="503">
                  <c:v>0.699405184136</c:v>
                </c:pt>
                <c:pt idx="504">
                  <c:v>0.702810523225</c:v>
                </c:pt>
                <c:pt idx="505">
                  <c:v>0.7061167781</c:v>
                </c:pt>
                <c:pt idx="506">
                  <c:v>0.709325218053</c:v>
                </c:pt>
                <c:pt idx="507">
                  <c:v>0.712435125488</c:v>
                </c:pt>
                <c:pt idx="508">
                  <c:v>0.7154412413</c:v>
                </c:pt>
                <c:pt idx="509">
                  <c:v>0.718335061436</c:v>
                </c:pt>
                <c:pt idx="510">
                  <c:v>0.721109511765</c:v>
                </c:pt>
                <c:pt idx="511">
                  <c:v>0.723762062865</c:v>
                </c:pt>
                <c:pt idx="512">
                  <c:v>0.72629261498</c:v>
                </c:pt>
                <c:pt idx="513">
                  <c:v>0.728698622877</c:v>
                </c:pt>
                <c:pt idx="514">
                  <c:v>0.730975137116</c:v>
                </c:pt>
                <c:pt idx="515">
                  <c:v>0.733117891442</c:v>
                </c:pt>
                <c:pt idx="516">
                  <c:v>0.735125505406</c:v>
                </c:pt>
                <c:pt idx="517">
                  <c:v>0.737003265124</c:v>
                </c:pt>
                <c:pt idx="518">
                  <c:v>0.738760934796</c:v>
                </c:pt>
                <c:pt idx="519">
                  <c:v>0.740407375531</c:v>
                </c:pt>
                <c:pt idx="520">
                  <c:v>0.741947578094</c:v>
                </c:pt>
                <c:pt idx="521">
                  <c:v>0.743382572979</c:v>
                </c:pt>
                <c:pt idx="522">
                  <c:v>0.744712076756</c:v>
                </c:pt>
                <c:pt idx="523">
                  <c:v>0.745937743512</c:v>
                </c:pt>
                <c:pt idx="524">
                  <c:v>0.747063783614</c:v>
                </c:pt>
                <c:pt idx="525">
                  <c:v>0.74809581116</c:v>
                </c:pt>
                <c:pt idx="526">
                  <c:v>0.749039136354</c:v>
                </c:pt>
                <c:pt idx="527">
                  <c:v>0.749898095659</c:v>
                </c:pt>
                <c:pt idx="528">
                  <c:v>0.750676327633</c:v>
                </c:pt>
                <c:pt idx="529">
                  <c:v>0.751377395425</c:v>
                </c:pt>
                <c:pt idx="530">
                  <c:v>0.75200492325</c:v>
                </c:pt>
                <c:pt idx="531">
                  <c:v>0.752562144687</c:v>
                </c:pt>
                <c:pt idx="532">
                  <c:v>0.753051878964</c:v>
                </c:pt>
                <c:pt idx="533">
                  <c:v>0.753476943336</c:v>
                </c:pt>
                <c:pt idx="534">
                  <c:v>0.7538403843</c:v>
                </c:pt>
                <c:pt idx="535">
                  <c:v>0.754145352516</c:v>
                </c:pt>
                <c:pt idx="536">
                  <c:v>0.754394583129</c:v>
                </c:pt>
                <c:pt idx="537">
                  <c:v>0.754589613411</c:v>
                </c:pt>
                <c:pt idx="538">
                  <c:v>0.75473069405</c:v>
                </c:pt>
                <c:pt idx="539">
                  <c:v>0.754817177136</c:v>
                </c:pt>
                <c:pt idx="540">
                  <c:v>0.754848332867</c:v>
                </c:pt>
                <c:pt idx="541">
                  <c:v>0.754823683058</c:v>
                </c:pt>
                <c:pt idx="542">
                  <c:v>0.754742887618</c:v>
                </c:pt>
                <c:pt idx="543">
                  <c:v>0.754605101896</c:v>
                </c:pt>
                <c:pt idx="544">
                  <c:v>0.754408778626</c:v>
                </c:pt>
                <c:pt idx="545">
                  <c:v>0.754151690965</c:v>
                </c:pt>
                <c:pt idx="546">
                  <c:v>0.753831268046</c:v>
                </c:pt>
                <c:pt idx="547">
                  <c:v>0.753444836405</c:v>
                </c:pt>
                <c:pt idx="548">
                  <c:v>0.75298983905</c:v>
                </c:pt>
                <c:pt idx="549">
                  <c:v>0.752463999166</c:v>
                </c:pt>
                <c:pt idx="550">
                  <c:v>0.751865641464</c:v>
                </c:pt>
                <c:pt idx="551">
                  <c:v>0.751194285111</c:v>
                </c:pt>
                <c:pt idx="552">
                  <c:v>0.750451174878</c:v>
                </c:pt>
                <c:pt idx="553">
                  <c:v>0.749639577352</c:v>
                </c:pt>
                <c:pt idx="554">
                  <c:v>0.748764639871</c:v>
                </c:pt>
                <c:pt idx="555">
                  <c:v>0.747834078636</c:v>
                </c:pt>
                <c:pt idx="556">
                  <c:v>0.746859818996</c:v>
                </c:pt>
                <c:pt idx="557">
                  <c:v>0.745857283676</c:v>
                </c:pt>
                <c:pt idx="558">
                  <c:v>0.744840814856</c:v>
                </c:pt>
                <c:pt idx="559">
                  <c:v>0.743817855134</c:v>
                </c:pt>
                <c:pt idx="560">
                  <c:v>0.742826691438</c:v>
                </c:pt>
                <c:pt idx="561">
                  <c:v>0.741727723287</c:v>
                </c:pt>
                <c:pt idx="562">
                  <c:v>0.740529402078</c:v>
                </c:pt>
                <c:pt idx="563">
                  <c:v>0.739249178176</c:v>
                </c:pt>
                <c:pt idx="564">
                  <c:v>0.737922111181</c:v>
                </c:pt>
                <c:pt idx="565">
                  <c:v>0.736616303449</c:v>
                </c:pt>
                <c:pt idx="566">
                  <c:v>0.735395784095</c:v>
                </c:pt>
                <c:pt idx="567">
                  <c:v>0.734321095637</c:v>
                </c:pt>
                <c:pt idx="568">
                  <c:v>0.73346833443</c:v>
                </c:pt>
                <c:pt idx="569">
                  <c:v>0.7327851673</c:v>
                </c:pt>
                <c:pt idx="570">
                  <c:v>0.73213167082</c:v>
                </c:pt>
                <c:pt idx="571">
                  <c:v>0.731531313239</c:v>
                </c:pt>
                <c:pt idx="572">
                  <c:v>0.730982090972</c:v>
                </c:pt>
                <c:pt idx="573">
                  <c:v>0.730465506619</c:v>
                </c:pt>
                <c:pt idx="574">
                  <c:v>0.72997333016</c:v>
                </c:pt>
                <c:pt idx="575">
                  <c:v>0.729506767879</c:v>
                </c:pt>
                <c:pt idx="576">
                  <c:v>0.729069120978</c:v>
                </c:pt>
                <c:pt idx="577">
                  <c:v>0.728661082311</c:v>
                </c:pt>
                <c:pt idx="578">
                  <c:v>0.728278483302</c:v>
                </c:pt>
                <c:pt idx="579">
                  <c:v>0.727913435093</c:v>
                </c:pt>
                <c:pt idx="580">
                  <c:v>0.727557897212</c:v>
                </c:pt>
                <c:pt idx="581">
                  <c:v>0.72720631797</c:v>
                </c:pt>
                <c:pt idx="582">
                  <c:v>0.726855800759</c:v>
                </c:pt>
                <c:pt idx="583">
                  <c:v>0.726505529178</c:v>
                </c:pt>
                <c:pt idx="584">
                  <c:v>0.726155620105</c:v>
                </c:pt>
                <c:pt idx="585">
                  <c:v>0.725805589878</c:v>
                </c:pt>
                <c:pt idx="586">
                  <c:v>0.725454159359</c:v>
                </c:pt>
                <c:pt idx="587">
                  <c:v>0.725100469414</c:v>
                </c:pt>
                <c:pt idx="588">
                  <c:v>0.724744236304</c:v>
                </c:pt>
                <c:pt idx="589">
                  <c:v>0.724385228096</c:v>
                </c:pt>
                <c:pt idx="590">
                  <c:v>0.72402312901</c:v>
                </c:pt>
                <c:pt idx="591">
                  <c:v>0.723656453383</c:v>
                </c:pt>
                <c:pt idx="592">
                  <c:v>0.723282865986</c:v>
                </c:pt>
                <c:pt idx="593">
                  <c:v>0.722899714703</c:v>
                </c:pt>
                <c:pt idx="594">
                  <c:v>0.722505285546</c:v>
                </c:pt>
                <c:pt idx="595">
                  <c:v>0.722099690028</c:v>
                </c:pt>
                <c:pt idx="596">
                  <c:v>0.721684093164</c:v>
                </c:pt>
                <c:pt idx="597">
                  <c:v>0.721259183194</c:v>
                </c:pt>
                <c:pt idx="598">
                  <c:v>0.720824665147</c:v>
                </c:pt>
                <c:pt idx="599">
                  <c:v>0.720379350195</c:v>
                </c:pt>
                <c:pt idx="600">
                  <c:v>0.719921771287</c:v>
                </c:pt>
                <c:pt idx="601">
                  <c:v>0.719450430647</c:v>
                </c:pt>
                <c:pt idx="602">
                  <c:v>0.718964527502</c:v>
                </c:pt>
                <c:pt idx="603">
                  <c:v>0.718464316933</c:v>
                </c:pt>
                <c:pt idx="604">
                  <c:v>0.717950812691</c:v>
                </c:pt>
                <c:pt idx="605">
                  <c:v>0.717425571053</c:v>
                </c:pt>
                <c:pt idx="606">
                  <c:v>0.716890057197</c:v>
                </c:pt>
                <c:pt idx="607">
                  <c:v>0.716345099501</c:v>
                </c:pt>
                <c:pt idx="608">
                  <c:v>0.71579085086</c:v>
                </c:pt>
                <c:pt idx="609">
                  <c:v>0.715226995309</c:v>
                </c:pt>
                <c:pt idx="610">
                  <c:v>0.714653091014</c:v>
                </c:pt>
                <c:pt idx="611">
                  <c:v>0.714069128482</c:v>
                </c:pt>
                <c:pt idx="612">
                  <c:v>0.713475595797</c:v>
                </c:pt>
                <c:pt idx="613">
                  <c:v>0.712873272642</c:v>
                </c:pt>
                <c:pt idx="614">
                  <c:v>0.712262881428</c:v>
                </c:pt>
                <c:pt idx="615">
                  <c:v>0.71164488299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1.23381240741e-17</c:v>
                </c:pt>
                <c:pt idx="18">
                  <c:v>1.59581321469e-16</c:v>
                </c:pt>
                <c:pt idx="19">
                  <c:v>9.42859645833e-16</c:v>
                </c:pt>
                <c:pt idx="20">
                  <c:v>4.85827458825e-15</c:v>
                </c:pt>
                <c:pt idx="21">
                  <c:v>2.33118718314e-14</c:v>
                </c:pt>
                <c:pt idx="22">
                  <c:v>1.02612093825e-13</c:v>
                </c:pt>
                <c:pt idx="23">
                  <c:v>4.12828286982e-13</c:v>
                </c:pt>
                <c:pt idx="24">
                  <c:v>1.51792948457e-12</c:v>
                </c:pt>
                <c:pt idx="25">
                  <c:v>5.11863152324e-12</c:v>
                </c:pt>
                <c:pt idx="26">
                  <c:v>1.59285693829e-11</c:v>
                </c:pt>
                <c:pt idx="27">
                  <c:v>4.61053966294e-11</c:v>
                </c:pt>
                <c:pt idx="28">
                  <c:v>1.25139044406e-10</c:v>
                </c:pt>
                <c:pt idx="29">
                  <c:v>3.20674539023e-10</c:v>
                </c:pt>
                <c:pt idx="30">
                  <c:v>7.79758779092e-10</c:v>
                </c:pt>
                <c:pt idx="31">
                  <c:v>1.80534109866e-09</c:v>
                </c:pt>
                <c:pt idx="32">
                  <c:v>3.9905655206e-09</c:v>
                </c:pt>
                <c:pt idx="33">
                  <c:v>8.44488395814e-09</c:v>
                </c:pt>
                <c:pt idx="34">
                  <c:v>1.71638209759e-08</c:v>
                </c:pt>
                <c:pt idx="35">
                  <c:v>3.36153950616e-08</c:v>
                </c:pt>
                <c:pt idx="36">
                  <c:v>6.36328972882e-08</c:v>
                </c:pt>
                <c:pt idx="37">
                  <c:v>1.16704470714e-07</c:v>
                </c:pt>
                <c:pt idx="38">
                  <c:v>2.07732243119e-07</c:v>
                </c:pt>
                <c:pt idx="39">
                  <c:v>3.5933066016e-07</c:v>
                </c:pt>
                <c:pt idx="40">
                  <c:v>6.04728098929e-07</c:v>
                </c:pt>
                <c:pt idx="41">
                  <c:v>9.91368979701e-07</c:v>
                </c:pt>
                <c:pt idx="42">
                  <c:v>1.58535289282e-06</c:v>
                </c:pt>
                <c:pt idx="43">
                  <c:v>2.47676938781e-06</c:v>
                </c:pt>
                <c:pt idx="44">
                  <c:v>3.78593507599e-06</c:v>
                </c:pt>
                <c:pt idx="45">
                  <c:v>5.67033156474e-06</c:v>
                </c:pt>
                <c:pt idx="46">
                  <c:v>8.3318760286e-06</c:v>
                </c:pt>
                <c:pt idx="47">
                  <c:v>1.2023771291e-05</c:v>
                </c:pt>
                <c:pt idx="48">
                  <c:v>1.70567841389e-05</c:v>
                </c:pt>
                <c:pt idx="49">
                  <c:v>2.38044431038e-05</c:v>
                </c:pt>
                <c:pt idx="50">
                  <c:v>3.27068819379e-05</c:v>
                </c:pt>
                <c:pt idx="51">
                  <c:v>4.42743006142e-05</c:v>
                </c:pt>
                <c:pt idx="52">
                  <c:v>5.90891077344e-05</c:v>
                </c:pt>
                <c:pt idx="53">
                  <c:v>7.78064114622e-05</c:v>
                </c:pt>
                <c:pt idx="54">
                  <c:v>0.000101152789837</c:v>
                </c:pt>
                <c:pt idx="55">
                  <c:v>0.000129922971753</c:v>
                </c:pt>
                <c:pt idx="56">
                  <c:v>0.00016497405937</c:v>
                </c:pt>
                <c:pt idx="57">
                  <c:v>0.00020721927828</c:v>
                </c:pt>
                <c:pt idx="58">
                  <c:v>0.000257621648114</c:v>
                </c:pt>
                <c:pt idx="59">
                  <c:v>0.000317190650475</c:v>
                </c:pt>
                <c:pt idx="60">
                  <c:v>0.00038697976457</c:v>
                </c:pt>
                <c:pt idx="61">
                  <c:v>0.000468085084155</c:v>
                </c:pt>
                <c:pt idx="62">
                  <c:v>0.000561644167261</c:v>
                </c:pt>
                <c:pt idx="63">
                  <c:v>0.000668836107753</c:v>
                </c:pt>
                <c:pt idx="64">
                  <c:v>0.000790877976463</c:v>
                </c:pt>
                <c:pt idx="65">
                  <c:v>0.000929020358921</c:v>
                </c:pt>
                <c:pt idx="66">
                  <c:v>0.00108453536605</c:v>
                </c:pt>
                <c:pt idx="67">
                  <c:v>0.00125870460917</c:v>
                </c:pt>
                <c:pt idx="68">
                  <c:v>0.00145279906011</c:v>
                </c:pt>
                <c:pt idx="69">
                  <c:v>0.00166806426027</c:v>
                </c:pt>
                <c:pt idx="70">
                  <c:v>0.00190568530191</c:v>
                </c:pt>
                <c:pt idx="71">
                  <c:v>0.0021667480577</c:v>
                </c:pt>
                <c:pt idx="72">
                  <c:v>0.00245218809046</c:v>
                </c:pt>
                <c:pt idx="73">
                  <c:v>0.0027627576025</c:v>
                </c:pt>
                <c:pt idx="74">
                  <c:v>0.00309898719875</c:v>
                </c:pt>
                <c:pt idx="75">
                  <c:v>0.00346118739954</c:v>
                </c:pt>
                <c:pt idx="76">
                  <c:v>0.00384943947733</c:v>
                </c:pt>
                <c:pt idx="77">
                  <c:v>0.00426361335863</c:v>
                </c:pt>
                <c:pt idx="78">
                  <c:v>0.00470339057166</c:v>
                </c:pt>
                <c:pt idx="79">
                  <c:v>0.00516831460523</c:v>
                </c:pt>
                <c:pt idx="80">
                  <c:v>0.00565781299075</c:v>
                </c:pt>
                <c:pt idx="81">
                  <c:v>0.00617122740227</c:v>
                </c:pt>
                <c:pt idx="82">
                  <c:v>0.0067078126594</c:v>
                </c:pt>
                <c:pt idx="83">
                  <c:v>0.00726673195342</c:v>
                </c:pt>
                <c:pt idx="84">
                  <c:v>0.0078470746198</c:v>
                </c:pt>
                <c:pt idx="85">
                  <c:v>0.00844789255754</c:v>
                </c:pt>
                <c:pt idx="86">
                  <c:v>0.00906820208533</c:v>
                </c:pt>
                <c:pt idx="87">
                  <c:v>0.00970693940273</c:v>
                </c:pt>
                <c:pt idx="88">
                  <c:v>0.0103629720389</c:v>
                </c:pt>
                <c:pt idx="89">
                  <c:v>0.0110351645812</c:v>
                </c:pt>
                <c:pt idx="90">
                  <c:v>0.0117224713373</c:v>
                </c:pt>
                <c:pt idx="91">
                  <c:v>0.0124240434962</c:v>
                </c:pt>
                <c:pt idx="92">
                  <c:v>0.0131391878059</c:v>
                </c:pt>
                <c:pt idx="93">
                  <c:v>0.0138666067923</c:v>
                </c:pt>
                <c:pt idx="94">
                  <c:v>0.0146043946233</c:v>
                </c:pt>
                <c:pt idx="95">
                  <c:v>0.0153512315213</c:v>
                </c:pt>
                <c:pt idx="96">
                  <c:v>0.0161065146291</c:v>
                </c:pt>
                <c:pt idx="97">
                  <c:v>0.0168699855645</c:v>
                </c:pt>
                <c:pt idx="98">
                  <c:v>0.0176414603393</c:v>
                </c:pt>
                <c:pt idx="99">
                  <c:v>0.0184204417979</c:v>
                </c:pt>
                <c:pt idx="100">
                  <c:v>0.019206254359</c:v>
                </c:pt>
                <c:pt idx="101">
                  <c:v>0.0199986095413</c:v>
                </c:pt>
                <c:pt idx="102">
                  <c:v>0.0207973603601</c:v>
                </c:pt>
                <c:pt idx="103">
                  <c:v>0.0216015817501</c:v>
                </c:pt>
                <c:pt idx="104">
                  <c:v>0.0224100836373</c:v>
                </c:pt>
                <c:pt idx="105">
                  <c:v>0.0232222576013</c:v>
                </c:pt>
                <c:pt idx="106">
                  <c:v>0.0240378368425</c:v>
                </c:pt>
                <c:pt idx="107">
                  <c:v>0.0248571774998</c:v>
                </c:pt>
                <c:pt idx="108">
                  <c:v>0.025680197178</c:v>
                </c:pt>
                <c:pt idx="109">
                  <c:v>0.0265055033207</c:v>
                </c:pt>
                <c:pt idx="110">
                  <c:v>0.0273317263687</c:v>
                </c:pt>
                <c:pt idx="111">
                  <c:v>0.0281585073471</c:v>
                </c:pt>
                <c:pt idx="112">
                  <c:v>0.0289861352896</c:v>
                </c:pt>
                <c:pt idx="113">
                  <c:v>0.0298151596305</c:v>
                </c:pt>
                <c:pt idx="114">
                  <c:v>0.0306457927697</c:v>
                </c:pt>
                <c:pt idx="115">
                  <c:v>0.031477705952</c:v>
                </c:pt>
                <c:pt idx="116">
                  <c:v>0.0323104538361</c:v>
                </c:pt>
                <c:pt idx="117">
                  <c:v>0.0331438843273</c:v>
                </c:pt>
                <c:pt idx="118">
                  <c:v>0.033978072583</c:v>
                </c:pt>
                <c:pt idx="119">
                  <c:v>0.0348132320607</c:v>
                </c:pt>
                <c:pt idx="120">
                  <c:v>0.0356495231785</c:v>
                </c:pt>
                <c:pt idx="121">
                  <c:v>0.0364867781151</c:v>
                </c:pt>
                <c:pt idx="122">
                  <c:v>0.0373247303262</c:v>
                </c:pt>
                <c:pt idx="123">
                  <c:v>0.038163297885</c:v>
                </c:pt>
                <c:pt idx="124">
                  <c:v>0.0390024165339</c:v>
                </c:pt>
                <c:pt idx="125">
                  <c:v>0.0398419277724</c:v>
                </c:pt>
                <c:pt idx="126">
                  <c:v>0.040681741031</c:v>
                </c:pt>
                <c:pt idx="127">
                  <c:v>0.041521932609</c:v>
                </c:pt>
                <c:pt idx="128">
                  <c:v>0.0423629129823</c:v>
                </c:pt>
                <c:pt idx="129">
                  <c:v>0.0432052518107</c:v>
                </c:pt>
                <c:pt idx="130">
                  <c:v>0.0440495192083</c:v>
                </c:pt>
                <c:pt idx="131">
                  <c:v>0.0448961210754</c:v>
                </c:pt>
                <c:pt idx="132">
                  <c:v>0.045745344113</c:v>
                </c:pt>
                <c:pt idx="133">
                  <c:v>0.0465972827587</c:v>
                </c:pt>
                <c:pt idx="134">
                  <c:v>0.0474521021606</c:v>
                </c:pt>
                <c:pt idx="135">
                  <c:v>0.0483101097109</c:v>
                </c:pt>
                <c:pt idx="136">
                  <c:v>0.0491717310658</c:v>
                </c:pt>
                <c:pt idx="137">
                  <c:v>0.0500373707395</c:v>
                </c:pt>
                <c:pt idx="138">
                  <c:v>0.0509073798792</c:v>
                </c:pt>
                <c:pt idx="139">
                  <c:v>0.0517820085187</c:v>
                </c:pt>
                <c:pt idx="140">
                  <c:v>0.0526614813311</c:v>
                </c:pt>
                <c:pt idx="141">
                  <c:v>0.0535461865484</c:v>
                </c:pt>
                <c:pt idx="142">
                  <c:v>0.0544365445603</c:v>
                </c:pt>
                <c:pt idx="143">
                  <c:v>0.055332808781</c:v>
                </c:pt>
                <c:pt idx="144">
                  <c:v>0.0562346556421</c:v>
                </c:pt>
                <c:pt idx="145">
                  <c:v>0.0571406214989</c:v>
                </c:pt>
                <c:pt idx="146">
                  <c:v>0.0580480260799</c:v>
                </c:pt>
                <c:pt idx="147">
                  <c:v>0.0589540845966</c:v>
                </c:pt>
                <c:pt idx="148">
                  <c:v>0.0598568943403</c:v>
                </c:pt>
                <c:pt idx="149">
                  <c:v>0.0607621523138</c:v>
                </c:pt>
                <c:pt idx="150">
                  <c:v>0.0616735650248</c:v>
                </c:pt>
                <c:pt idx="151">
                  <c:v>0.0625823014292</c:v>
                </c:pt>
                <c:pt idx="152">
                  <c:v>0.0634774248705</c:v>
                </c:pt>
                <c:pt idx="153">
                  <c:v>0.0643541356593</c:v>
                </c:pt>
                <c:pt idx="154">
                  <c:v>0.0652076447075</c:v>
                </c:pt>
                <c:pt idx="155">
                  <c:v>0.0660382219041</c:v>
                </c:pt>
                <c:pt idx="156">
                  <c:v>0.066833983707</c:v>
                </c:pt>
                <c:pt idx="157">
                  <c:v>0.0675934735865</c:v>
                </c:pt>
                <c:pt idx="158">
                  <c:v>0.0683536091714</c:v>
                </c:pt>
                <c:pt idx="159">
                  <c:v>0.0691351853753</c:v>
                </c:pt>
                <c:pt idx="160">
                  <c:v>0.0699428102807</c:v>
                </c:pt>
                <c:pt idx="161">
                  <c:v>0.0707426914991</c:v>
                </c:pt>
                <c:pt idx="162">
                  <c:v>0.0715325882455</c:v>
                </c:pt>
                <c:pt idx="163">
                  <c:v>0.0723427026139</c:v>
                </c:pt>
                <c:pt idx="164">
                  <c:v>0.073191367122</c:v>
                </c:pt>
                <c:pt idx="165">
                  <c:v>0.0740656996879</c:v>
                </c:pt>
                <c:pt idx="166">
                  <c:v>0.0749418208029</c:v>
                </c:pt>
                <c:pt idx="167">
                  <c:v>0.0758010454642</c:v>
                </c:pt>
                <c:pt idx="168">
                  <c:v>0.076640611071</c:v>
                </c:pt>
                <c:pt idx="169">
                  <c:v>0.0774687181884</c:v>
                </c:pt>
                <c:pt idx="170">
                  <c:v>0.0782928600432</c:v>
                </c:pt>
                <c:pt idx="171">
                  <c:v>0.0791207619733</c:v>
                </c:pt>
                <c:pt idx="172">
                  <c:v>0.0799574300911</c:v>
                </c:pt>
                <c:pt idx="173">
                  <c:v>0.0808031246836</c:v>
                </c:pt>
                <c:pt idx="174">
                  <c:v>0.0816531047966</c:v>
                </c:pt>
                <c:pt idx="175">
                  <c:v>0.08250341063</c:v>
                </c:pt>
                <c:pt idx="176">
                  <c:v>0.0833496403994</c:v>
                </c:pt>
                <c:pt idx="177">
                  <c:v>0.0841846618848</c:v>
                </c:pt>
                <c:pt idx="178">
                  <c:v>0.0850052508537</c:v>
                </c:pt>
                <c:pt idx="179">
                  <c:v>0.0858160909041</c:v>
                </c:pt>
                <c:pt idx="180">
                  <c:v>0.0866229457613</c:v>
                </c:pt>
                <c:pt idx="181">
                  <c:v>0.0874292780201</c:v>
                </c:pt>
                <c:pt idx="182">
                  <c:v>0.0882335894227</c:v>
                </c:pt>
                <c:pt idx="183">
                  <c:v>0.0890328558074</c:v>
                </c:pt>
                <c:pt idx="184">
                  <c:v>0.0898256605636</c:v>
                </c:pt>
                <c:pt idx="185">
                  <c:v>0.0906130888198</c:v>
                </c:pt>
                <c:pt idx="186">
                  <c:v>0.091399573718</c:v>
                </c:pt>
                <c:pt idx="187">
                  <c:v>0.0921915457762</c:v>
                </c:pt>
                <c:pt idx="188">
                  <c:v>0.092992172603</c:v>
                </c:pt>
                <c:pt idx="189">
                  <c:v>0.0937991656051</c:v>
                </c:pt>
                <c:pt idx="190">
                  <c:v>0.0946061416939</c:v>
                </c:pt>
                <c:pt idx="191">
                  <c:v>0.0954069890166</c:v>
                </c:pt>
                <c:pt idx="192">
                  <c:v>0.0961978026528</c:v>
                </c:pt>
                <c:pt idx="193">
                  <c:v>0.0969778069696</c:v>
                </c:pt>
                <c:pt idx="194">
                  <c:v>0.097749686904</c:v>
                </c:pt>
                <c:pt idx="195">
                  <c:v>0.0985171827299</c:v>
                </c:pt>
                <c:pt idx="196">
                  <c:v>0.0992839202426</c:v>
                </c:pt>
                <c:pt idx="197">
                  <c:v>0.10005287602</c:v>
                </c:pt>
                <c:pt idx="198">
                  <c:v>0.100825114876</c:v>
                </c:pt>
                <c:pt idx="199">
                  <c:v>0.101599939956</c:v>
                </c:pt>
                <c:pt idx="200">
                  <c:v>0.102376118546</c:v>
                </c:pt>
                <c:pt idx="201">
                  <c:v>0.103152210401</c:v>
                </c:pt>
                <c:pt idx="202">
                  <c:v>0.103927933111</c:v>
                </c:pt>
                <c:pt idx="203">
                  <c:v>0.104704388943</c:v>
                </c:pt>
                <c:pt idx="204">
                  <c:v>0.105482861735</c:v>
                </c:pt>
                <c:pt idx="205">
                  <c:v>0.106263469943</c:v>
                </c:pt>
                <c:pt idx="206">
                  <c:v>0.107044974245</c:v>
                </c:pt>
                <c:pt idx="207">
                  <c:v>0.107825478082</c:v>
                </c:pt>
                <c:pt idx="208">
                  <c:v>0.108603285507</c:v>
                </c:pt>
                <c:pt idx="209">
                  <c:v>0.109377234044</c:v>
                </c:pt>
                <c:pt idx="210">
                  <c:v>0.110147187576</c:v>
                </c:pt>
                <c:pt idx="211">
                  <c:v>0.110913641549</c:v>
                </c:pt>
                <c:pt idx="212">
                  <c:v>0.111677741996</c:v>
                </c:pt>
                <c:pt idx="213">
                  <c:v>0.112440568519</c:v>
                </c:pt>
                <c:pt idx="214">
                  <c:v>0.113203263379</c:v>
                </c:pt>
                <c:pt idx="215">
                  <c:v>0.113966584649</c:v>
                </c:pt>
                <c:pt idx="216">
                  <c:v>0.114731116912</c:v>
                </c:pt>
                <c:pt idx="217">
                  <c:v>0.115497708212</c:v>
                </c:pt>
                <c:pt idx="218">
                  <c:v>0.116267150694</c:v>
                </c:pt>
                <c:pt idx="219">
                  <c:v>0.117039934823</c:v>
                </c:pt>
                <c:pt idx="220">
                  <c:v>0.117815839736</c:v>
                </c:pt>
                <c:pt idx="221">
                  <c:v>0.118593867434</c:v>
                </c:pt>
                <c:pt idx="222">
                  <c:v>0.119372147012</c:v>
                </c:pt>
                <c:pt idx="223">
                  <c:v>0.120148889529</c:v>
                </c:pt>
                <c:pt idx="224">
                  <c:v>0.120922594887</c:v>
                </c:pt>
                <c:pt idx="225">
                  <c:v>0.121692106742</c:v>
                </c:pt>
                <c:pt idx="226">
                  <c:v>0.122457547925</c:v>
                </c:pt>
                <c:pt idx="227">
                  <c:v>0.123220047913</c:v>
                </c:pt>
                <c:pt idx="228">
                  <c:v>0.123981535517</c:v>
                </c:pt>
                <c:pt idx="229">
                  <c:v>0.124743736322</c:v>
                </c:pt>
                <c:pt idx="230">
                  <c:v>0.125507874401</c:v>
                </c:pt>
                <c:pt idx="231">
                  <c:v>0.126274426059</c:v>
                </c:pt>
                <c:pt idx="232">
                  <c:v>0.127043424596</c:v>
                </c:pt>
                <c:pt idx="233">
                  <c:v>0.127814925817</c:v>
                </c:pt>
                <c:pt idx="234">
                  <c:v>0.128589045556</c:v>
                </c:pt>
                <c:pt idx="235">
                  <c:v>0.129365655754</c:v>
                </c:pt>
                <c:pt idx="236">
                  <c:v>0.130144763103</c:v>
                </c:pt>
                <c:pt idx="237">
                  <c:v>0.130926634219</c:v>
                </c:pt>
                <c:pt idx="238">
                  <c:v>0.131711503519</c:v>
                </c:pt>
                <c:pt idx="239">
                  <c:v>0.132497007917</c:v>
                </c:pt>
                <c:pt idx="240">
                  <c:v>0.133279697337</c:v>
                </c:pt>
                <c:pt idx="241">
                  <c:v>0.134058420377</c:v>
                </c:pt>
                <c:pt idx="242">
                  <c:v>0.134834184971</c:v>
                </c:pt>
                <c:pt idx="243">
                  <c:v>0.135609834617</c:v>
                </c:pt>
                <c:pt idx="244">
                  <c:v>0.136389181345</c:v>
                </c:pt>
                <c:pt idx="245">
                  <c:v>0.137172708924</c:v>
                </c:pt>
                <c:pt idx="246">
                  <c:v>0.137959114307</c:v>
                </c:pt>
                <c:pt idx="247">
                  <c:v>0.138748274559</c:v>
                </c:pt>
                <c:pt idx="248">
                  <c:v>0.139540733415</c:v>
                </c:pt>
                <c:pt idx="249">
                  <c:v>0.140335335436</c:v>
                </c:pt>
                <c:pt idx="250">
                  <c:v>0.141131106144</c:v>
                </c:pt>
                <c:pt idx="251">
                  <c:v>0.141927882475</c:v>
                </c:pt>
                <c:pt idx="252">
                  <c:v>0.142725651909</c:v>
                </c:pt>
                <c:pt idx="253">
                  <c:v>0.143525898435</c:v>
                </c:pt>
                <c:pt idx="254">
                  <c:v>0.144330994586</c:v>
                </c:pt>
                <c:pt idx="255">
                  <c:v>0.145138526535</c:v>
                </c:pt>
                <c:pt idx="256">
                  <c:v>0.145944942047</c:v>
                </c:pt>
                <c:pt idx="257">
                  <c:v>0.146748312655</c:v>
                </c:pt>
                <c:pt idx="258">
                  <c:v>0.147549755814</c:v>
                </c:pt>
                <c:pt idx="259">
                  <c:v>0.148351924893</c:v>
                </c:pt>
                <c:pt idx="260">
                  <c:v>0.149156179155</c:v>
                </c:pt>
                <c:pt idx="261">
                  <c:v>0.149961927473</c:v>
                </c:pt>
                <c:pt idx="262">
                  <c:v>0.150768517689</c:v>
                </c:pt>
                <c:pt idx="263">
                  <c:v>0.151575997028</c:v>
                </c:pt>
                <c:pt idx="264">
                  <c:v>0.152385025031</c:v>
                </c:pt>
                <c:pt idx="265">
                  <c:v>0.153196701657</c:v>
                </c:pt>
                <c:pt idx="266">
                  <c:v>0.154011739618</c:v>
                </c:pt>
                <c:pt idx="267">
                  <c:v>0.154829272838</c:v>
                </c:pt>
                <c:pt idx="268">
                  <c:v>0.155647946891</c:v>
                </c:pt>
                <c:pt idx="269">
                  <c:v>0.156467099354</c:v>
                </c:pt>
                <c:pt idx="270">
                  <c:v>0.157286198123</c:v>
                </c:pt>
                <c:pt idx="271">
                  <c:v>0.158104919774</c:v>
                </c:pt>
                <c:pt idx="272">
                  <c:v>0.158923267332</c:v>
                </c:pt>
                <c:pt idx="273">
                  <c:v>0.159741172587</c:v>
                </c:pt>
                <c:pt idx="274">
                  <c:v>0.160559052637</c:v>
                </c:pt>
                <c:pt idx="275">
                  <c:v>0.161377721213</c:v>
                </c:pt>
                <c:pt idx="276">
                  <c:v>0.162197969857</c:v>
                </c:pt>
                <c:pt idx="277">
                  <c:v>0.163020287946</c:v>
                </c:pt>
                <c:pt idx="278">
                  <c:v>0.163844719559</c:v>
                </c:pt>
                <c:pt idx="279">
                  <c:v>0.164670924279</c:v>
                </c:pt>
                <c:pt idx="280">
                  <c:v>0.165498642502</c:v>
                </c:pt>
                <c:pt idx="281">
                  <c:v>0.166327803076</c:v>
                </c:pt>
                <c:pt idx="282">
                  <c:v>0.167158500763</c:v>
                </c:pt>
                <c:pt idx="283">
                  <c:v>0.167990879154</c:v>
                </c:pt>
                <c:pt idx="284">
                  <c:v>0.168824985995</c:v>
                </c:pt>
                <c:pt idx="285">
                  <c:v>0.169660549598</c:v>
                </c:pt>
                <c:pt idx="286">
                  <c:v>0.170497167731</c:v>
                </c:pt>
                <c:pt idx="287">
                  <c:v>0.171334423359</c:v>
                </c:pt>
                <c:pt idx="288">
                  <c:v>0.17217195537</c:v>
                </c:pt>
                <c:pt idx="289">
                  <c:v>0.173009676337</c:v>
                </c:pt>
                <c:pt idx="290">
                  <c:v>0.173847668921</c:v>
                </c:pt>
                <c:pt idx="291">
                  <c:v>0.17468592569</c:v>
                </c:pt>
                <c:pt idx="292">
                  <c:v>0.175524557189</c:v>
                </c:pt>
                <c:pt idx="293">
                  <c:v>0.176363752286</c:v>
                </c:pt>
                <c:pt idx="294">
                  <c:v>0.177203717403</c:v>
                </c:pt>
                <c:pt idx="295">
                  <c:v>0.178044771</c:v>
                </c:pt>
                <c:pt idx="296">
                  <c:v>0.178887109146</c:v>
                </c:pt>
                <c:pt idx="297">
                  <c:v>0.179730622697</c:v>
                </c:pt>
                <c:pt idx="298">
                  <c:v>0.180575087606</c:v>
                </c:pt>
                <c:pt idx="299">
                  <c:v>0.181420245347</c:v>
                </c:pt>
                <c:pt idx="300">
                  <c:v>0.182265858253</c:v>
                </c:pt>
                <c:pt idx="301">
                  <c:v>0.183111773963</c:v>
                </c:pt>
                <c:pt idx="302">
                  <c:v>0.183957820139</c:v>
                </c:pt>
                <c:pt idx="303">
                  <c:v>0.184803698709</c:v>
                </c:pt>
                <c:pt idx="304">
                  <c:v>0.185649229866</c:v>
                </c:pt>
                <c:pt idx="305">
                  <c:v>0.186494482588</c:v>
                </c:pt>
                <c:pt idx="306">
                  <c:v>0.18733966292</c:v>
                </c:pt>
                <c:pt idx="307">
                  <c:v>0.188185105018</c:v>
                </c:pt>
                <c:pt idx="308">
                  <c:v>0.189031115174</c:v>
                </c:pt>
                <c:pt idx="309">
                  <c:v>0.189877608147</c:v>
                </c:pt>
                <c:pt idx="310">
                  <c:v>0.190724624875</c:v>
                </c:pt>
                <c:pt idx="311">
                  <c:v>0.191572351935</c:v>
                </c:pt>
                <c:pt idx="312">
                  <c:v>0.192420724723</c:v>
                </c:pt>
                <c:pt idx="313">
                  <c:v>0.193269723913</c:v>
                </c:pt>
                <c:pt idx="314">
                  <c:v>0.194119390748</c:v>
                </c:pt>
                <c:pt idx="315">
                  <c:v>0.194969405233</c:v>
                </c:pt>
                <c:pt idx="316">
                  <c:v>0.195819069711</c:v>
                </c:pt>
                <c:pt idx="317">
                  <c:v>0.196668195694</c:v>
                </c:pt>
                <c:pt idx="318">
                  <c:v>0.197517075068</c:v>
                </c:pt>
                <c:pt idx="319">
                  <c:v>0.198366099951</c:v>
                </c:pt>
                <c:pt idx="320">
                  <c:v>0.199215581862</c:v>
                </c:pt>
                <c:pt idx="321">
                  <c:v>0.200065198447</c:v>
                </c:pt>
                <c:pt idx="322">
                  <c:v>0.200914087634</c:v>
                </c:pt>
                <c:pt idx="323">
                  <c:v>0.201762174242</c:v>
                </c:pt>
                <c:pt idx="324">
                  <c:v>0.202609907055</c:v>
                </c:pt>
                <c:pt idx="325">
                  <c:v>0.20345772402</c:v>
                </c:pt>
                <c:pt idx="326">
                  <c:v>0.20430604865</c:v>
                </c:pt>
                <c:pt idx="327">
                  <c:v>0.205154839223</c:v>
                </c:pt>
                <c:pt idx="328">
                  <c:v>0.206003693872</c:v>
                </c:pt>
                <c:pt idx="329">
                  <c:v>0.20685274506</c:v>
                </c:pt>
                <c:pt idx="330">
                  <c:v>0.207702161381</c:v>
                </c:pt>
                <c:pt idx="331">
                  <c:v>0.20855145597</c:v>
                </c:pt>
                <c:pt idx="332">
                  <c:v>0.209400155338</c:v>
                </c:pt>
                <c:pt idx="333">
                  <c:v>0.210248158823</c:v>
                </c:pt>
                <c:pt idx="334">
                  <c:v>0.211095545566</c:v>
                </c:pt>
                <c:pt idx="335">
                  <c:v>0.211942908019</c:v>
                </c:pt>
                <c:pt idx="336">
                  <c:v>0.21279061505</c:v>
                </c:pt>
                <c:pt idx="337">
                  <c:v>0.213638178054</c:v>
                </c:pt>
                <c:pt idx="338">
                  <c:v>0.214485115597</c:v>
                </c:pt>
                <c:pt idx="339">
                  <c:v>0.215331363193</c:v>
                </c:pt>
                <c:pt idx="340">
                  <c:v>0.216177118397</c:v>
                </c:pt>
                <c:pt idx="341">
                  <c:v>0.217022952089</c:v>
                </c:pt>
                <c:pt idx="342">
                  <c:v>0.21786923072</c:v>
                </c:pt>
                <c:pt idx="343">
                  <c:v>0.21871581647</c:v>
                </c:pt>
                <c:pt idx="344">
                  <c:v>0.219562396744</c:v>
                </c:pt>
                <c:pt idx="345">
                  <c:v>0.220408680964</c:v>
                </c:pt>
                <c:pt idx="346">
                  <c:v>0.221254558323</c:v>
                </c:pt>
                <c:pt idx="347">
                  <c:v>0.222100131436</c:v>
                </c:pt>
                <c:pt idx="348">
                  <c:v>0.22294547623</c:v>
                </c:pt>
                <c:pt idx="349">
                  <c:v>0.223790516201</c:v>
                </c:pt>
                <c:pt idx="350">
                  <c:v>0.224635106264</c:v>
                </c:pt>
                <c:pt idx="351">
                  <c:v>0.225479129188</c:v>
                </c:pt>
                <c:pt idx="352">
                  <c:v>0.226322545106</c:v>
                </c:pt>
                <c:pt idx="353">
                  <c:v>0.227165453286</c:v>
                </c:pt>
                <c:pt idx="354">
                  <c:v>0.228007981894</c:v>
                </c:pt>
                <c:pt idx="355">
                  <c:v>0.228850234636</c:v>
                </c:pt>
                <c:pt idx="356">
                  <c:v>0.229692313121</c:v>
                </c:pt>
                <c:pt idx="357">
                  <c:v>0.23053424693</c:v>
                </c:pt>
                <c:pt idx="358">
                  <c:v>0.231376026447</c:v>
                </c:pt>
                <c:pt idx="359">
                  <c:v>0.232217623552</c:v>
                </c:pt>
                <c:pt idx="360">
                  <c:v>0.233058963098</c:v>
                </c:pt>
                <c:pt idx="361">
                  <c:v>0.23390001578</c:v>
                </c:pt>
                <c:pt idx="362">
                  <c:v>0.234740765769</c:v>
                </c:pt>
                <c:pt idx="363">
                  <c:v>0.235581164538</c:v>
                </c:pt>
                <c:pt idx="364">
                  <c:v>0.236421181163</c:v>
                </c:pt>
                <c:pt idx="365">
                  <c:v>0.237260782548</c:v>
                </c:pt>
                <c:pt idx="366">
                  <c:v>0.238099935771</c:v>
                </c:pt>
                <c:pt idx="367">
                  <c:v>0.238938645187</c:v>
                </c:pt>
                <c:pt idx="368">
                  <c:v>0.239776930143</c:v>
                </c:pt>
                <c:pt idx="369">
                  <c:v>0.240614806874</c:v>
                </c:pt>
                <c:pt idx="370">
                  <c:v>0.241452296716</c:v>
                </c:pt>
                <c:pt idx="371">
                  <c:v>0.242289454198</c:v>
                </c:pt>
                <c:pt idx="372">
                  <c:v>0.243126339563</c:v>
                </c:pt>
                <c:pt idx="373">
                  <c:v>0.243963012328</c:v>
                </c:pt>
                <c:pt idx="374">
                  <c:v>0.244799513872</c:v>
                </c:pt>
                <c:pt idx="375">
                  <c:v>0.245635808758</c:v>
                </c:pt>
                <c:pt idx="376">
                  <c:v>0.246471828842</c:v>
                </c:pt>
                <c:pt idx="377">
                  <c:v>0.247307530125</c:v>
                </c:pt>
                <c:pt idx="378">
                  <c:v>0.248142863456</c:v>
                </c:pt>
                <c:pt idx="379">
                  <c:v>0.248977808562</c:v>
                </c:pt>
                <c:pt idx="380">
                  <c:v>0.249812346228</c:v>
                </c:pt>
                <c:pt idx="381">
                  <c:v>0.250646404195</c:v>
                </c:pt>
                <c:pt idx="382">
                  <c:v>0.251479915788</c:v>
                </c:pt>
                <c:pt idx="383">
                  <c:v>0.252312869211</c:v>
                </c:pt>
                <c:pt idx="384">
                  <c:v>0.253145283603</c:v>
                </c:pt>
                <c:pt idx="385">
                  <c:v>0.253977218743</c:v>
                </c:pt>
                <c:pt idx="386">
                  <c:v>0.254808735784</c:v>
                </c:pt>
                <c:pt idx="387">
                  <c:v>0.255639859048</c:v>
                </c:pt>
                <c:pt idx="388">
                  <c:v>0.256470592132</c:v>
                </c:pt>
                <c:pt idx="389">
                  <c:v>0.257300969254</c:v>
                </c:pt>
                <c:pt idx="390">
                  <c:v>0.25813101733</c:v>
                </c:pt>
                <c:pt idx="391">
                  <c:v>0.258960718052</c:v>
                </c:pt>
                <c:pt idx="392">
                  <c:v>0.259790011934</c:v>
                </c:pt>
                <c:pt idx="393">
                  <c:v>0.260618818756</c:v>
                </c:pt>
                <c:pt idx="394">
                  <c:v>0.261447084333</c:v>
                </c:pt>
                <c:pt idx="395">
                  <c:v>0.262274862512</c:v>
                </c:pt>
                <c:pt idx="396">
                  <c:v>0.263102237406</c:v>
                </c:pt>
                <c:pt idx="397">
                  <c:v>0.263929189828</c:v>
                </c:pt>
                <c:pt idx="398">
                  <c:v>0.264755623735</c:v>
                </c:pt>
                <c:pt idx="399">
                  <c:v>0.26558146109</c:v>
                </c:pt>
                <c:pt idx="400">
                  <c:v>0.266406685672</c:v>
                </c:pt>
                <c:pt idx="401">
                  <c:v>0.267231425634</c:v>
                </c:pt>
                <c:pt idx="402">
                  <c:v>0.268055868384</c:v>
                </c:pt>
                <c:pt idx="403">
                  <c:v>0.268880059051</c:v>
                </c:pt>
                <c:pt idx="404">
                  <c:v>0.269703936294</c:v>
                </c:pt>
                <c:pt idx="405">
                  <c:v>0.270527447657</c:v>
                </c:pt>
                <c:pt idx="406">
                  <c:v>0.27135053531</c:v>
                </c:pt>
                <c:pt idx="407">
                  <c:v>0.272173298233</c:v>
                </c:pt>
                <c:pt idx="408">
                  <c:v>0.272995779568</c:v>
                </c:pt>
                <c:pt idx="409">
                  <c:v>0.273817008176</c:v>
                </c:pt>
                <c:pt idx="410">
                  <c:v>0.274635605379</c:v>
                </c:pt>
                <c:pt idx="411">
                  <c:v>0.275451617179</c:v>
                </c:pt>
                <c:pt idx="412">
                  <c:v>0.276266094705</c:v>
                </c:pt>
                <c:pt idx="413">
                  <c:v>0.277075326052</c:v>
                </c:pt>
                <c:pt idx="414">
                  <c:v>0.277860698407</c:v>
                </c:pt>
                <c:pt idx="415">
                  <c:v>0.27857787354</c:v>
                </c:pt>
                <c:pt idx="416">
                  <c:v>0.2791453628</c:v>
                </c:pt>
                <c:pt idx="417">
                  <c:v>0.279451581465</c:v>
                </c:pt>
                <c:pt idx="418">
                  <c:v>0.279399783857</c:v>
                </c:pt>
                <c:pt idx="419">
                  <c:v>0.279030903395</c:v>
                </c:pt>
                <c:pt idx="420">
                  <c:v>0.278629718516</c:v>
                </c:pt>
                <c:pt idx="421">
                  <c:v>0.27824782999</c:v>
                </c:pt>
                <c:pt idx="422">
                  <c:v>0.277839019404</c:v>
                </c:pt>
                <c:pt idx="423">
                  <c:v>0.277338637117</c:v>
                </c:pt>
                <c:pt idx="424">
                  <c:v>0.276794345764</c:v>
                </c:pt>
                <c:pt idx="425">
                  <c:v>0.276330474601</c:v>
                </c:pt>
                <c:pt idx="426">
                  <c:v>0.276031485942</c:v>
                </c:pt>
                <c:pt idx="427">
                  <c:v>0.275886007321</c:v>
                </c:pt>
                <c:pt idx="428">
                  <c:v>0.275833429611</c:v>
                </c:pt>
                <c:pt idx="429">
                  <c:v>0.275805693712</c:v>
                </c:pt>
                <c:pt idx="430">
                  <c:v>0.275767346231</c:v>
                </c:pt>
                <c:pt idx="431">
                  <c:v>0.275717642935</c:v>
                </c:pt>
                <c:pt idx="432">
                  <c:v>0.275685195574</c:v>
                </c:pt>
                <c:pt idx="433">
                  <c:v>0.275689395018</c:v>
                </c:pt>
                <c:pt idx="434">
                  <c:v>0.275750580404</c:v>
                </c:pt>
                <c:pt idx="435">
                  <c:v>0.275883952707</c:v>
                </c:pt>
                <c:pt idx="436">
                  <c:v>0.276086452475</c:v>
                </c:pt>
                <c:pt idx="437">
                  <c:v>0.276336656074</c:v>
                </c:pt>
                <c:pt idx="438">
                  <c:v>0.276602609239</c:v>
                </c:pt>
                <c:pt idx="439">
                  <c:v>0.276849810186</c:v>
                </c:pt>
                <c:pt idx="440">
                  <c:v>0.277069303718</c:v>
                </c:pt>
                <c:pt idx="441">
                  <c:v>0.277268516088</c:v>
                </c:pt>
                <c:pt idx="442">
                  <c:v>0.27746659291</c:v>
                </c:pt>
                <c:pt idx="443">
                  <c:v>0.277671426527</c:v>
                </c:pt>
                <c:pt idx="444">
                  <c:v>0.277875469224</c:v>
                </c:pt>
                <c:pt idx="445">
                  <c:v>0.278062586147</c:v>
                </c:pt>
                <c:pt idx="446">
                  <c:v>0.278223913153</c:v>
                </c:pt>
                <c:pt idx="447">
                  <c:v>0.278366711479</c:v>
                </c:pt>
                <c:pt idx="448">
                  <c:v>0.278512529245</c:v>
                </c:pt>
                <c:pt idx="449">
                  <c:v>0.278692635062</c:v>
                </c:pt>
                <c:pt idx="450">
                  <c:v>0.278929218964</c:v>
                </c:pt>
                <c:pt idx="451">
                  <c:v>0.27922625843</c:v>
                </c:pt>
                <c:pt idx="452">
                  <c:v>0.279573142908</c:v>
                </c:pt>
                <c:pt idx="453">
                  <c:v>0.279948339109</c:v>
                </c:pt>
                <c:pt idx="454">
                  <c:v>0.280329343518</c:v>
                </c:pt>
                <c:pt idx="455">
                  <c:v>0.280700794796</c:v>
                </c:pt>
                <c:pt idx="456">
                  <c:v>0.281058417406</c:v>
                </c:pt>
                <c:pt idx="457">
                  <c:v>0.28140430224</c:v>
                </c:pt>
                <c:pt idx="458">
                  <c:v>0.281748761551</c:v>
                </c:pt>
                <c:pt idx="459">
                  <c:v>0.282102901443</c:v>
                </c:pt>
                <c:pt idx="460">
                  <c:v>0.282471130324</c:v>
                </c:pt>
                <c:pt idx="461">
                  <c:v>0.282856544376</c:v>
                </c:pt>
                <c:pt idx="462">
                  <c:v>0.283261937155</c:v>
                </c:pt>
                <c:pt idx="463">
                  <c:v>0.283690219268</c:v>
                </c:pt>
                <c:pt idx="464">
                  <c:v>0.28414632603</c:v>
                </c:pt>
                <c:pt idx="465">
                  <c:v>0.284637676237</c:v>
                </c:pt>
                <c:pt idx="466">
                  <c:v>0.285171129496</c:v>
                </c:pt>
                <c:pt idx="467">
                  <c:v>0.285750571539</c:v>
                </c:pt>
                <c:pt idx="468">
                  <c:v>0.286374391697</c:v>
                </c:pt>
                <c:pt idx="469">
                  <c:v>0.287036944583</c:v>
                </c:pt>
                <c:pt idx="470">
                  <c:v>0.287729816225</c:v>
                </c:pt>
                <c:pt idx="471">
                  <c:v>0.288443967333</c:v>
                </c:pt>
                <c:pt idx="472">
                  <c:v>0.289171570565</c:v>
                </c:pt>
                <c:pt idx="473">
                  <c:v>0.289907744388</c:v>
                </c:pt>
                <c:pt idx="474">
                  <c:v>0.290649962982</c:v>
                </c:pt>
                <c:pt idx="475">
                  <c:v>0.29139803403</c:v>
                </c:pt>
                <c:pt idx="476">
                  <c:v>0.292152587146</c:v>
                </c:pt>
                <c:pt idx="477">
                  <c:v>0.292915562167</c:v>
                </c:pt>
                <c:pt idx="478">
                  <c:v>0.293689815129</c:v>
                </c:pt>
                <c:pt idx="479">
                  <c:v>0.294480982737</c:v>
                </c:pt>
                <c:pt idx="480">
                  <c:v>0.295295328581</c:v>
                </c:pt>
                <c:pt idx="481">
                  <c:v>0.296138318135</c:v>
                </c:pt>
                <c:pt idx="482">
                  <c:v>0.297011985732</c:v>
                </c:pt>
                <c:pt idx="483">
                  <c:v>0.297915146221</c:v>
                </c:pt>
                <c:pt idx="484">
                  <c:v>0.298842287524</c:v>
                </c:pt>
                <c:pt idx="485">
                  <c:v>0.299786275474</c:v>
                </c:pt>
                <c:pt idx="486">
                  <c:v>0.300738522513</c:v>
                </c:pt>
                <c:pt idx="487">
                  <c:v>0.301691003823</c:v>
                </c:pt>
                <c:pt idx="488">
                  <c:v>0.302637552971</c:v>
                </c:pt>
                <c:pt idx="489">
                  <c:v>0.303575999319</c:v>
                </c:pt>
                <c:pt idx="490">
                  <c:v>0.304507393289</c:v>
                </c:pt>
                <c:pt idx="491">
                  <c:v>0.305435656681</c:v>
                </c:pt>
                <c:pt idx="492">
                  <c:v>0.306365585715</c:v>
                </c:pt>
                <c:pt idx="493">
                  <c:v>0.30730131151</c:v>
                </c:pt>
                <c:pt idx="494">
                  <c:v>0.308246254868</c:v>
                </c:pt>
                <c:pt idx="495">
                  <c:v>0.309203815725</c:v>
                </c:pt>
                <c:pt idx="496">
                  <c:v>0.31017662312</c:v>
                </c:pt>
                <c:pt idx="497">
                  <c:v>0.311164569387</c:v>
                </c:pt>
                <c:pt idx="498">
                  <c:v>0.312165329056</c:v>
                </c:pt>
                <c:pt idx="499">
                  <c:v>0.313176393401</c:v>
                </c:pt>
                <c:pt idx="500">
                  <c:v>0.314197433059</c:v>
                </c:pt>
                <c:pt idx="501">
                  <c:v>0.31523257914</c:v>
                </c:pt>
                <c:pt idx="502">
                  <c:v>0.316288463474</c:v>
                </c:pt>
                <c:pt idx="503">
                  <c:v>0.317355512048</c:v>
                </c:pt>
                <c:pt idx="504">
                  <c:v>0.318410937449</c:v>
                </c:pt>
                <c:pt idx="505">
                  <c:v>0.319446644615</c:v>
                </c:pt>
                <c:pt idx="506">
                  <c:v>0.320468721531</c:v>
                </c:pt>
                <c:pt idx="507">
                  <c:v>0.321488065791</c:v>
                </c:pt>
                <c:pt idx="508">
                  <c:v>0.32251499086</c:v>
                </c:pt>
                <c:pt idx="509">
                  <c:v>0.323552099632</c:v>
                </c:pt>
                <c:pt idx="510">
                  <c:v>0.324597806994</c:v>
                </c:pt>
                <c:pt idx="511">
                  <c:v>0.325656463558</c:v>
                </c:pt>
                <c:pt idx="512">
                  <c:v>0.32673332197</c:v>
                </c:pt>
                <c:pt idx="513">
                  <c:v>0.327820174608</c:v>
                </c:pt>
                <c:pt idx="514">
                  <c:v>0.328905304132</c:v>
                </c:pt>
                <c:pt idx="515">
                  <c:v>0.329986307043</c:v>
                </c:pt>
                <c:pt idx="516">
                  <c:v>0.331065342405</c:v>
                </c:pt>
                <c:pt idx="517">
                  <c:v>0.332152580446</c:v>
                </c:pt>
                <c:pt idx="518">
                  <c:v>0.333250972839</c:v>
                </c:pt>
                <c:pt idx="519">
                  <c:v>0.334345755518</c:v>
                </c:pt>
                <c:pt idx="520">
                  <c:v>0.335423510177</c:v>
                </c:pt>
                <c:pt idx="521">
                  <c:v>0.336484045447</c:v>
                </c:pt>
                <c:pt idx="522">
                  <c:v>0.337534487854</c:v>
                </c:pt>
                <c:pt idx="523">
                  <c:v>0.338584120692</c:v>
                </c:pt>
                <c:pt idx="524">
                  <c:v>0.339637413908</c:v>
                </c:pt>
                <c:pt idx="525">
                  <c:v>0.340692257465</c:v>
                </c:pt>
                <c:pt idx="526">
                  <c:v>0.341745280309</c:v>
                </c:pt>
                <c:pt idx="527">
                  <c:v>0.342796316967</c:v>
                </c:pt>
                <c:pt idx="528">
                  <c:v>0.34384742706</c:v>
                </c:pt>
                <c:pt idx="529">
                  <c:v>0.344901840213</c:v>
                </c:pt>
                <c:pt idx="530">
                  <c:v>0.345961990282</c:v>
                </c:pt>
                <c:pt idx="531">
                  <c:v>0.347026925514</c:v>
                </c:pt>
                <c:pt idx="532">
                  <c:v>0.348094797144</c:v>
                </c:pt>
                <c:pt idx="533">
                  <c:v>0.349165565714</c:v>
                </c:pt>
                <c:pt idx="534">
                  <c:v>0.350239303509</c:v>
                </c:pt>
                <c:pt idx="535">
                  <c:v>0.351315195631</c:v>
                </c:pt>
                <c:pt idx="536">
                  <c:v>0.352393032599</c:v>
                </c:pt>
                <c:pt idx="537">
                  <c:v>0.353473974773</c:v>
                </c:pt>
                <c:pt idx="538">
                  <c:v>0.3545618683</c:v>
                </c:pt>
                <c:pt idx="539">
                  <c:v>0.355661585419</c:v>
                </c:pt>
                <c:pt idx="540">
                  <c:v>0.356777663344</c:v>
                </c:pt>
                <c:pt idx="541">
                  <c:v>0.357913042518</c:v>
                </c:pt>
                <c:pt idx="542">
                  <c:v>0.359069577689</c:v>
                </c:pt>
                <c:pt idx="543">
                  <c:v>0.360247553929</c:v>
                </c:pt>
                <c:pt idx="544">
                  <c:v>0.361447831948</c:v>
                </c:pt>
                <c:pt idx="545">
                  <c:v>0.362672340276</c:v>
                </c:pt>
                <c:pt idx="546">
                  <c:v>0.363923819742</c:v>
                </c:pt>
                <c:pt idx="547">
                  <c:v>0.365204763035</c:v>
                </c:pt>
                <c:pt idx="548">
                  <c:v>0.366517213133</c:v>
                </c:pt>
                <c:pt idx="549">
                  <c:v>0.367862455812</c:v>
                </c:pt>
                <c:pt idx="550">
                  <c:v>0.369241603321</c:v>
                </c:pt>
                <c:pt idx="551">
                  <c:v>0.37065691577</c:v>
                </c:pt>
                <c:pt idx="552">
                  <c:v>0.37211079656</c:v>
                </c:pt>
                <c:pt idx="553">
                  <c:v>0.37360440236</c:v>
                </c:pt>
                <c:pt idx="554">
                  <c:v>0.375134919088</c:v>
                </c:pt>
                <c:pt idx="555">
                  <c:v>0.376691991691</c:v>
                </c:pt>
                <c:pt idx="556">
                  <c:v>0.378257611336</c:v>
                </c:pt>
                <c:pt idx="557">
                  <c:v>0.37981377849</c:v>
                </c:pt>
                <c:pt idx="558">
                  <c:v>0.381348776617</c:v>
                </c:pt>
                <c:pt idx="559">
                  <c:v>0.382899728661</c:v>
                </c:pt>
                <c:pt idx="560">
                  <c:v>0.384489613072</c:v>
                </c:pt>
                <c:pt idx="561">
                  <c:v>0.386062339031</c:v>
                </c:pt>
                <c:pt idx="562">
                  <c:v>0.387551242432</c:v>
                </c:pt>
                <c:pt idx="563">
                  <c:v>0.388929147425</c:v>
                </c:pt>
                <c:pt idx="564">
                  <c:v>0.390169117776</c:v>
                </c:pt>
                <c:pt idx="565">
                  <c:v>0.391275606547</c:v>
                </c:pt>
                <c:pt idx="566">
                  <c:v>0.392180930453</c:v>
                </c:pt>
                <c:pt idx="567">
                  <c:v>0.392881205294</c:v>
                </c:pt>
                <c:pt idx="568">
                  <c:v>0.393595962104</c:v>
                </c:pt>
                <c:pt idx="569">
                  <c:v>0.394443455654</c:v>
                </c:pt>
                <c:pt idx="570">
                  <c:v>0.395447086492</c:v>
                </c:pt>
                <c:pt idx="571">
                  <c:v>0.396412866104</c:v>
                </c:pt>
                <c:pt idx="572">
                  <c:v>0.397328861633</c:v>
                </c:pt>
                <c:pt idx="573">
                  <c:v>0.398363188712</c:v>
                </c:pt>
                <c:pt idx="574">
                  <c:v>0.399612872985</c:v>
                </c:pt>
                <c:pt idx="575">
                  <c:v>0.401003757654</c:v>
                </c:pt>
                <c:pt idx="576">
                  <c:v>0.402405862014</c:v>
                </c:pt>
                <c:pt idx="577">
                  <c:v>0.403719914714</c:v>
                </c:pt>
                <c:pt idx="578">
                  <c:v>0.404933543789</c:v>
                </c:pt>
                <c:pt idx="579">
                  <c:v>0.406092039363</c:v>
                </c:pt>
                <c:pt idx="580">
                  <c:v>0.407235132253</c:v>
                </c:pt>
                <c:pt idx="581">
                  <c:v>0.408402935871</c:v>
                </c:pt>
                <c:pt idx="582">
                  <c:v>0.40962077691</c:v>
                </c:pt>
                <c:pt idx="583">
                  <c:v>0.410889175257</c:v>
                </c:pt>
                <c:pt idx="584">
                  <c:v>0.412183593628</c:v>
                </c:pt>
                <c:pt idx="585">
                  <c:v>0.413484180911</c:v>
                </c:pt>
                <c:pt idx="586">
                  <c:v>0.414769180635</c:v>
                </c:pt>
                <c:pt idx="587">
                  <c:v>0.416003415971</c:v>
                </c:pt>
                <c:pt idx="588">
                  <c:v>0.41717159902</c:v>
                </c:pt>
                <c:pt idx="589">
                  <c:v>0.418297212528</c:v>
                </c:pt>
                <c:pt idx="590">
                  <c:v>0.419407958211</c:v>
                </c:pt>
                <c:pt idx="591">
                  <c:v>0.420519987346</c:v>
                </c:pt>
                <c:pt idx="592">
                  <c:v>0.421625843253</c:v>
                </c:pt>
                <c:pt idx="593">
                  <c:v>0.422711420714</c:v>
                </c:pt>
                <c:pt idx="594">
                  <c:v>0.423770853837</c:v>
                </c:pt>
                <c:pt idx="595">
                  <c:v>0.424809975898</c:v>
                </c:pt>
                <c:pt idx="596">
                  <c:v>0.425849778049</c:v>
                </c:pt>
                <c:pt idx="597">
                  <c:v>0.426919731982</c:v>
                </c:pt>
                <c:pt idx="598">
                  <c:v>0.428033324058</c:v>
                </c:pt>
                <c:pt idx="599">
                  <c:v>0.429178890997</c:v>
                </c:pt>
                <c:pt idx="600">
                  <c:v>0.430326738218</c:v>
                </c:pt>
                <c:pt idx="601">
                  <c:v>0.43144927934</c:v>
                </c:pt>
                <c:pt idx="602">
                  <c:v>0.432529494443</c:v>
                </c:pt>
                <c:pt idx="603">
                  <c:v>0.433564556937</c:v>
                </c:pt>
                <c:pt idx="604">
                  <c:v>0.434566850208</c:v>
                </c:pt>
                <c:pt idx="605">
                  <c:v>0.435552838613</c:v>
                </c:pt>
                <c:pt idx="606">
                  <c:v>0.436537968932</c:v>
                </c:pt>
                <c:pt idx="607">
                  <c:v>0.437534635464</c:v>
                </c:pt>
                <c:pt idx="608">
                  <c:v>0.438546843378</c:v>
                </c:pt>
                <c:pt idx="609">
                  <c:v>0.439571200938</c:v>
                </c:pt>
                <c:pt idx="610">
                  <c:v>0.44060238533</c:v>
                </c:pt>
                <c:pt idx="611">
                  <c:v>0.441634351528</c:v>
                </c:pt>
                <c:pt idx="612">
                  <c:v>0.442666044753</c:v>
                </c:pt>
                <c:pt idx="613">
                  <c:v>0.443702149378</c:v>
                </c:pt>
                <c:pt idx="614">
                  <c:v>0.444747808885</c:v>
                </c:pt>
                <c:pt idx="615">
                  <c:v>0.44580309453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5.55111512313e-17</c:v>
                </c:pt>
                <c:pt idx="12">
                  <c:v>4.4408920985e-16</c:v>
                </c:pt>
                <c:pt idx="13">
                  <c:v>3.5527136788e-15</c:v>
                </c:pt>
                <c:pt idx="14">
                  <c:v>2.37032615757e-14</c:v>
                </c:pt>
                <c:pt idx="15">
                  <c:v>1.30062627335e-13</c:v>
                </c:pt>
                <c:pt idx="16">
                  <c:v>6.0612626029e-13</c:v>
                </c:pt>
                <c:pt idx="17">
                  <c:v>2.48512321825e-12</c:v>
                </c:pt>
                <c:pt idx="18">
                  <c:v>9.19553322279e-12</c:v>
                </c:pt>
                <c:pt idx="19">
                  <c:v>3.11528580601e-11</c:v>
                </c:pt>
                <c:pt idx="20">
                  <c:v>9.72604218361e-11</c:v>
                </c:pt>
                <c:pt idx="21">
                  <c:v>2.80598210516e-10</c:v>
                </c:pt>
                <c:pt idx="22">
                  <c:v>7.49845513464e-10</c:v>
                </c:pt>
                <c:pt idx="23">
                  <c:v>1.86184492375e-09</c:v>
                </c:pt>
                <c:pt idx="24">
                  <c:v>4.31423858195e-09</c:v>
                </c:pt>
                <c:pt idx="25">
                  <c:v>9.38216183212e-09</c:v>
                </c:pt>
                <c:pt idx="26">
                  <c:v>1.92751179675e-08</c:v>
                </c:pt>
                <c:pt idx="27">
                  <c:v>3.76679463534e-08</c:v>
                </c:pt>
                <c:pt idx="28">
                  <c:v>7.04678226945e-08</c:v>
                </c:pt>
                <c:pt idx="29">
                  <c:v>1.26852545078e-07</c:v>
                </c:pt>
                <c:pt idx="30">
                  <c:v>2.20582926697e-07</c:v>
                </c:pt>
                <c:pt idx="31">
                  <c:v>3.71536732211e-07</c:v>
                </c:pt>
                <c:pt idx="32">
                  <c:v>6.07515001959e-07</c:v>
                </c:pt>
                <c:pt idx="33">
                  <c:v>9.66413628426e-07</c:v>
                </c:pt>
                <c:pt idx="34">
                  <c:v>1.49891638102e-06</c:v>
                </c:pt>
                <c:pt idx="35">
                  <c:v>2.27166939797e-06</c:v>
                </c:pt>
                <c:pt idx="36">
                  <c:v>3.37068872039e-06</c:v>
                </c:pt>
                <c:pt idx="37">
                  <c:v>4.90456092894e-06</c:v>
                </c:pt>
                <c:pt idx="38">
                  <c:v>7.00709492161e-06</c:v>
                </c:pt>
                <c:pt idx="39">
                  <c:v>9.83969289853e-06</c:v>
                </c:pt>
                <c:pt idx="40">
                  <c:v>1.35934468427e-05</c:v>
                </c:pt>
                <c:pt idx="41">
                  <c:v>1.84914649276e-05</c:v>
                </c:pt>
                <c:pt idx="42">
                  <c:v>2.47918282436e-05</c:v>
                </c:pt>
                <c:pt idx="43">
                  <c:v>3.27905306161e-05</c:v>
                </c:pt>
                <c:pt idx="44">
                  <c:v>4.28244657911e-05</c:v>
                </c:pt>
                <c:pt idx="45">
                  <c:v>5.5273699823e-05</c:v>
                </c:pt>
                <c:pt idx="46">
                  <c:v>7.05626238442e-05</c:v>
                </c:pt>
                <c:pt idx="47">
                  <c:v>8.91582563774e-05</c:v>
                </c:pt>
                <c:pt idx="48">
                  <c:v>0.00011156908816</c:v>
                </c:pt>
                <c:pt idx="49">
                  <c:v>0.00013834205949</c:v>
                </c:pt>
                <c:pt idx="50">
                  <c:v>0.00017005787878</c:v>
                </c:pt>
                <c:pt idx="51">
                  <c:v>0.000207330365203</c:v>
                </c:pt>
                <c:pt idx="52">
                  <c:v>0.000250804209216</c:v>
                </c:pt>
                <c:pt idx="53">
                  <c:v>0.000301151362731</c:v>
                </c:pt>
                <c:pt idx="54">
                  <c:v>0.000359066990508</c:v>
                </c:pt>
                <c:pt idx="55">
                  <c:v>0.000425263925684</c:v>
                </c:pt>
                <c:pt idx="56">
                  <c:v>0.00050046339499</c:v>
                </c:pt>
                <c:pt idx="57">
                  <c:v>0.000585386036337</c:v>
                </c:pt>
                <c:pt idx="58">
                  <c:v>0.00068074160393</c:v>
                </c:pt>
                <c:pt idx="59">
                  <c:v>0.000787224530097</c:v>
                </c:pt>
                <c:pt idx="60">
                  <c:v>0.00090550895376</c:v>
                </c:pt>
                <c:pt idx="61">
                  <c:v>0.00103624563666</c:v>
                </c:pt>
                <c:pt idx="62">
                  <c:v>0.00118005957979</c:v>
                </c:pt>
                <c:pt idx="63">
                  <c:v>0.0013375507688</c:v>
                </c:pt>
                <c:pt idx="64">
                  <c:v>0.00150928909391</c:v>
                </c:pt>
                <c:pt idx="65">
                  <c:v>0.00169581202315</c:v>
                </c:pt>
                <c:pt idx="66">
                  <c:v>0.00189761494308</c:v>
                </c:pt>
                <c:pt idx="67">
                  <c:v>0.00211515107686</c:v>
                </c:pt>
                <c:pt idx="68">
                  <c:v>0.00234882745224</c:v>
                </c:pt>
                <c:pt idx="69">
                  <c:v>0.00259901932981</c:v>
                </c:pt>
                <c:pt idx="70">
                  <c:v>0.00286605901942</c:v>
                </c:pt>
                <c:pt idx="71">
                  <c:v>0.00315022583931</c:v>
                </c:pt>
                <c:pt idx="72">
                  <c:v>0.00345171967201</c:v>
                </c:pt>
                <c:pt idx="73">
                  <c:v>0.00377065764526</c:v>
                </c:pt>
                <c:pt idx="74">
                  <c:v>0.00410705520802</c:v>
                </c:pt>
                <c:pt idx="75">
                  <c:v>0.00446085184848</c:v>
                </c:pt>
                <c:pt idx="76">
                  <c:v>0.00483191102605</c:v>
                </c:pt>
                <c:pt idx="77">
                  <c:v>0.00522004724783</c:v>
                </c:pt>
                <c:pt idx="78">
                  <c:v>0.00562505030003</c:v>
                </c:pt>
                <c:pt idx="79">
                  <c:v>0.00604673349243</c:v>
                </c:pt>
                <c:pt idx="80">
                  <c:v>0.00648493913957</c:v>
                </c:pt>
                <c:pt idx="81">
                  <c:v>0.00693954906875</c:v>
                </c:pt>
                <c:pt idx="82">
                  <c:v>0.00741045705533</c:v>
                </c:pt>
                <c:pt idx="83">
                  <c:v>0.00789753855051</c:v>
                </c:pt>
                <c:pt idx="84">
                  <c:v>0.00840064703212</c:v>
                </c:pt>
                <c:pt idx="85">
                  <c:v>0.00891963080502</c:v>
                </c:pt>
                <c:pt idx="86">
                  <c:v>0.00945431447523</c:v>
                </c:pt>
                <c:pt idx="87">
                  <c:v>0.0100044366035</c:v>
                </c:pt>
                <c:pt idx="88">
                  <c:v>0.0105696502589</c:v>
                </c:pt>
                <c:pt idx="89">
                  <c:v>0.0111495790968</c:v>
                </c:pt>
                <c:pt idx="90">
                  <c:v>0.0117438997142</c:v>
                </c:pt>
                <c:pt idx="91">
                  <c:v>0.0123524373714</c:v>
                </c:pt>
                <c:pt idx="92">
                  <c:v>0.0129751181764</c:v>
                </c:pt>
                <c:pt idx="93">
                  <c:v>0.0136112240304</c:v>
                </c:pt>
                <c:pt idx="94">
                  <c:v>0.0142594019439</c:v>
                </c:pt>
                <c:pt idx="95">
                  <c:v>0.0149188267815</c:v>
                </c:pt>
                <c:pt idx="96">
                  <c:v>0.0155893096773</c:v>
                </c:pt>
                <c:pt idx="97">
                  <c:v>0.016270933272</c:v>
                </c:pt>
                <c:pt idx="98">
                  <c:v>0.0169637964255</c:v>
                </c:pt>
                <c:pt idx="99">
                  <c:v>0.0176676466158</c:v>
                </c:pt>
                <c:pt idx="100">
                  <c:v>0.0183820146798</c:v>
                </c:pt>
                <c:pt idx="101">
                  <c:v>0.0191067574208</c:v>
                </c:pt>
                <c:pt idx="102">
                  <c:v>0.0198418269497</c:v>
                </c:pt>
                <c:pt idx="103">
                  <c:v>0.0205864015408</c:v>
                </c:pt>
                <c:pt idx="104">
                  <c:v>0.0213393749188</c:v>
                </c:pt>
                <c:pt idx="105">
                  <c:v>0.0221001612373</c:v>
                </c:pt>
                <c:pt idx="106">
                  <c:v>0.0228684701294</c:v>
                </c:pt>
                <c:pt idx="107">
                  <c:v>0.0236445815676</c:v>
                </c:pt>
                <c:pt idx="108">
                  <c:v>0.0244283507419</c:v>
                </c:pt>
                <c:pt idx="109">
                  <c:v>0.0252183827042</c:v>
                </c:pt>
                <c:pt idx="110">
                  <c:v>0.0260132887241</c:v>
                </c:pt>
                <c:pt idx="111">
                  <c:v>0.0268126211183</c:v>
                </c:pt>
                <c:pt idx="112">
                  <c:v>0.0276165342914</c:v>
                </c:pt>
                <c:pt idx="113">
                  <c:v>0.028425424249</c:v>
                </c:pt>
                <c:pt idx="114">
                  <c:v>0.029239367146</c:v>
                </c:pt>
                <c:pt idx="115">
                  <c:v>0.0300579256452</c:v>
                </c:pt>
                <c:pt idx="116">
                  <c:v>0.0308805500318</c:v>
                </c:pt>
                <c:pt idx="117">
                  <c:v>0.0317069678316</c:v>
                </c:pt>
                <c:pt idx="118">
                  <c:v>0.0325371227984</c:v>
                </c:pt>
                <c:pt idx="119">
                  <c:v>0.0333710918731</c:v>
                </c:pt>
                <c:pt idx="120">
                  <c:v>0.0342089044638</c:v>
                </c:pt>
                <c:pt idx="121">
                  <c:v>0.0350502793877</c:v>
                </c:pt>
                <c:pt idx="122">
                  <c:v>0.0358948424386</c:v>
                </c:pt>
                <c:pt idx="123">
                  <c:v>0.036742398036</c:v>
                </c:pt>
                <c:pt idx="124">
                  <c:v>0.0375927711645</c:v>
                </c:pt>
                <c:pt idx="125">
                  <c:v>0.038445699798</c:v>
                </c:pt>
                <c:pt idx="126">
                  <c:v>0.0393009895279</c:v>
                </c:pt>
                <c:pt idx="127">
                  <c:v>0.0401586079663</c:v>
                </c:pt>
                <c:pt idx="128">
                  <c:v>0.0410188462688</c:v>
                </c:pt>
                <c:pt idx="129">
                  <c:v>0.041882151976</c:v>
                </c:pt>
                <c:pt idx="130">
                  <c:v>0.0427489773439</c:v>
                </c:pt>
                <c:pt idx="131">
                  <c:v>0.043619620365</c:v>
                </c:pt>
                <c:pt idx="132">
                  <c:v>0.0444942677164</c:v>
                </c:pt>
                <c:pt idx="133">
                  <c:v>0.0453729228295</c:v>
                </c:pt>
                <c:pt idx="134">
                  <c:v>0.046255659581</c:v>
                </c:pt>
                <c:pt idx="135">
                  <c:v>0.0471426919596</c:v>
                </c:pt>
                <c:pt idx="136">
                  <c:v>0.0480343514264</c:v>
                </c:pt>
                <c:pt idx="137">
                  <c:v>0.048930951708</c:v>
                </c:pt>
                <c:pt idx="138">
                  <c:v>0.0498327571778</c:v>
                </c:pt>
                <c:pt idx="139">
                  <c:v>0.0507399359123</c:v>
                </c:pt>
                <c:pt idx="140">
                  <c:v>0.0516526327518</c:v>
                </c:pt>
                <c:pt idx="141">
                  <c:v>0.0525711538608</c:v>
                </c:pt>
                <c:pt idx="142">
                  <c:v>0.0534958388962</c:v>
                </c:pt>
                <c:pt idx="143">
                  <c:v>0.0544268662964</c:v>
                </c:pt>
                <c:pt idx="144">
                  <c:v>0.0553638506119</c:v>
                </c:pt>
                <c:pt idx="145">
                  <c:v>0.0563052882567</c:v>
                </c:pt>
                <c:pt idx="146">
                  <c:v>0.0572484763178</c:v>
                </c:pt>
                <c:pt idx="147">
                  <c:v>0.0581906054356</c:v>
                </c:pt>
                <c:pt idx="148">
                  <c:v>0.0591297240354</c:v>
                </c:pt>
                <c:pt idx="149">
                  <c:v>0.0600713642983</c:v>
                </c:pt>
                <c:pt idx="150">
                  <c:v>0.0610191513191</c:v>
                </c:pt>
                <c:pt idx="151">
                  <c:v>0.0619643188135</c:v>
                </c:pt>
                <c:pt idx="152">
                  <c:v>0.0628959786112</c:v>
                </c:pt>
                <c:pt idx="153">
                  <c:v>0.063809273463</c:v>
                </c:pt>
                <c:pt idx="154">
                  <c:v>0.0646993364377</c:v>
                </c:pt>
                <c:pt idx="155">
                  <c:v>0.0655663176295</c:v>
                </c:pt>
                <c:pt idx="156">
                  <c:v>0.0663983755747</c:v>
                </c:pt>
                <c:pt idx="157">
                  <c:v>0.0671939896663</c:v>
                </c:pt>
                <c:pt idx="158">
                  <c:v>0.0679898060094</c:v>
                </c:pt>
                <c:pt idx="159">
                  <c:v>0.0688066125949</c:v>
                </c:pt>
                <c:pt idx="160">
                  <c:v>0.0696491395602</c:v>
                </c:pt>
                <c:pt idx="161">
                  <c:v>0.0704839349856</c:v>
                </c:pt>
                <c:pt idx="162">
                  <c:v>0.0713087594777</c:v>
                </c:pt>
                <c:pt idx="163">
                  <c:v>0.0721536377972</c:v>
                </c:pt>
                <c:pt idx="164">
                  <c:v>0.0730368809512</c:v>
                </c:pt>
                <c:pt idx="165">
                  <c:v>0.0739457733857</c:v>
                </c:pt>
                <c:pt idx="166">
                  <c:v>0.0748566182098</c:v>
                </c:pt>
                <c:pt idx="167">
                  <c:v>0.0757508371944</c:v>
                </c:pt>
                <c:pt idx="168">
                  <c:v>0.076625675015</c:v>
                </c:pt>
                <c:pt idx="169">
                  <c:v>0.0774893005934</c:v>
                </c:pt>
                <c:pt idx="170">
                  <c:v>0.0783491836566</c:v>
                </c:pt>
                <c:pt idx="171">
                  <c:v>0.079213032534</c:v>
                </c:pt>
                <c:pt idx="172">
                  <c:v>0.0800858508216</c:v>
                </c:pt>
                <c:pt idx="173">
                  <c:v>0.0809679074688</c:v>
                </c:pt>
                <c:pt idx="174">
                  <c:v>0.081854468805</c:v>
                </c:pt>
                <c:pt idx="175">
                  <c:v>0.0827415731373</c:v>
                </c:pt>
                <c:pt idx="176">
                  <c:v>0.0836248099982</c:v>
                </c:pt>
                <c:pt idx="177">
                  <c:v>0.0844970212695</c:v>
                </c:pt>
                <c:pt idx="178">
                  <c:v>0.0853549419216</c:v>
                </c:pt>
                <c:pt idx="179">
                  <c:v>0.086203226258</c:v>
                </c:pt>
                <c:pt idx="180">
                  <c:v>0.0870476226274</c:v>
                </c:pt>
                <c:pt idx="181">
                  <c:v>0.0878915834001</c:v>
                </c:pt>
                <c:pt idx="182">
                  <c:v>0.088733588354</c:v>
                </c:pt>
                <c:pt idx="183">
                  <c:v>0.0895705784556</c:v>
                </c:pt>
                <c:pt idx="184">
                  <c:v>0.0904010992619</c:v>
                </c:pt>
                <c:pt idx="185">
                  <c:v>0.0912262031272</c:v>
                </c:pt>
                <c:pt idx="186">
                  <c:v>0.0920503063875</c:v>
                </c:pt>
                <c:pt idx="187">
                  <c:v>0.0928798424964</c:v>
                </c:pt>
                <c:pt idx="188">
                  <c:v>0.093717976484</c:v>
                </c:pt>
                <c:pt idx="189">
                  <c:v>0.0945623909102</c:v>
                </c:pt>
                <c:pt idx="190">
                  <c:v>0.0954066445434</c:v>
                </c:pt>
                <c:pt idx="191">
                  <c:v>0.0962445600288</c:v>
                </c:pt>
                <c:pt idx="192">
                  <c:v>0.0970721742024</c:v>
                </c:pt>
                <c:pt idx="193">
                  <c:v>0.0978886703313</c:v>
                </c:pt>
                <c:pt idx="194">
                  <c:v>0.0986967182727</c:v>
                </c:pt>
                <c:pt idx="195">
                  <c:v>0.0995000561916</c:v>
                </c:pt>
                <c:pt idx="196">
                  <c:v>0.100302312255</c:v>
                </c:pt>
                <c:pt idx="197">
                  <c:v>0.101106465949</c:v>
                </c:pt>
                <c:pt idx="198">
                  <c:v>0.101913573479</c:v>
                </c:pt>
                <c:pt idx="199">
                  <c:v>0.102722915377</c:v>
                </c:pt>
                <c:pt idx="200">
                  <c:v>0.103533231422</c:v>
                </c:pt>
                <c:pt idx="201">
                  <c:v>0.104343050767</c:v>
                </c:pt>
                <c:pt idx="202">
                  <c:v>0.105152070224</c:v>
                </c:pt>
                <c:pt idx="203">
                  <c:v>0.105961385744</c:v>
                </c:pt>
                <c:pt idx="204">
                  <c:v>0.106772279316</c:v>
                </c:pt>
                <c:pt idx="205">
                  <c:v>0.107584857987</c:v>
                </c:pt>
                <c:pt idx="206">
                  <c:v>0.108397857723</c:v>
                </c:pt>
                <c:pt idx="207">
                  <c:v>0.109209349734</c:v>
                </c:pt>
                <c:pt idx="208">
                  <c:v>0.110017607168</c:v>
                </c:pt>
                <c:pt idx="209">
                  <c:v>0.110821441596</c:v>
                </c:pt>
                <c:pt idx="210">
                  <c:v>0.111620702417</c:v>
                </c:pt>
                <c:pt idx="211">
                  <c:v>0.112415878363</c:v>
                </c:pt>
                <c:pt idx="212">
                  <c:v>0.113208117589</c:v>
                </c:pt>
                <c:pt idx="213">
                  <c:v>0.113998502392</c:v>
                </c:pt>
                <c:pt idx="214">
                  <c:v>0.114788179825</c:v>
                </c:pt>
                <c:pt idx="215">
                  <c:v>0.115577909286</c:v>
                </c:pt>
                <c:pt idx="216">
                  <c:v>0.116368275135</c:v>
                </c:pt>
                <c:pt idx="217">
                  <c:v>0.117160129262</c:v>
                </c:pt>
                <c:pt idx="218">
                  <c:v>0.117954267883</c:v>
                </c:pt>
                <c:pt idx="219">
                  <c:v>0.11875118264</c:v>
                </c:pt>
                <c:pt idx="220">
                  <c:v>0.119550645454</c:v>
                </c:pt>
                <c:pt idx="221">
                  <c:v>0.12035164162</c:v>
                </c:pt>
                <c:pt idx="222">
                  <c:v>0.121152272002</c:v>
                </c:pt>
                <c:pt idx="223">
                  <c:v>0.12195072006</c:v>
                </c:pt>
                <c:pt idx="224">
                  <c:v>0.122745461762</c:v>
                </c:pt>
                <c:pt idx="225">
                  <c:v>0.123535320754</c:v>
                </c:pt>
                <c:pt idx="226">
                  <c:v>0.124320416867</c:v>
                </c:pt>
                <c:pt idx="227">
                  <c:v>0.125101890503</c:v>
                </c:pt>
                <c:pt idx="228">
                  <c:v>0.125881693002</c:v>
                </c:pt>
                <c:pt idx="229">
                  <c:v>0.12666157044</c:v>
                </c:pt>
                <c:pt idx="230">
                  <c:v>0.127442761094</c:v>
                </c:pt>
                <c:pt idx="231">
                  <c:v>0.128225745561</c:v>
                </c:pt>
                <c:pt idx="232">
                  <c:v>0.129010555339</c:v>
                </c:pt>
                <c:pt idx="233">
                  <c:v>0.129797244708</c:v>
                </c:pt>
                <c:pt idx="234">
                  <c:v>0.130585928949</c:v>
                </c:pt>
                <c:pt idx="235">
                  <c:v>0.131376475808</c:v>
                </c:pt>
                <c:pt idx="236">
                  <c:v>0.132168889452</c:v>
                </c:pt>
                <c:pt idx="237">
                  <c:v>0.13296343732</c:v>
                </c:pt>
                <c:pt idx="238">
                  <c:v>0.133760354832</c:v>
                </c:pt>
                <c:pt idx="239">
                  <c:v>0.134557243625</c:v>
                </c:pt>
                <c:pt idx="240">
                  <c:v>0.135350602075</c:v>
                </c:pt>
                <c:pt idx="241">
                  <c:v>0.136139259726</c:v>
                </c:pt>
                <c:pt idx="242">
                  <c:v>0.136924236145</c:v>
                </c:pt>
                <c:pt idx="243">
                  <c:v>0.137708411223</c:v>
                </c:pt>
                <c:pt idx="244">
                  <c:v>0.138495647584</c:v>
                </c:pt>
                <c:pt idx="245">
                  <c:v>0.139286433088</c:v>
                </c:pt>
                <c:pt idx="246">
                  <c:v>0.140079442857</c:v>
                </c:pt>
                <c:pt idx="247">
                  <c:v>0.14087454868</c:v>
                </c:pt>
                <c:pt idx="248">
                  <c:v>0.141672299288</c:v>
                </c:pt>
                <c:pt idx="249">
                  <c:v>0.142471520244</c:v>
                </c:pt>
                <c:pt idx="250">
                  <c:v>0.143271220223</c:v>
                </c:pt>
                <c:pt idx="251">
                  <c:v>0.144071231515</c:v>
                </c:pt>
                <c:pt idx="252">
                  <c:v>0.144871539627</c:v>
                </c:pt>
                <c:pt idx="253">
                  <c:v>0.145673646645</c:v>
                </c:pt>
                <c:pt idx="254">
                  <c:v>0.146479956648</c:v>
                </c:pt>
                <c:pt idx="255">
                  <c:v>0.147288021102</c:v>
                </c:pt>
                <c:pt idx="256">
                  <c:v>0.148094235952</c:v>
                </c:pt>
                <c:pt idx="257">
                  <c:v>0.148896643026</c:v>
                </c:pt>
                <c:pt idx="258">
                  <c:v>0.149696372022</c:v>
                </c:pt>
                <c:pt idx="259">
                  <c:v>0.15049611042</c:v>
                </c:pt>
                <c:pt idx="260">
                  <c:v>0.151297234984</c:v>
                </c:pt>
                <c:pt idx="261">
                  <c:v>0.152099145573</c:v>
                </c:pt>
                <c:pt idx="262">
                  <c:v>0.152901179526</c:v>
                </c:pt>
                <c:pt idx="263">
                  <c:v>0.153703382579</c:v>
                </c:pt>
                <c:pt idx="264">
                  <c:v>0.154506420719</c:v>
                </c:pt>
                <c:pt idx="265">
                  <c:v>0.155311406037</c:v>
                </c:pt>
                <c:pt idx="266">
                  <c:v>0.156119058747</c:v>
                </c:pt>
                <c:pt idx="267">
                  <c:v>0.156928500437</c:v>
                </c:pt>
                <c:pt idx="268">
                  <c:v>0.157738358134</c:v>
                </c:pt>
                <c:pt idx="269">
                  <c:v>0.158547959866</c:v>
                </c:pt>
                <c:pt idx="270">
                  <c:v>0.159356765853</c:v>
                </c:pt>
                <c:pt idx="271">
                  <c:v>0.160164447301</c:v>
                </c:pt>
                <c:pt idx="272">
                  <c:v>0.160971005607</c:v>
                </c:pt>
                <c:pt idx="273">
                  <c:v>0.161776369646</c:v>
                </c:pt>
                <c:pt idx="274">
                  <c:v>0.162580959001</c:v>
                </c:pt>
                <c:pt idx="275">
                  <c:v>0.163385594556</c:v>
                </c:pt>
                <c:pt idx="276">
                  <c:v>0.164191074867</c:v>
                </c:pt>
                <c:pt idx="277">
                  <c:v>0.164997892934</c:v>
                </c:pt>
                <c:pt idx="278">
                  <c:v>0.165806091453</c:v>
                </c:pt>
                <c:pt idx="279">
                  <c:v>0.16661532427</c:v>
                </c:pt>
                <c:pt idx="280">
                  <c:v>0.16742532696</c:v>
                </c:pt>
                <c:pt idx="281">
                  <c:v>0.168236025765</c:v>
                </c:pt>
                <c:pt idx="282">
                  <c:v>0.169047514849</c:v>
                </c:pt>
                <c:pt idx="283">
                  <c:v>0.169859937929</c:v>
                </c:pt>
                <c:pt idx="284">
                  <c:v>0.170673342127</c:v>
                </c:pt>
                <c:pt idx="285">
                  <c:v>0.17148745214</c:v>
                </c:pt>
                <c:pt idx="286">
                  <c:v>0.172301861122</c:v>
                </c:pt>
                <c:pt idx="287">
                  <c:v>0.173116147647</c:v>
                </c:pt>
                <c:pt idx="288">
                  <c:v>0.173929947056</c:v>
                </c:pt>
                <c:pt idx="289">
                  <c:v>0.174743171139</c:v>
                </c:pt>
                <c:pt idx="290">
                  <c:v>0.175555903493</c:v>
                </c:pt>
                <c:pt idx="291">
                  <c:v>0.176368136901</c:v>
                </c:pt>
                <c:pt idx="292">
                  <c:v>0.177179983364</c:v>
                </c:pt>
                <c:pt idx="293">
                  <c:v>0.177991634177</c:v>
                </c:pt>
                <c:pt idx="294">
                  <c:v>0.178803298514</c:v>
                </c:pt>
                <c:pt idx="295">
                  <c:v>0.179615298598</c:v>
                </c:pt>
                <c:pt idx="296">
                  <c:v>0.180427833267</c:v>
                </c:pt>
                <c:pt idx="297">
                  <c:v>0.181240793735</c:v>
                </c:pt>
                <c:pt idx="298">
                  <c:v>0.182053955594</c:v>
                </c:pt>
                <c:pt idx="299">
                  <c:v>0.182867059947</c:v>
                </c:pt>
                <c:pt idx="300">
                  <c:v>0.183679869155</c:v>
                </c:pt>
                <c:pt idx="301">
                  <c:v>0.184492231681</c:v>
                </c:pt>
                <c:pt idx="302">
                  <c:v>0.185303976044</c:v>
                </c:pt>
                <c:pt idx="303">
                  <c:v>0.186114804341</c:v>
                </c:pt>
                <c:pt idx="304">
                  <c:v>0.186924537886</c:v>
                </c:pt>
                <c:pt idx="305">
                  <c:v>0.187733248514</c:v>
                </c:pt>
                <c:pt idx="306">
                  <c:v>0.188541146029</c:v>
                </c:pt>
                <c:pt idx="307">
                  <c:v>0.189348569038</c:v>
                </c:pt>
                <c:pt idx="308">
                  <c:v>0.190155828147</c:v>
                </c:pt>
                <c:pt idx="309">
                  <c:v>0.190962840393</c:v>
                </c:pt>
                <c:pt idx="310">
                  <c:v>0.191769649818</c:v>
                </c:pt>
                <c:pt idx="311">
                  <c:v>0.192576447014</c:v>
                </c:pt>
                <c:pt idx="312">
                  <c:v>0.193383170295</c:v>
                </c:pt>
                <c:pt idx="313">
                  <c:v>0.194189803589</c:v>
                </c:pt>
                <c:pt idx="314">
                  <c:v>0.194996391825</c:v>
                </c:pt>
                <c:pt idx="315">
                  <c:v>0.19580261758</c:v>
                </c:pt>
                <c:pt idx="316">
                  <c:v>0.196607784749</c:v>
                </c:pt>
                <c:pt idx="317">
                  <c:v>0.197411708449</c:v>
                </c:pt>
                <c:pt idx="318">
                  <c:v>0.198214685663</c:v>
                </c:pt>
                <c:pt idx="319">
                  <c:v>0.19901711374</c:v>
                </c:pt>
                <c:pt idx="320">
                  <c:v>0.199819309308</c:v>
                </c:pt>
                <c:pt idx="321">
                  <c:v>0.200620953982</c:v>
                </c:pt>
                <c:pt idx="322">
                  <c:v>0.201421188921</c:v>
                </c:pt>
                <c:pt idx="323">
                  <c:v>0.20221994402</c:v>
                </c:pt>
                <c:pt idx="324">
                  <c:v>0.203017673713</c:v>
                </c:pt>
                <c:pt idx="325">
                  <c:v>0.203814821119</c:v>
                </c:pt>
                <c:pt idx="326">
                  <c:v>0.204611814933</c:v>
                </c:pt>
                <c:pt idx="327">
                  <c:v>0.205408618438</c:v>
                </c:pt>
                <c:pt idx="328">
                  <c:v>0.206204834739</c:v>
                </c:pt>
                <c:pt idx="329">
                  <c:v>0.207000601606</c:v>
                </c:pt>
                <c:pt idx="330">
                  <c:v>0.207796092752</c:v>
                </c:pt>
                <c:pt idx="331">
                  <c:v>0.208590826362</c:v>
                </c:pt>
                <c:pt idx="332">
                  <c:v>0.209384334356</c:v>
                </c:pt>
                <c:pt idx="333">
                  <c:v>0.210176521759</c:v>
                </c:pt>
                <c:pt idx="334">
                  <c:v>0.210967473409</c:v>
                </c:pt>
                <c:pt idx="335">
                  <c:v>0.211757786777</c:v>
                </c:pt>
                <c:pt idx="336">
                  <c:v>0.212547835671</c:v>
                </c:pt>
                <c:pt idx="337">
                  <c:v>0.213337137495</c:v>
                </c:pt>
                <c:pt idx="338">
                  <c:v>0.214125217027</c:v>
                </c:pt>
                <c:pt idx="339">
                  <c:v>0.214912015534</c:v>
                </c:pt>
                <c:pt idx="340">
                  <c:v>0.215697735932</c:v>
                </c:pt>
                <c:pt idx="341">
                  <c:v>0.216482953495</c:v>
                </c:pt>
                <c:pt idx="342">
                  <c:v>0.217268039337</c:v>
                </c:pt>
                <c:pt idx="343">
                  <c:v>0.218052861566</c:v>
                </c:pt>
                <c:pt idx="344">
                  <c:v>0.218837114081</c:v>
                </c:pt>
                <c:pt idx="345">
                  <c:v>0.219620512873</c:v>
                </c:pt>
                <c:pt idx="346">
                  <c:v>0.220402953181</c:v>
                </c:pt>
                <c:pt idx="347">
                  <c:v>0.221184542873</c:v>
                </c:pt>
                <c:pt idx="348">
                  <c:v>0.221965363225</c:v>
                </c:pt>
                <c:pt idx="349">
                  <c:v>0.222745343751</c:v>
                </c:pt>
                <c:pt idx="350">
                  <c:v>0.223524345719</c:v>
                </c:pt>
                <c:pt idx="351">
                  <c:v>0.224302258136</c:v>
                </c:pt>
                <c:pt idx="352">
                  <c:v>0.225079046965</c:v>
                </c:pt>
                <c:pt idx="353">
                  <c:v>0.225854816456</c:v>
                </c:pt>
                <c:pt idx="354">
                  <c:v>0.226629699459</c:v>
                </c:pt>
                <c:pt idx="355">
                  <c:v>0.227403804347</c:v>
                </c:pt>
                <c:pt idx="356">
                  <c:v>0.228177237289</c:v>
                </c:pt>
                <c:pt idx="357">
                  <c:v>0.228950032856</c:v>
                </c:pt>
                <c:pt idx="358">
                  <c:v>0.229722186711</c:v>
                </c:pt>
                <c:pt idx="359">
                  <c:v>0.230493676171</c:v>
                </c:pt>
                <c:pt idx="360">
                  <c:v>0.231264431863</c:v>
                </c:pt>
                <c:pt idx="361">
                  <c:v>0.232034429839</c:v>
                </c:pt>
                <c:pt idx="362">
                  <c:v>0.232803659424</c:v>
                </c:pt>
                <c:pt idx="363">
                  <c:v>0.233572077458</c:v>
                </c:pt>
                <c:pt idx="364">
                  <c:v>0.234339658223</c:v>
                </c:pt>
                <c:pt idx="365">
                  <c:v>0.235106373855</c:v>
                </c:pt>
                <c:pt idx="366">
                  <c:v>0.235872196653</c:v>
                </c:pt>
                <c:pt idx="367">
                  <c:v>0.236637135811</c:v>
                </c:pt>
                <c:pt idx="368">
                  <c:v>0.237401215303</c:v>
                </c:pt>
                <c:pt idx="369">
                  <c:v>0.23816445597</c:v>
                </c:pt>
                <c:pt idx="370">
                  <c:v>0.238926883668</c:v>
                </c:pt>
                <c:pt idx="371">
                  <c:v>0.239688557026</c:v>
                </c:pt>
                <c:pt idx="372">
                  <c:v>0.240449540238</c:v>
                </c:pt>
                <c:pt idx="373">
                  <c:v>0.241209896703</c:v>
                </c:pt>
                <c:pt idx="374">
                  <c:v>0.241969671829</c:v>
                </c:pt>
                <c:pt idx="375">
                  <c:v>0.242728835104</c:v>
                </c:pt>
                <c:pt idx="376">
                  <c:v>0.243487323743</c:v>
                </c:pt>
                <c:pt idx="377">
                  <c:v>0.244245098852</c:v>
                </c:pt>
                <c:pt idx="378">
                  <c:v>0.245002116452</c:v>
                </c:pt>
                <c:pt idx="379">
                  <c:v>0.24575836106</c:v>
                </c:pt>
                <c:pt idx="380">
                  <c:v>0.246513818213</c:v>
                </c:pt>
                <c:pt idx="381">
                  <c:v>0.247268421133</c:v>
                </c:pt>
                <c:pt idx="382">
                  <c:v>0.248022108612</c:v>
                </c:pt>
                <c:pt idx="383">
                  <c:v>0.248774873599</c:v>
                </c:pt>
                <c:pt idx="384">
                  <c:v>0.249526739532</c:v>
                </c:pt>
                <c:pt idx="385">
                  <c:v>0.250277769875</c:v>
                </c:pt>
                <c:pt idx="386">
                  <c:v>0.2510280294</c:v>
                </c:pt>
                <c:pt idx="387">
                  <c:v>0.251777546582</c:v>
                </c:pt>
                <c:pt idx="388">
                  <c:v>0.252526329495</c:v>
                </c:pt>
                <c:pt idx="389">
                  <c:v>0.25327441635</c:v>
                </c:pt>
                <c:pt idx="390">
                  <c:v>0.254021838149</c:v>
                </c:pt>
                <c:pt idx="391">
                  <c:v>0.254768581397</c:v>
                </c:pt>
                <c:pt idx="392">
                  <c:v>0.255514592138</c:v>
                </c:pt>
                <c:pt idx="393">
                  <c:v>0.256259796073</c:v>
                </c:pt>
                <c:pt idx="394">
                  <c:v>0.257004144538</c:v>
                </c:pt>
                <c:pt idx="395">
                  <c:v>0.257747695044</c:v>
                </c:pt>
                <c:pt idx="396">
                  <c:v>0.258490534803</c:v>
                </c:pt>
                <c:pt idx="397">
                  <c:v>0.259232649557</c:v>
                </c:pt>
                <c:pt idx="398">
                  <c:v>0.259973949666</c:v>
                </c:pt>
                <c:pt idx="399">
                  <c:v>0.260714363217</c:v>
                </c:pt>
                <c:pt idx="400">
                  <c:v>0.261453878954</c:v>
                </c:pt>
                <c:pt idx="401">
                  <c:v>0.262192627242</c:v>
                </c:pt>
                <c:pt idx="402">
                  <c:v>0.262930796494</c:v>
                </c:pt>
                <c:pt idx="403">
                  <c:v>0.26366843556</c:v>
                </c:pt>
                <c:pt idx="404">
                  <c:v>0.264405489002</c:v>
                </c:pt>
                <c:pt idx="405">
                  <c:v>0.265141910146</c:v>
                </c:pt>
                <c:pt idx="406">
                  <c:v>0.265877647004</c:v>
                </c:pt>
                <c:pt idx="407">
                  <c:v>0.26661280113</c:v>
                </c:pt>
                <c:pt idx="408">
                  <c:v>0.26734741939</c:v>
                </c:pt>
                <c:pt idx="409">
                  <c:v>0.268080555956</c:v>
                </c:pt>
                <c:pt idx="410">
                  <c:v>0.268810867288</c:v>
                </c:pt>
                <c:pt idx="411">
                  <c:v>0.269538405116</c:v>
                </c:pt>
                <c:pt idx="412">
                  <c:v>0.270264204864</c:v>
                </c:pt>
                <c:pt idx="413">
                  <c:v>0.270984645468</c:v>
                </c:pt>
                <c:pt idx="414">
                  <c:v>0.271681545326</c:v>
                </c:pt>
                <c:pt idx="415">
                  <c:v>0.272311598384</c:v>
                </c:pt>
                <c:pt idx="416">
                  <c:v>0.272795231558</c:v>
                </c:pt>
                <c:pt idx="417">
                  <c:v>0.273023514202</c:v>
                </c:pt>
                <c:pt idx="418">
                  <c:v>0.272902049758</c:v>
                </c:pt>
                <c:pt idx="419">
                  <c:v>0.27247082294</c:v>
                </c:pt>
                <c:pt idx="420">
                  <c:v>0.272007724877</c:v>
                </c:pt>
                <c:pt idx="421">
                  <c:v>0.271562777009</c:v>
                </c:pt>
                <c:pt idx="422">
                  <c:v>0.271090553714</c:v>
                </c:pt>
                <c:pt idx="423">
                  <c:v>0.27052773156</c:v>
                </c:pt>
                <c:pt idx="424">
                  <c:v>0.269920567539</c:v>
                </c:pt>
                <c:pt idx="425">
                  <c:v>0.26939005893</c:v>
                </c:pt>
                <c:pt idx="426">
                  <c:v>0.269018277142</c:v>
                </c:pt>
                <c:pt idx="427">
                  <c:v>0.268793874427</c:v>
                </c:pt>
                <c:pt idx="428">
                  <c:v>0.268657581835</c:v>
                </c:pt>
                <c:pt idx="429">
                  <c:v>0.268542958502</c:v>
                </c:pt>
                <c:pt idx="430">
                  <c:v>0.268415412877</c:v>
                </c:pt>
                <c:pt idx="431">
                  <c:v>0.268274221698</c:v>
                </c:pt>
                <c:pt idx="432">
                  <c:v>0.268147293113</c:v>
                </c:pt>
                <c:pt idx="433">
                  <c:v>0.268053626151</c:v>
                </c:pt>
                <c:pt idx="434">
                  <c:v>0.268013210168</c:v>
                </c:pt>
                <c:pt idx="435">
                  <c:v>0.268041097766</c:v>
                </c:pt>
                <c:pt idx="436">
                  <c:v>0.268134644335</c:v>
                </c:pt>
                <c:pt idx="437">
                  <c:v>0.268273416495</c:v>
                </c:pt>
                <c:pt idx="438">
                  <c:v>0.268426811293</c:v>
                </c:pt>
                <c:pt idx="439">
                  <c:v>0.268561802798</c:v>
                </c:pt>
                <c:pt idx="440">
                  <c:v>0.268670185292</c:v>
                </c:pt>
                <c:pt idx="441">
                  <c:v>0.268759639117</c:v>
                </c:pt>
                <c:pt idx="442">
                  <c:v>0.268849180293</c:v>
                </c:pt>
                <c:pt idx="443">
                  <c:v>0.268946883763</c:v>
                </c:pt>
                <c:pt idx="444">
                  <c:v>0.269045842828</c:v>
                </c:pt>
                <c:pt idx="445">
                  <c:v>0.269130825539</c:v>
                </c:pt>
                <c:pt idx="446">
                  <c:v>0.269193628544</c:v>
                </c:pt>
                <c:pt idx="447">
                  <c:v>0.269241628914</c:v>
                </c:pt>
                <c:pt idx="448">
                  <c:v>0.269295981955</c:v>
                </c:pt>
                <c:pt idx="449">
                  <c:v>0.269387190309</c:v>
                </c:pt>
                <c:pt idx="450">
                  <c:v>0.269536931402</c:v>
                </c:pt>
                <c:pt idx="451">
                  <c:v>0.269749251728</c:v>
                </c:pt>
                <c:pt idx="452">
                  <c:v>0.270014093883</c:v>
                </c:pt>
                <c:pt idx="453">
                  <c:v>0.270310850138</c:v>
                </c:pt>
                <c:pt idx="454">
                  <c:v>0.270617976482</c:v>
                </c:pt>
                <c:pt idx="455">
                  <c:v>0.270920815323</c:v>
                </c:pt>
                <c:pt idx="456">
                  <c:v>0.271215387782</c:v>
                </c:pt>
                <c:pt idx="457">
                  <c:v>0.271503826157</c:v>
                </c:pt>
                <c:pt idx="458">
                  <c:v>0.27179615614</c:v>
                </c:pt>
                <c:pt idx="459">
                  <c:v>0.272103130445</c:v>
                </c:pt>
                <c:pt idx="460">
                  <c:v>0.272429005818</c:v>
                </c:pt>
                <c:pt idx="461">
                  <c:v>0.272776741455</c:v>
                </c:pt>
                <c:pt idx="462">
                  <c:v>0.27314897452</c:v>
                </c:pt>
                <c:pt idx="463">
                  <c:v>0.273548424931</c:v>
                </c:pt>
                <c:pt idx="464">
                  <c:v>0.273979734444</c:v>
                </c:pt>
                <c:pt idx="465">
                  <c:v>0.274449910057</c:v>
                </c:pt>
                <c:pt idx="466">
                  <c:v>0.27496539415</c:v>
                </c:pt>
                <c:pt idx="467">
                  <c:v>0.275529742177</c:v>
                </c:pt>
                <c:pt idx="468">
                  <c:v>0.276141195873</c:v>
                </c:pt>
                <c:pt idx="469">
                  <c:v>0.2767940955</c:v>
                </c:pt>
                <c:pt idx="470">
                  <c:v>0.277480101453</c:v>
                </c:pt>
                <c:pt idx="471">
                  <c:v>0.278190259747</c:v>
                </c:pt>
                <c:pt idx="472">
                  <c:v>0.278916771735</c:v>
                </c:pt>
                <c:pt idx="473">
                  <c:v>0.279654664697</c:v>
                </c:pt>
                <c:pt idx="474">
                  <c:v>0.28040122258</c:v>
                </c:pt>
                <c:pt idx="475">
                  <c:v>0.281155965657</c:v>
                </c:pt>
                <c:pt idx="476">
                  <c:v>0.281919193873</c:v>
                </c:pt>
                <c:pt idx="477">
                  <c:v>0.282692459592</c:v>
                </c:pt>
                <c:pt idx="478">
                  <c:v>0.283478190054</c:v>
                </c:pt>
                <c:pt idx="479">
                  <c:v>0.284281490973</c:v>
                </c:pt>
                <c:pt idx="480">
                  <c:v>0.285108075527</c:v>
                </c:pt>
                <c:pt idx="481">
                  <c:v>0.285962897603</c:v>
                </c:pt>
                <c:pt idx="482">
                  <c:v>0.286847618049</c:v>
                </c:pt>
                <c:pt idx="483">
                  <c:v>0.287760815046</c:v>
                </c:pt>
                <c:pt idx="484">
                  <c:v>0.288696919014</c:v>
                </c:pt>
                <c:pt idx="485">
                  <c:v>0.289648826685</c:v>
                </c:pt>
                <c:pt idx="486">
                  <c:v>0.290608065494</c:v>
                </c:pt>
                <c:pt idx="487">
                  <c:v>0.291566741149</c:v>
                </c:pt>
                <c:pt idx="488">
                  <c:v>0.292518789075</c:v>
                </c:pt>
                <c:pt idx="489">
                  <c:v>0.29346203897</c:v>
                </c:pt>
                <c:pt idx="490">
                  <c:v>0.294397466065</c:v>
                </c:pt>
                <c:pt idx="491">
                  <c:v>0.295328852206</c:v>
                </c:pt>
                <c:pt idx="492">
                  <c:v>0.296260853984</c:v>
                </c:pt>
                <c:pt idx="493">
                  <c:v>0.297197511031</c:v>
                </c:pt>
                <c:pt idx="494">
                  <c:v>0.298142197569</c:v>
                </c:pt>
                <c:pt idx="495">
                  <c:v>0.299098283905</c:v>
                </c:pt>
                <c:pt idx="496">
                  <c:v>0.300068407334</c:v>
                </c:pt>
                <c:pt idx="497">
                  <c:v>0.301052567609</c:v>
                </c:pt>
                <c:pt idx="498">
                  <c:v>0.302048624038</c:v>
                </c:pt>
                <c:pt idx="499">
                  <c:v>0.303054257815</c:v>
                </c:pt>
                <c:pt idx="500">
                  <c:v>0.304069253559</c:v>
                </c:pt>
                <c:pt idx="501">
                  <c:v>0.305097703589</c:v>
                </c:pt>
                <c:pt idx="502">
                  <c:v>0.306146116757</c:v>
                </c:pt>
                <c:pt idx="503">
                  <c:v>0.307205326971</c:v>
                </c:pt>
                <c:pt idx="504">
                  <c:v>0.308253377481</c:v>
                </c:pt>
                <c:pt idx="505">
                  <c:v>0.309282508543</c:v>
                </c:pt>
                <c:pt idx="506">
                  <c:v>0.310298666142</c:v>
                </c:pt>
                <c:pt idx="507">
                  <c:v>0.311312443319</c:v>
                </c:pt>
                <c:pt idx="508">
                  <c:v>0.312333867837</c:v>
                </c:pt>
                <c:pt idx="509">
                  <c:v>0.313365501402</c:v>
                </c:pt>
                <c:pt idx="510">
                  <c:v>0.314405844272</c:v>
                </c:pt>
                <c:pt idx="511">
                  <c:v>0.315459133166</c:v>
                </c:pt>
                <c:pt idx="512">
                  <c:v>0.316530472774</c:v>
                </c:pt>
                <c:pt idx="513">
                  <c:v>0.317611932895</c:v>
                </c:pt>
                <c:pt idx="514">
                  <c:v>0.318692177419</c:v>
                </c:pt>
                <c:pt idx="515">
                  <c:v>0.319768881453</c:v>
                </c:pt>
                <c:pt idx="516">
                  <c:v>0.320844131152</c:v>
                </c:pt>
                <c:pt idx="517">
                  <c:v>0.32192776952</c:v>
                </c:pt>
                <c:pt idx="518">
                  <c:v>0.323022650362</c:v>
                </c:pt>
                <c:pt idx="519">
                  <c:v>0.324114462617</c:v>
                </c:pt>
                <c:pt idx="520">
                  <c:v>0.325190190777</c:v>
                </c:pt>
                <c:pt idx="521">
                  <c:v>0.326249629172</c:v>
                </c:pt>
                <c:pt idx="522">
                  <c:v>0.327299661278</c:v>
                </c:pt>
                <c:pt idx="523">
                  <c:v>0.32834926292</c:v>
                </c:pt>
                <c:pt idx="524">
                  <c:v>0.32940274801</c:v>
                </c:pt>
                <c:pt idx="525">
                  <c:v>0.33045805318</c:v>
                </c:pt>
                <c:pt idx="526">
                  <c:v>0.33151189135</c:v>
                </c:pt>
                <c:pt idx="527">
                  <c:v>0.332564082194</c:v>
                </c:pt>
                <c:pt idx="528">
                  <c:v>0.33361660272</c:v>
                </c:pt>
                <c:pt idx="529">
                  <c:v>0.334672565061</c:v>
                </c:pt>
                <c:pt idx="530">
                  <c:v>0.335734311301</c:v>
                </c:pt>
                <c:pt idx="531">
                  <c:v>0.336800901231</c:v>
                </c:pt>
                <c:pt idx="532">
                  <c:v>0.337870524608</c:v>
                </c:pt>
                <c:pt idx="533">
                  <c:v>0.338943126479</c:v>
                </c:pt>
                <c:pt idx="534">
                  <c:v>0.340018761094</c:v>
                </c:pt>
                <c:pt idx="535">
                  <c:v>0.341096622008</c:v>
                </c:pt>
                <c:pt idx="536">
                  <c:v>0.342176489924</c:v>
                </c:pt>
                <c:pt idx="537">
                  <c:v>0.343259474635</c:v>
                </c:pt>
                <c:pt idx="538">
                  <c:v>0.344349293772</c:v>
                </c:pt>
                <c:pt idx="539">
                  <c:v>0.34545066325</c:v>
                </c:pt>
                <c:pt idx="540">
                  <c:v>0.346567976311</c:v>
                </c:pt>
                <c:pt idx="541">
                  <c:v>0.347704077998</c:v>
                </c:pt>
                <c:pt idx="542">
                  <c:v>0.34886076089</c:v>
                </c:pt>
                <c:pt idx="543">
                  <c:v>0.350038294535</c:v>
                </c:pt>
                <c:pt idx="544">
                  <c:v>0.351237508375</c:v>
                </c:pt>
                <c:pt idx="545">
                  <c:v>0.352460269888</c:v>
                </c:pt>
                <c:pt idx="546">
                  <c:v>0.353709236838</c:v>
                </c:pt>
                <c:pt idx="547">
                  <c:v>0.354986827529</c:v>
                </c:pt>
                <c:pt idx="548">
                  <c:v>0.356295024828</c:v>
                </c:pt>
                <c:pt idx="549">
                  <c:v>0.357635077043</c:v>
                </c:pt>
                <c:pt idx="550">
                  <c:v>0.359008064681</c:v>
                </c:pt>
                <c:pt idx="551">
                  <c:v>0.360416184502</c:v>
                </c:pt>
                <c:pt idx="552">
                  <c:v>0.3618617732</c:v>
                </c:pt>
                <c:pt idx="553">
                  <c:v>0.363345957186</c:v>
                </c:pt>
                <c:pt idx="554">
                  <c:v>0.364866004769</c:v>
                </c:pt>
                <c:pt idx="555">
                  <c:v>0.366411855085</c:v>
                </c:pt>
                <c:pt idx="556">
                  <c:v>0.367966002617</c:v>
                </c:pt>
                <c:pt idx="557">
                  <c:v>0.369510946942</c:v>
                </c:pt>
                <c:pt idx="558">
                  <c:v>0.37103528243</c:v>
                </c:pt>
                <c:pt idx="559">
                  <c:v>0.372575090772</c:v>
                </c:pt>
                <c:pt idx="560">
                  <c:v>0.374152722133</c:v>
                </c:pt>
                <c:pt idx="561">
                  <c:v>0.375713615663</c:v>
                </c:pt>
                <c:pt idx="562">
                  <c:v>0.377192901917</c:v>
                </c:pt>
                <c:pt idx="563">
                  <c:v>0.378564101371</c:v>
                </c:pt>
                <c:pt idx="564">
                  <c:v>0.379800936708</c:v>
                </c:pt>
                <c:pt idx="565">
                  <c:v>0.380907670714</c:v>
                </c:pt>
                <c:pt idx="566">
                  <c:v>0.381818389122</c:v>
                </c:pt>
                <c:pt idx="567">
                  <c:v>0.382529237284</c:v>
                </c:pt>
                <c:pt idx="568">
                  <c:v>0.383253867701</c:v>
                </c:pt>
                <c:pt idx="569">
                  <c:v>0.384107433127</c:v>
                </c:pt>
                <c:pt idx="570">
                  <c:v>0.385112820945</c:v>
                </c:pt>
                <c:pt idx="571">
                  <c:v>0.386081314336</c:v>
                </c:pt>
                <c:pt idx="572">
                  <c:v>0.387001361029</c:v>
                </c:pt>
                <c:pt idx="573">
                  <c:v>0.388036703711</c:v>
                </c:pt>
                <c:pt idx="574">
                  <c:v>0.389281916698</c:v>
                </c:pt>
                <c:pt idx="575">
                  <c:v>0.390664927356</c:v>
                </c:pt>
                <c:pt idx="576">
                  <c:v>0.392059274668</c:v>
                </c:pt>
                <c:pt idx="577">
                  <c:v>0.393368343273</c:v>
                </c:pt>
                <c:pt idx="578">
                  <c:v>0.394580111555</c:v>
                </c:pt>
                <c:pt idx="579">
                  <c:v>0.395738716809</c:v>
                </c:pt>
                <c:pt idx="580">
                  <c:v>0.396882884346</c:v>
                </c:pt>
                <c:pt idx="581">
                  <c:v>0.39805171793</c:v>
                </c:pt>
                <c:pt idx="582">
                  <c:v>0.399269924533</c:v>
                </c:pt>
                <c:pt idx="583">
                  <c:v>0.400538050789</c:v>
                </c:pt>
                <c:pt idx="584">
                  <c:v>0.40183222408</c:v>
                </c:pt>
                <c:pt idx="585">
                  <c:v>0.403133120699</c:v>
                </c:pt>
                <c:pt idx="586">
                  <c:v>0.404419541897</c:v>
                </c:pt>
                <c:pt idx="587">
                  <c:v>0.405657190126</c:v>
                </c:pt>
                <c:pt idx="588">
                  <c:v>0.406831138501</c:v>
                </c:pt>
                <c:pt idx="589">
                  <c:v>0.407964252344</c:v>
                </c:pt>
                <c:pt idx="590">
                  <c:v>0.409083516489</c:v>
                </c:pt>
                <c:pt idx="591">
                  <c:v>0.410204661174</c:v>
                </c:pt>
                <c:pt idx="592">
                  <c:v>0.411320393451</c:v>
                </c:pt>
                <c:pt idx="593">
                  <c:v>0.412416923202</c:v>
                </c:pt>
                <c:pt idx="594">
                  <c:v>0.413488483576</c:v>
                </c:pt>
                <c:pt idx="595">
                  <c:v>0.414540713885</c:v>
                </c:pt>
                <c:pt idx="596">
                  <c:v>0.415594043934</c:v>
                </c:pt>
                <c:pt idx="597">
                  <c:v>0.416677187529</c:v>
                </c:pt>
                <c:pt idx="598">
                  <c:v>0.417803272924</c:v>
                </c:pt>
                <c:pt idx="599">
                  <c:v>0.418960893957</c:v>
                </c:pt>
                <c:pt idx="600">
                  <c:v>0.420121043245</c:v>
                </c:pt>
                <c:pt idx="601">
                  <c:v>0.421256757972</c:v>
                </c:pt>
                <c:pt idx="602">
                  <c:v>0.422351376851</c:v>
                </c:pt>
                <c:pt idx="603">
                  <c:v>0.423402086488</c:v>
                </c:pt>
                <c:pt idx="604">
                  <c:v>0.424420922815</c:v>
                </c:pt>
                <c:pt idx="605">
                  <c:v>0.42542391228</c:v>
                </c:pt>
                <c:pt idx="606">
                  <c:v>0.426426095971</c:v>
                </c:pt>
                <c:pt idx="607">
                  <c:v>0.427439542563</c:v>
                </c:pt>
                <c:pt idx="608">
                  <c:v>0.428468133866</c:v>
                </c:pt>
                <c:pt idx="609">
                  <c:v>0.429508529832</c:v>
                </c:pt>
                <c:pt idx="610">
                  <c:v>0.430555504632</c:v>
                </c:pt>
                <c:pt idx="611">
                  <c:v>0.431603125781</c:v>
                </c:pt>
                <c:pt idx="612">
                  <c:v>0.43265033559</c:v>
                </c:pt>
                <c:pt idx="613">
                  <c:v>0.433701685749</c:v>
                </c:pt>
                <c:pt idx="614">
                  <c:v>0.434762180402</c:v>
                </c:pt>
                <c:pt idx="615">
                  <c:v>0.435831870959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5.55111512313e-17</c:v>
                </c:pt>
                <c:pt idx="12">
                  <c:v>4.99600361081e-16</c:v>
                </c:pt>
                <c:pt idx="13">
                  <c:v>4.4408920985e-15</c:v>
                </c:pt>
                <c:pt idx="14">
                  <c:v>2.96429547575e-14</c:v>
                </c:pt>
                <c:pt idx="15">
                  <c:v>1.61315405478e-13</c:v>
                </c:pt>
                <c:pt idx="16">
                  <c:v>7.46958050961e-13</c:v>
                </c:pt>
                <c:pt idx="17">
                  <c:v>3.04922753703e-12</c:v>
                </c:pt>
                <c:pt idx="18">
                  <c:v>1.12532760873e-11</c:v>
                </c:pt>
                <c:pt idx="19">
                  <c:v>3.80683262531e-11</c:v>
                </c:pt>
                <c:pt idx="20">
                  <c:v>1.18760057194e-10</c:v>
                </c:pt>
                <c:pt idx="21">
                  <c:v>3.42481430906e-10</c:v>
                </c:pt>
                <c:pt idx="22">
                  <c:v>9.14921796863e-10</c:v>
                </c:pt>
                <c:pt idx="23">
                  <c:v>2.27084035744e-09</c:v>
                </c:pt>
                <c:pt idx="24">
                  <c:v>5.25905240097e-09</c:v>
                </c:pt>
                <c:pt idx="25">
                  <c:v>1.14281368379e-08</c:v>
                </c:pt>
                <c:pt idx="26">
                  <c:v>2.34552316649e-08</c:v>
                </c:pt>
                <c:pt idx="27">
                  <c:v>4.57807195114e-08</c:v>
                </c:pt>
                <c:pt idx="28">
                  <c:v>8.55194805973e-08</c:v>
                </c:pt>
                <c:pt idx="29">
                  <c:v>1.53685406049e-07</c:v>
                </c:pt>
                <c:pt idx="30">
                  <c:v>2.66727167024e-07</c:v>
                </c:pt>
                <c:pt idx="31">
                  <c:v>4.48309005955e-07</c:v>
                </c:pt>
                <c:pt idx="32">
                  <c:v>7.31396785235e-07</c:v>
                </c:pt>
                <c:pt idx="33">
                  <c:v>1.1607515806e-06</c:v>
                </c:pt>
                <c:pt idx="34">
                  <c:v>1.79599721494e-06</c:v>
                </c:pt>
                <c:pt idx="35">
                  <c:v>2.71519216727e-06</c:v>
                </c:pt>
                <c:pt idx="36">
                  <c:v>4.01861821423e-06</c:v>
                </c:pt>
                <c:pt idx="37">
                  <c:v>5.83231380117e-06</c:v>
                </c:pt>
                <c:pt idx="38">
                  <c:v>8.31101422732e-06</c:v>
                </c:pt>
                <c:pt idx="39">
                  <c:v>1.16408234533e-05</c:v>
                </c:pt>
                <c:pt idx="40">
                  <c:v>1.60415376742e-05</c:v>
                </c:pt>
                <c:pt idx="41">
                  <c:v>2.17690783409e-05</c:v>
                </c:pt>
                <c:pt idx="42">
                  <c:v>2.91184162462e-05</c:v>
                </c:pt>
                <c:pt idx="43">
                  <c:v>3.84263449742e-05</c:v>
                </c:pt>
                <c:pt idx="44">
                  <c:v>5.00744828357e-05</c:v>
                </c:pt>
                <c:pt idx="45">
                  <c:v>6.44919921122e-05</c:v>
                </c:pt>
                <c:pt idx="46">
                  <c:v>8.21577355737e-05</c:v>
                </c:pt>
                <c:pt idx="47">
                  <c:v>0.000103599879859</c:v>
                </c:pt>
                <c:pt idx="48">
                  <c:v>0.000129396470666</c:v>
                </c:pt>
                <c:pt idx="49">
                  <c:v>0.00016017364995</c:v>
                </c:pt>
                <c:pt idx="50">
                  <c:v>0.000196601602809</c:v>
                </c:pt>
                <c:pt idx="51">
                  <c:v>0.000239394947783</c:v>
                </c:pt>
                <c:pt idx="52">
                  <c:v>0.000289311541124</c:v>
                </c:pt>
                <c:pt idx="53">
                  <c:v>0.000347150235987</c:v>
                </c:pt>
                <c:pt idx="54">
                  <c:v>0.000413748826907</c:v>
                </c:pt>
                <c:pt idx="55">
                  <c:v>0.000489980549949</c:v>
                </c:pt>
                <c:pt idx="56">
                  <c:v>0.000576745626689</c:v>
                </c:pt>
                <c:pt idx="57">
                  <c:v>0.00067496167355</c:v>
                </c:pt>
                <c:pt idx="58">
                  <c:v>0.000785551297233</c:v>
                </c:pt>
                <c:pt idx="59">
                  <c:v>0.000909435935328</c:v>
                </c:pt>
                <c:pt idx="60">
                  <c:v>0.00104752958136</c:v>
                </c:pt>
                <c:pt idx="61">
                  <c:v>0.00120073518563</c:v>
                </c:pt>
                <c:pt idx="62">
                  <c:v>0.00136994123417</c:v>
                </c:pt>
                <c:pt idx="63">
                  <c:v>0.00155601970397</c:v>
                </c:pt>
                <c:pt idx="64">
                  <c:v>0.00175981402701</c:v>
                </c:pt>
                <c:pt idx="65">
                  <c:v>0.00198212697607</c:v>
                </c:pt>
                <c:pt idx="66">
                  <c:v>0.00222369749155</c:v>
                </c:pt>
                <c:pt idx="67">
                  <c:v>0.00248518749557</c:v>
                </c:pt>
                <c:pt idx="68">
                  <c:v>0.00276716426756</c:v>
                </c:pt>
                <c:pt idx="69">
                  <c:v>0.00307010631911</c:v>
                </c:pt>
                <c:pt idx="70">
                  <c:v>0.00339438152662</c:v>
                </c:pt>
                <c:pt idx="71">
                  <c:v>0.0037402299834</c:v>
                </c:pt>
                <c:pt idx="72">
                  <c:v>0.0041077310744</c:v>
                </c:pt>
                <c:pt idx="73">
                  <c:v>0.0044968027669</c:v>
                </c:pt>
                <c:pt idx="74">
                  <c:v>0.00490718615939</c:v>
                </c:pt>
                <c:pt idx="75">
                  <c:v>0.00533848735815</c:v>
                </c:pt>
                <c:pt idx="76">
                  <c:v>0.00579018936557</c:v>
                </c:pt>
                <c:pt idx="77">
                  <c:v>0.00626169638292</c:v>
                </c:pt>
                <c:pt idx="78">
                  <c:v>0.00675237318041</c:v>
                </c:pt>
                <c:pt idx="79">
                  <c:v>0.00726161197251</c:v>
                </c:pt>
                <c:pt idx="80">
                  <c:v>0.00778884528998</c:v>
                </c:pt>
                <c:pt idx="81">
                  <c:v>0.00833356324738</c:v>
                </c:pt>
                <c:pt idx="82">
                  <c:v>0.00889528294162</c:v>
                </c:pt>
                <c:pt idx="83">
                  <c:v>0.00947351350174</c:v>
                </c:pt>
                <c:pt idx="84">
                  <c:v>0.0100677532795</c:v>
                </c:pt>
                <c:pt idx="85">
                  <c:v>0.0106775119931</c:v>
                </c:pt>
                <c:pt idx="86">
                  <c:v>0.011302290172</c:v>
                </c:pt>
                <c:pt idx="87">
                  <c:v>0.0119415055974</c:v>
                </c:pt>
                <c:pt idx="88">
                  <c:v>0.0125944957141</c:v>
                </c:pt>
                <c:pt idx="89">
                  <c:v>0.0132605865532</c:v>
                </c:pt>
                <c:pt idx="90">
                  <c:v>0.0139391927007</c:v>
                </c:pt>
                <c:pt idx="91">
                  <c:v>0.0146299325474</c:v>
                </c:pt>
                <c:pt idx="92">
                  <c:v>0.0153325706342</c:v>
                </c:pt>
                <c:pt idx="93">
                  <c:v>0.0160461289552</c:v>
                </c:pt>
                <c:pt idx="94">
                  <c:v>0.0167689007343</c:v>
                </c:pt>
                <c:pt idx="95">
                  <c:v>0.0174998283863</c:v>
                </c:pt>
                <c:pt idx="96">
                  <c:v>0.0182386259164</c:v>
                </c:pt>
                <c:pt idx="97">
                  <c:v>0.0189853488604</c:v>
                </c:pt>
                <c:pt idx="98">
                  <c:v>0.0197400945545</c:v>
                </c:pt>
                <c:pt idx="99">
                  <c:v>0.0205025683837</c:v>
                </c:pt>
                <c:pt idx="100">
                  <c:v>0.0212722408576</c:v>
                </c:pt>
                <c:pt idx="101">
                  <c:v>0.0220489774476</c:v>
                </c:pt>
                <c:pt idx="102">
                  <c:v>0.0228327658447</c:v>
                </c:pt>
                <c:pt idx="103">
                  <c:v>0.0236227123695</c:v>
                </c:pt>
                <c:pt idx="104">
                  <c:v>0.024417615286</c:v>
                </c:pt>
                <c:pt idx="105">
                  <c:v>0.0252168893461</c:v>
                </c:pt>
                <c:pt idx="106">
                  <c:v>0.0260202993396</c:v>
                </c:pt>
                <c:pt idx="107">
                  <c:v>0.0268282689155</c:v>
                </c:pt>
                <c:pt idx="108">
                  <c:v>0.0276407383514</c:v>
                </c:pt>
                <c:pt idx="109">
                  <c:v>0.0284562324502</c:v>
                </c:pt>
                <c:pt idx="110">
                  <c:v>0.0292732983629</c:v>
                </c:pt>
                <c:pt idx="111">
                  <c:v>0.0300915593134</c:v>
                </c:pt>
                <c:pt idx="112">
                  <c:v>0.0309113209024</c:v>
                </c:pt>
                <c:pt idx="113">
                  <c:v>0.0317331585061</c:v>
                </c:pt>
                <c:pt idx="114">
                  <c:v>0.0325572839704</c:v>
                </c:pt>
                <c:pt idx="115">
                  <c:v>0.0333833318092</c:v>
                </c:pt>
                <c:pt idx="116">
                  <c:v>0.03421081125</c:v>
                </c:pt>
                <c:pt idx="117">
                  <c:v>0.0350395398793</c:v>
                </c:pt>
                <c:pt idx="118">
                  <c:v>0.0358695729807</c:v>
                </c:pt>
                <c:pt idx="119">
                  <c:v>0.0367011095166</c:v>
                </c:pt>
                <c:pt idx="120">
                  <c:v>0.037534291539</c:v>
                </c:pt>
                <c:pt idx="121">
                  <c:v>0.0383689156427</c:v>
                </c:pt>
                <c:pt idx="122">
                  <c:v>0.0392046748404</c:v>
                </c:pt>
                <c:pt idx="123">
                  <c:v>0.0400414561958</c:v>
                </c:pt>
                <c:pt idx="124">
                  <c:v>0.0408791661347</c:v>
                </c:pt>
                <c:pt idx="125">
                  <c:v>0.0417176132843</c:v>
                </c:pt>
                <c:pt idx="126">
                  <c:v>0.0425566772856</c:v>
                </c:pt>
                <c:pt idx="127">
                  <c:v>0.0433964105837</c:v>
                </c:pt>
                <c:pt idx="128">
                  <c:v>0.0442372124922</c:v>
                </c:pt>
                <c:pt idx="129">
                  <c:v>0.0450796462177</c:v>
                </c:pt>
                <c:pt idx="130">
                  <c:v>0.0459242741567</c:v>
                </c:pt>
                <c:pt idx="131">
                  <c:v>0.0467714868045</c:v>
                </c:pt>
                <c:pt idx="132">
                  <c:v>0.0476215501129</c:v>
                </c:pt>
                <c:pt idx="133">
                  <c:v>0.048474529465</c:v>
                </c:pt>
                <c:pt idx="134">
                  <c:v>0.0493305628988</c:v>
                </c:pt>
                <c:pt idx="135">
                  <c:v>0.0501899351247</c:v>
                </c:pt>
                <c:pt idx="136">
                  <c:v>0.0510530528592</c:v>
                </c:pt>
                <c:pt idx="137">
                  <c:v>0.0519203009409</c:v>
                </c:pt>
                <c:pt idx="138">
                  <c:v>0.0527920099009</c:v>
                </c:pt>
                <c:pt idx="139">
                  <c:v>0.0536684079253</c:v>
                </c:pt>
                <c:pt idx="140">
                  <c:v>0.0545497008431</c:v>
                </c:pt>
                <c:pt idx="141">
                  <c:v>0.0554362698334</c:v>
                </c:pt>
                <c:pt idx="142">
                  <c:v>0.0563285383846</c:v>
                </c:pt>
                <c:pt idx="143">
                  <c:v>0.0572267701552</c:v>
                </c:pt>
                <c:pt idx="144">
                  <c:v>0.0581306494521</c:v>
                </c:pt>
                <c:pt idx="145">
                  <c:v>0.0590387065815</c:v>
                </c:pt>
                <c:pt idx="146">
                  <c:v>0.0599482445488</c:v>
                </c:pt>
                <c:pt idx="147">
                  <c:v>0.0608564900725</c:v>
                </c:pt>
                <c:pt idx="148">
                  <c:v>0.0617615936792</c:v>
                </c:pt>
                <c:pt idx="149">
                  <c:v>0.0626695220485</c:v>
                </c:pt>
                <c:pt idx="150">
                  <c:v>0.0635842081688</c:v>
                </c:pt>
                <c:pt idx="151">
                  <c:v>0.0644964507098</c:v>
                </c:pt>
                <c:pt idx="152">
                  <c:v>0.0653948817703</c:v>
                </c:pt>
                <c:pt idx="153">
                  <c:v>0.0662744452515</c:v>
                </c:pt>
                <c:pt idx="154">
                  <c:v>0.0671300865904</c:v>
                </c:pt>
                <c:pt idx="155">
                  <c:v>0.0679619837549</c:v>
                </c:pt>
                <c:pt idx="156">
                  <c:v>0.0687578788015</c:v>
                </c:pt>
                <c:pt idx="157">
                  <c:v>0.0695162695071</c:v>
                </c:pt>
                <c:pt idx="158">
                  <c:v>0.0702752084631</c:v>
                </c:pt>
                <c:pt idx="159">
                  <c:v>0.0710560658</c:v>
                </c:pt>
                <c:pt idx="160">
                  <c:v>0.0718633660634</c:v>
                </c:pt>
                <c:pt idx="161">
                  <c:v>0.0726623807991</c:v>
                </c:pt>
                <c:pt idx="162">
                  <c:v>0.0734508089919</c:v>
                </c:pt>
                <c:pt idx="163">
                  <c:v>0.0742596474616</c:v>
                </c:pt>
                <c:pt idx="164">
                  <c:v>0.0751077353357</c:v>
                </c:pt>
                <c:pt idx="165">
                  <c:v>0.0759819267549</c:v>
                </c:pt>
                <c:pt idx="166">
                  <c:v>0.076857797387</c:v>
                </c:pt>
                <c:pt idx="167">
                  <c:v>0.0777162273161</c:v>
                </c:pt>
                <c:pt idx="168">
                  <c:v>0.0785543949866</c:v>
                </c:pt>
                <c:pt idx="169">
                  <c:v>0.0793807053354</c:v>
                </c:pt>
                <c:pt idx="170">
                  <c:v>0.0802028388397</c:v>
                </c:pt>
                <c:pt idx="171">
                  <c:v>0.081028714282</c:v>
                </c:pt>
                <c:pt idx="172">
                  <c:v>0.0818634742631</c:v>
                </c:pt>
                <c:pt idx="173">
                  <c:v>0.0827074178781</c:v>
                </c:pt>
                <c:pt idx="174">
                  <c:v>0.0835557360816</c:v>
                </c:pt>
                <c:pt idx="175">
                  <c:v>0.0844044108807</c:v>
                </c:pt>
                <c:pt idx="176">
                  <c:v>0.0852489603291</c:v>
                </c:pt>
                <c:pt idx="177">
                  <c:v>0.0860821070062</c:v>
                </c:pt>
                <c:pt idx="178">
                  <c:v>0.0869005696811</c:v>
                </c:pt>
                <c:pt idx="179">
                  <c:v>0.0877091535633</c:v>
                </c:pt>
                <c:pt idx="180">
                  <c:v>0.0885137743536</c:v>
                </c:pt>
                <c:pt idx="181">
                  <c:v>0.0893179961466</c:v>
                </c:pt>
                <c:pt idx="182">
                  <c:v>0.0901203056327</c:v>
                </c:pt>
                <c:pt idx="183">
                  <c:v>0.0909176114584</c:v>
                </c:pt>
                <c:pt idx="184">
                  <c:v>0.0917084481507</c:v>
                </c:pt>
                <c:pt idx="185">
                  <c:v>0.0924939013423</c:v>
                </c:pt>
                <c:pt idx="186">
                  <c:v>0.0932784795025</c:v>
                </c:pt>
                <c:pt idx="187">
                  <c:v>0.0940687351232</c:v>
                </c:pt>
                <c:pt idx="188">
                  <c:v>0.0948678954176</c:v>
                </c:pt>
                <c:pt idx="189">
                  <c:v>0.0956736216859</c:v>
                </c:pt>
                <c:pt idx="190">
                  <c:v>0.096479393239</c:v>
                </c:pt>
                <c:pt idx="191">
                  <c:v>0.0972789536954</c:v>
                </c:pt>
                <c:pt idx="192">
                  <c:v>0.0980682862889</c:v>
                </c:pt>
                <c:pt idx="193">
                  <c:v>0.0988465585869</c:v>
                </c:pt>
                <c:pt idx="194">
                  <c:v>0.099616464633</c:v>
                </c:pt>
                <c:pt idx="195">
                  <c:v>0.100381778725</c:v>
                </c:pt>
                <c:pt idx="196">
                  <c:v>0.101146164695</c:v>
                </c:pt>
                <c:pt idx="197">
                  <c:v>0.101912629596</c:v>
                </c:pt>
                <c:pt idx="198">
                  <c:v>0.10268223546</c:v>
                </c:pt>
                <c:pt idx="199">
                  <c:v>0.103454249463</c:v>
                </c:pt>
                <c:pt idx="200">
                  <c:v>0.104227390424</c:v>
                </c:pt>
                <c:pt idx="201">
                  <c:v>0.105000163945</c:v>
                </c:pt>
                <c:pt idx="202">
                  <c:v>0.105772253484</c:v>
                </c:pt>
                <c:pt idx="203">
                  <c:v>0.106544752838</c:v>
                </c:pt>
                <c:pt idx="204">
                  <c:v>0.107318943122</c:v>
                </c:pt>
                <c:pt idx="205">
                  <c:v>0.108094922887</c:v>
                </c:pt>
                <c:pt idx="206">
                  <c:v>0.108871411442</c:v>
                </c:pt>
                <c:pt idx="207">
                  <c:v>0.109646459866</c:v>
                </c:pt>
                <c:pt idx="208">
                  <c:v>0.110418323036</c:v>
                </c:pt>
                <c:pt idx="209">
                  <c:v>0.111185798929</c:v>
                </c:pt>
                <c:pt idx="210">
                  <c:v>0.111948730396</c:v>
                </c:pt>
                <c:pt idx="211">
                  <c:v>0.112707604309</c:v>
                </c:pt>
                <c:pt idx="212">
                  <c:v>0.113463570771</c:v>
                </c:pt>
                <c:pt idx="213">
                  <c:v>0.114217714797</c:v>
                </c:pt>
                <c:pt idx="214">
                  <c:v>0.114971186819</c:v>
                </c:pt>
                <c:pt idx="215">
                  <c:v>0.115724748898</c:v>
                </c:pt>
                <c:pt idx="216">
                  <c:v>0.116478988243</c:v>
                </c:pt>
                <c:pt idx="217">
                  <c:v>0.117234760389</c:v>
                </c:pt>
                <c:pt idx="218">
                  <c:v>0.117992865093</c:v>
                </c:pt>
                <c:pt idx="219">
                  <c:v>0.118753797372</c:v>
                </c:pt>
                <c:pt idx="220">
                  <c:v>0.119517332042</c:v>
                </c:pt>
                <c:pt idx="221">
                  <c:v>0.120282456599</c:v>
                </c:pt>
                <c:pt idx="222">
                  <c:v>0.12104727359</c:v>
                </c:pt>
                <c:pt idx="223">
                  <c:v>0.121809967548</c:v>
                </c:pt>
                <c:pt idx="224">
                  <c:v>0.122569014408</c:v>
                </c:pt>
                <c:pt idx="225">
                  <c:v>0.123323237294</c:v>
                </c:pt>
                <c:pt idx="226">
                  <c:v>0.124072754155</c:v>
                </c:pt>
                <c:pt idx="227">
                  <c:v>0.124818701161</c:v>
                </c:pt>
                <c:pt idx="228">
                  <c:v>0.125563022848</c:v>
                </c:pt>
                <c:pt idx="229">
                  <c:v>0.126307457965</c:v>
                </c:pt>
                <c:pt idx="230">
                  <c:v>0.127053237934</c:v>
                </c:pt>
                <c:pt idx="231">
                  <c:v>0.127800837634</c:v>
                </c:pt>
                <c:pt idx="232">
                  <c:v>0.128550283565</c:v>
                </c:pt>
                <c:pt idx="233">
                  <c:v>0.129301624581</c:v>
                </c:pt>
                <c:pt idx="234">
                  <c:v>0.130054969832</c:v>
                </c:pt>
                <c:pt idx="235">
                  <c:v>0.130810181771</c:v>
                </c:pt>
                <c:pt idx="236">
                  <c:v>0.131567259386</c:v>
                </c:pt>
                <c:pt idx="237">
                  <c:v>0.132326464394</c:v>
                </c:pt>
                <c:pt idx="238">
                  <c:v>0.133088027168</c:v>
                </c:pt>
                <c:pt idx="239">
                  <c:v>0.133849558484</c:v>
                </c:pt>
                <c:pt idx="240">
                  <c:v>0.134607575375</c:v>
                </c:pt>
                <c:pt idx="241">
                  <c:v>0.135360914807</c:v>
                </c:pt>
                <c:pt idx="242">
                  <c:v>0.136110588866</c:v>
                </c:pt>
                <c:pt idx="243">
                  <c:v>0.136859458788</c:v>
                </c:pt>
                <c:pt idx="244">
                  <c:v>0.137611362974</c:v>
                </c:pt>
                <c:pt idx="245">
                  <c:v>0.138366784735</c:v>
                </c:pt>
                <c:pt idx="246">
                  <c:v>0.139124407885</c:v>
                </c:pt>
                <c:pt idx="247">
                  <c:v>0.139884105517</c:v>
                </c:pt>
                <c:pt idx="248">
                  <c:v>0.140646421582</c:v>
                </c:pt>
                <c:pt idx="249">
                  <c:v>0.141410189867</c:v>
                </c:pt>
                <c:pt idx="250">
                  <c:v>0.142174428954</c:v>
                </c:pt>
                <c:pt idx="251">
                  <c:v>0.142938975517</c:v>
                </c:pt>
                <c:pt idx="252">
                  <c:v>0.14370381779</c:v>
                </c:pt>
                <c:pt idx="253">
                  <c:v>0.144470448418</c:v>
                </c:pt>
                <c:pt idx="254">
                  <c:v>0.145241252349</c:v>
                </c:pt>
                <c:pt idx="255">
                  <c:v>0.146013799623</c:v>
                </c:pt>
                <c:pt idx="256">
                  <c:v>0.146784518313</c:v>
                </c:pt>
                <c:pt idx="257">
                  <c:v>0.147551471323</c:v>
                </c:pt>
                <c:pt idx="258">
                  <c:v>0.14831578325</c:v>
                </c:pt>
                <c:pt idx="259">
                  <c:v>0.149080121312</c:v>
                </c:pt>
                <c:pt idx="260">
                  <c:v>0.149845851515</c:v>
                </c:pt>
                <c:pt idx="261">
                  <c:v>0.150612380639</c:v>
                </c:pt>
                <c:pt idx="262">
                  <c:v>0.151379054427</c:v>
                </c:pt>
                <c:pt idx="263">
                  <c:v>0.152145920654</c:v>
                </c:pt>
                <c:pt idx="264">
                  <c:v>0.152913641227</c:v>
                </c:pt>
                <c:pt idx="265">
                  <c:v>0.153683319258</c:v>
                </c:pt>
                <c:pt idx="266">
                  <c:v>0.154455669257</c:v>
                </c:pt>
                <c:pt idx="267">
                  <c:v>0.155229823498</c:v>
                </c:pt>
                <c:pt idx="268">
                  <c:v>0.156004425852</c:v>
                </c:pt>
                <c:pt idx="269">
                  <c:v>0.156778814368</c:v>
                </c:pt>
                <c:pt idx="270">
                  <c:v>0.157552457796</c:v>
                </c:pt>
                <c:pt idx="271">
                  <c:v>0.158325033753</c:v>
                </c:pt>
                <c:pt idx="272">
                  <c:v>0.15909654637</c:v>
                </c:pt>
                <c:pt idx="273">
                  <c:v>0.159866927942</c:v>
                </c:pt>
                <c:pt idx="274">
                  <c:v>0.16063659608</c:v>
                </c:pt>
                <c:pt idx="275">
                  <c:v>0.161406364901</c:v>
                </c:pt>
                <c:pt idx="276">
                  <c:v>0.162177026067</c:v>
                </c:pt>
                <c:pt idx="277">
                  <c:v>0.162949068951</c:v>
                </c:pt>
                <c:pt idx="278">
                  <c:v>0.163722537798</c:v>
                </c:pt>
                <c:pt idx="279">
                  <c:v>0.164497092837</c:v>
                </c:pt>
                <c:pt idx="280">
                  <c:v>0.165272475309</c:v>
                </c:pt>
                <c:pt idx="281">
                  <c:v>0.166048614868</c:v>
                </c:pt>
                <c:pt idx="282">
                  <c:v>0.166825606963</c:v>
                </c:pt>
                <c:pt idx="283">
                  <c:v>0.167603595825</c:v>
                </c:pt>
                <c:pt idx="284">
                  <c:v>0.168382630201</c:v>
                </c:pt>
                <c:pt idx="285">
                  <c:v>0.169162440667</c:v>
                </c:pt>
                <c:pt idx="286">
                  <c:v>0.169942628173</c:v>
                </c:pt>
                <c:pt idx="287">
                  <c:v>0.170722779418</c:v>
                </c:pt>
                <c:pt idx="288">
                  <c:v>0.171502537206</c:v>
                </c:pt>
                <c:pt idx="289">
                  <c:v>0.172281817061</c:v>
                </c:pt>
                <c:pt idx="290">
                  <c:v>0.173060703809</c:v>
                </c:pt>
                <c:pt idx="291">
                  <c:v>0.173839192626</c:v>
                </c:pt>
                <c:pt idx="292">
                  <c:v>0.17461739626</c:v>
                </c:pt>
                <c:pt idx="293">
                  <c:v>0.175395505456</c:v>
                </c:pt>
                <c:pt idx="294">
                  <c:v>0.176173728398</c:v>
                </c:pt>
                <c:pt idx="295">
                  <c:v>0.176952384528</c:v>
                </c:pt>
                <c:pt idx="296">
                  <c:v>0.177731671478</c:v>
                </c:pt>
                <c:pt idx="297">
                  <c:v>0.178511483755</c:v>
                </c:pt>
                <c:pt idx="298">
                  <c:v>0.179291602099</c:v>
                </c:pt>
                <c:pt idx="299">
                  <c:v>0.180071773326</c:v>
                </c:pt>
                <c:pt idx="300">
                  <c:v>0.180851765214</c:v>
                </c:pt>
                <c:pt idx="301">
                  <c:v>0.181631430381</c:v>
                </c:pt>
                <c:pt idx="302">
                  <c:v>0.182410601788</c:v>
                </c:pt>
                <c:pt idx="303">
                  <c:v>0.183188987947</c:v>
                </c:pt>
                <c:pt idx="304">
                  <c:v>0.183966414827</c:v>
                </c:pt>
                <c:pt idx="305">
                  <c:v>0.184742954968</c:v>
                </c:pt>
                <c:pt idx="306">
                  <c:v>0.185518816566</c:v>
                </c:pt>
                <c:pt idx="307">
                  <c:v>0.186294334443</c:v>
                </c:pt>
                <c:pt idx="308">
                  <c:v>0.187069815674</c:v>
                </c:pt>
                <c:pt idx="309">
                  <c:v>0.187845179945</c:v>
                </c:pt>
                <c:pt idx="310">
                  <c:v>0.188620471969</c:v>
                </c:pt>
                <c:pt idx="311">
                  <c:v>0.189395880488</c:v>
                </c:pt>
                <c:pt idx="312">
                  <c:v>0.190171345899</c:v>
                </c:pt>
                <c:pt idx="313">
                  <c:v>0.190946853528</c:v>
                </c:pt>
                <c:pt idx="314">
                  <c:v>0.191722448638</c:v>
                </c:pt>
                <c:pt idx="315">
                  <c:v>0.192497820099</c:v>
                </c:pt>
                <c:pt idx="316">
                  <c:v>0.193272284582</c:v>
                </c:pt>
                <c:pt idx="317">
                  <c:v>0.194045661533</c:v>
                </c:pt>
                <c:pt idx="318">
                  <c:v>0.194818243896</c:v>
                </c:pt>
                <c:pt idx="319">
                  <c:v>0.195590423123</c:v>
                </c:pt>
                <c:pt idx="320">
                  <c:v>0.196362511307</c:v>
                </c:pt>
                <c:pt idx="321">
                  <c:v>0.197134196295</c:v>
                </c:pt>
                <c:pt idx="322">
                  <c:v>0.197904634881</c:v>
                </c:pt>
                <c:pt idx="323">
                  <c:v>0.198673759118</c:v>
                </c:pt>
                <c:pt idx="324">
                  <c:v>0.199442016156</c:v>
                </c:pt>
                <c:pt idx="325">
                  <c:v>0.200209841892</c:v>
                </c:pt>
                <c:pt idx="326">
                  <c:v>0.20097765815</c:v>
                </c:pt>
                <c:pt idx="327">
                  <c:v>0.201745429385</c:v>
                </c:pt>
                <c:pt idx="328">
                  <c:v>0.20251276619</c:v>
                </c:pt>
                <c:pt idx="329">
                  <c:v>0.203279804364</c:v>
                </c:pt>
                <c:pt idx="330">
                  <c:v>0.204046714823</c:v>
                </c:pt>
                <c:pt idx="331">
                  <c:v>0.204813024717</c:v>
                </c:pt>
                <c:pt idx="332">
                  <c:v>0.205578274929</c:v>
                </c:pt>
                <c:pt idx="333">
                  <c:v>0.206342372692</c:v>
                </c:pt>
                <c:pt idx="334">
                  <c:v>0.207105401666</c:v>
                </c:pt>
                <c:pt idx="335">
                  <c:v>0.207867948787</c:v>
                </c:pt>
                <c:pt idx="336">
                  <c:v>0.208630381213</c:v>
                </c:pt>
                <c:pt idx="337">
                  <c:v>0.209392225328</c:v>
                </c:pt>
                <c:pt idx="338">
                  <c:v>0.210153014952</c:v>
                </c:pt>
                <c:pt idx="339">
                  <c:v>0.210912692704</c:v>
                </c:pt>
                <c:pt idx="340">
                  <c:v>0.211671457906</c:v>
                </c:pt>
                <c:pt idx="341">
                  <c:v>0.212429875244</c:v>
                </c:pt>
                <c:pt idx="342">
                  <c:v>0.213188308844</c:v>
                </c:pt>
                <c:pt idx="343">
                  <c:v>0.213946629168</c:v>
                </c:pt>
                <c:pt idx="344">
                  <c:v>0.214704535842</c:v>
                </c:pt>
                <c:pt idx="345">
                  <c:v>0.21546175023</c:v>
                </c:pt>
                <c:pt idx="346">
                  <c:v>0.216218169596</c:v>
                </c:pt>
                <c:pt idx="347">
                  <c:v>0.216973899777</c:v>
                </c:pt>
                <c:pt idx="348">
                  <c:v>0.217729020446</c:v>
                </c:pt>
                <c:pt idx="349">
                  <c:v>0.218483462369</c:v>
                </c:pt>
                <c:pt idx="350">
                  <c:v>0.219237089371</c:v>
                </c:pt>
                <c:pt idx="351">
                  <c:v>0.2199897925</c:v>
                </c:pt>
                <c:pt idx="352">
                  <c:v>0.220741538297</c:v>
                </c:pt>
                <c:pt idx="353">
                  <c:v>0.221492428919</c:v>
                </c:pt>
                <c:pt idx="354">
                  <c:v>0.222242594528</c:v>
                </c:pt>
                <c:pt idx="355">
                  <c:v>0.22299214124</c:v>
                </c:pt>
                <c:pt idx="356">
                  <c:v>0.223741172982</c:v>
                </c:pt>
                <c:pt idx="357">
                  <c:v>0.224489723441</c:v>
                </c:pt>
                <c:pt idx="358">
                  <c:v>0.225237788149</c:v>
                </c:pt>
                <c:pt idx="359">
                  <c:v>0.225985344635</c:v>
                </c:pt>
                <c:pt idx="360">
                  <c:v>0.226732324635</c:v>
                </c:pt>
                <c:pt idx="361">
                  <c:v>0.227478704431</c:v>
                </c:pt>
                <c:pt idx="362">
                  <c:v>0.228224473311</c:v>
                </c:pt>
                <c:pt idx="363">
                  <c:v>0.228969588712</c:v>
                </c:pt>
                <c:pt idx="364">
                  <c:v>0.229714025188</c:v>
                </c:pt>
                <c:pt idx="365">
                  <c:v>0.230457755167</c:v>
                </c:pt>
                <c:pt idx="366">
                  <c:v>0.231200751234</c:v>
                </c:pt>
                <c:pt idx="367">
                  <c:v>0.231943022126</c:v>
                </c:pt>
                <c:pt idx="368">
                  <c:v>0.232684591051</c:v>
                </c:pt>
                <c:pt idx="369">
                  <c:v>0.233425478134</c:v>
                </c:pt>
                <c:pt idx="370">
                  <c:v>0.234165708416</c:v>
                </c:pt>
                <c:pt idx="371">
                  <c:v>0.234905339043</c:v>
                </c:pt>
                <c:pt idx="372">
                  <c:v>0.235644432604</c:v>
                </c:pt>
                <c:pt idx="373">
                  <c:v>0.236383050891</c:v>
                </c:pt>
                <c:pt idx="374">
                  <c:v>0.237121238059</c:v>
                </c:pt>
                <c:pt idx="375">
                  <c:v>0.237858963845</c:v>
                </c:pt>
                <c:pt idx="376">
                  <c:v>0.238596166372</c:v>
                </c:pt>
                <c:pt idx="377">
                  <c:v>0.239332807176</c:v>
                </c:pt>
                <c:pt idx="378">
                  <c:v>0.240068842801</c:v>
                </c:pt>
                <c:pt idx="379">
                  <c:v>0.240804257719</c:v>
                </c:pt>
                <c:pt idx="380">
                  <c:v>0.241539037404</c:v>
                </c:pt>
                <c:pt idx="381">
                  <c:v>0.242273116061</c:v>
                </c:pt>
                <c:pt idx="382">
                  <c:v>0.243006433363</c:v>
                </c:pt>
                <c:pt idx="383">
                  <c:v>0.243738982047</c:v>
                </c:pt>
                <c:pt idx="384">
                  <c:v>0.244470784707</c:v>
                </c:pt>
                <c:pt idx="385">
                  <c:v>0.245201903146</c:v>
                </c:pt>
                <c:pt idx="386">
                  <c:v>0.245932400443</c:v>
                </c:pt>
                <c:pt idx="387">
                  <c:v>0.246662304101</c:v>
                </c:pt>
                <c:pt idx="388">
                  <c:v>0.247391621643</c:v>
                </c:pt>
                <c:pt idx="389">
                  <c:v>0.24812039011</c:v>
                </c:pt>
                <c:pt idx="390">
                  <c:v>0.248848639472</c:v>
                </c:pt>
                <c:pt idx="391">
                  <c:v>0.249576356108</c:v>
                </c:pt>
                <c:pt idx="392">
                  <c:v>0.250303486758</c:v>
                </c:pt>
                <c:pt idx="393">
                  <c:v>0.251029958239</c:v>
                </c:pt>
                <c:pt idx="394">
                  <c:v>0.251755722475</c:v>
                </c:pt>
                <c:pt idx="395">
                  <c:v>0.252480835408</c:v>
                </c:pt>
                <c:pt idx="396">
                  <c:v>0.253205382052</c:v>
                </c:pt>
                <c:pt idx="397">
                  <c:v>0.253929348025</c:v>
                </c:pt>
                <c:pt idx="398">
                  <c:v>0.254652645109</c:v>
                </c:pt>
                <c:pt idx="399">
                  <c:v>0.255375202449</c:v>
                </c:pt>
                <c:pt idx="400">
                  <c:v>0.256097008596</c:v>
                </c:pt>
                <c:pt idx="401">
                  <c:v>0.256818190826</c:v>
                </c:pt>
                <c:pt idx="402">
                  <c:v>0.257538933253</c:v>
                </c:pt>
                <c:pt idx="403">
                  <c:v>0.258259283278</c:v>
                </c:pt>
                <c:pt idx="404">
                  <c:v>0.258979186163</c:v>
                </c:pt>
                <c:pt idx="405">
                  <c:v>0.259698595753</c:v>
                </c:pt>
                <c:pt idx="406">
                  <c:v>0.260417460674</c:v>
                </c:pt>
                <c:pt idx="407">
                  <c:v>0.26113587996</c:v>
                </c:pt>
                <c:pt idx="408">
                  <c:v>0.261853899056</c:v>
                </c:pt>
                <c:pt idx="409">
                  <c:v>0.262570591036</c:v>
                </c:pt>
                <c:pt idx="410">
                  <c:v>0.263284639466</c:v>
                </c:pt>
                <c:pt idx="411">
                  <c:v>0.263996094607</c:v>
                </c:pt>
                <c:pt idx="412">
                  <c:v>0.264705970289</c:v>
                </c:pt>
                <c:pt idx="413">
                  <c:v>0.265410719931</c:v>
                </c:pt>
                <c:pt idx="414">
                  <c:v>0.266092537046</c:v>
                </c:pt>
                <c:pt idx="415">
                  <c:v>0.266709010286</c:v>
                </c:pt>
                <c:pt idx="416">
                  <c:v>0.267182212178</c:v>
                </c:pt>
                <c:pt idx="417">
                  <c:v>0.267405471032</c:v>
                </c:pt>
                <c:pt idx="418">
                  <c:v>0.267286368796</c:v>
                </c:pt>
                <c:pt idx="419">
                  <c:v>0.266864147767</c:v>
                </c:pt>
                <c:pt idx="420">
                  <c:v>0.266411139558</c:v>
                </c:pt>
                <c:pt idx="421">
                  <c:v>0.265976494214</c:v>
                </c:pt>
                <c:pt idx="422">
                  <c:v>0.265515856858</c:v>
                </c:pt>
                <c:pt idx="423">
                  <c:v>0.264967276063</c:v>
                </c:pt>
                <c:pt idx="424">
                  <c:v>0.264376108192</c:v>
                </c:pt>
                <c:pt idx="425">
                  <c:v>0.263860933674</c:v>
                </c:pt>
                <c:pt idx="426">
                  <c:v>0.263502221018</c:v>
                </c:pt>
                <c:pt idx="427">
                  <c:v>0.263288949368</c:v>
                </c:pt>
                <c:pt idx="428">
                  <c:v>0.263163174802</c:v>
                </c:pt>
                <c:pt idx="429">
                  <c:v>0.26305993482</c:v>
                </c:pt>
                <c:pt idx="430">
                  <c:v>0.262945454032</c:v>
                </c:pt>
                <c:pt idx="431">
                  <c:v>0.262819102756</c:v>
                </c:pt>
                <c:pt idx="432">
                  <c:v>0.262708262241</c:v>
                </c:pt>
                <c:pt idx="433">
                  <c:v>0.262631548996</c:v>
                </c:pt>
                <c:pt idx="434">
                  <c:v>0.262608523956</c:v>
                </c:pt>
                <c:pt idx="435">
                  <c:v>0.262653897051</c:v>
                </c:pt>
                <c:pt idx="436">
                  <c:v>0.262765033665</c:v>
                </c:pt>
                <c:pt idx="437">
                  <c:v>0.262921867914</c:v>
                </c:pt>
                <c:pt idx="438">
                  <c:v>0.263094363423</c:v>
                </c:pt>
                <c:pt idx="439">
                  <c:v>0.263250094632</c:v>
                </c:pt>
                <c:pt idx="440">
                  <c:v>0.263380947836</c:v>
                </c:pt>
                <c:pt idx="441">
                  <c:v>0.26349437014</c:v>
                </c:pt>
                <c:pt idx="442">
                  <c:v>0.26360892489</c:v>
                </c:pt>
                <c:pt idx="443">
                  <c:v>0.263732460593</c:v>
                </c:pt>
                <c:pt idx="444">
                  <c:v>0.263858147652</c:v>
                </c:pt>
                <c:pt idx="445">
                  <c:v>0.263970996133</c:v>
                </c:pt>
                <c:pt idx="446">
                  <c:v>0.264062905065</c:v>
                </c:pt>
                <c:pt idx="447">
                  <c:v>0.264141049263</c:v>
                </c:pt>
                <c:pt idx="448">
                  <c:v>0.26422611803</c:v>
                </c:pt>
                <c:pt idx="449">
                  <c:v>0.264347979416</c:v>
                </c:pt>
                <c:pt idx="450">
                  <c:v>0.264527855521</c:v>
                </c:pt>
                <c:pt idx="451">
                  <c:v>0.264769678392</c:v>
                </c:pt>
                <c:pt idx="452">
                  <c:v>0.265063542735</c:v>
                </c:pt>
                <c:pt idx="453">
                  <c:v>0.265389183441</c:v>
                </c:pt>
                <c:pt idx="454">
                  <c:v>0.265725406498</c:v>
                </c:pt>
                <c:pt idx="455">
                  <c:v>0.26605776765</c:v>
                </c:pt>
                <c:pt idx="456">
                  <c:v>0.266382299901</c:v>
                </c:pt>
                <c:pt idx="457">
                  <c:v>0.26670103318</c:v>
                </c:pt>
                <c:pt idx="458">
                  <c:v>0.267023751894</c:v>
                </c:pt>
                <c:pt idx="459">
                  <c:v>0.267360960813</c:v>
                </c:pt>
                <c:pt idx="460">
                  <c:v>0.267716789162</c:v>
                </c:pt>
                <c:pt idx="461">
                  <c:v>0.268094096842</c:v>
                </c:pt>
                <c:pt idx="462">
                  <c:v>0.268495431787</c:v>
                </c:pt>
                <c:pt idx="463">
                  <c:v>0.268923427509</c:v>
                </c:pt>
                <c:pt idx="464">
                  <c:v>0.269382611722</c:v>
                </c:pt>
                <c:pt idx="465">
                  <c:v>0.26987984469</c:v>
                </c:pt>
                <c:pt idx="466">
                  <c:v>0.270421441155</c:v>
                </c:pt>
                <c:pt idx="467">
                  <c:v>0.271010887664</c:v>
                </c:pt>
                <c:pt idx="468">
                  <c:v>0.271646454308</c:v>
                </c:pt>
                <c:pt idx="469">
                  <c:v>0.272322581196</c:v>
                </c:pt>
                <c:pt idx="470">
                  <c:v>0.273031077982</c:v>
                </c:pt>
                <c:pt idx="471">
                  <c:v>0.273763155301</c:v>
                </c:pt>
                <c:pt idx="472">
                  <c:v>0.274511166902</c:v>
                </c:pt>
                <c:pt idx="473">
                  <c:v>0.275270255111</c:v>
                </c:pt>
                <c:pt idx="474">
                  <c:v>0.276037791499</c:v>
                </c:pt>
                <c:pt idx="475">
                  <c:v>0.276813356755</c:v>
                </c:pt>
                <c:pt idx="476">
                  <c:v>0.277597305216</c:v>
                </c:pt>
                <c:pt idx="477">
                  <c:v>0.278391227857</c:v>
                </c:pt>
                <c:pt idx="478">
                  <c:v>0.27919757767</c:v>
                </c:pt>
                <c:pt idx="479">
                  <c:v>0.280021443005</c:v>
                </c:pt>
                <c:pt idx="480">
                  <c:v>0.280868505068</c:v>
                </c:pt>
                <c:pt idx="481">
                  <c:v>0.28174368838</c:v>
                </c:pt>
                <c:pt idx="482">
                  <c:v>0.282648661079</c:v>
                </c:pt>
                <c:pt idx="483">
                  <c:v>0.283582038845</c:v>
                </c:pt>
                <c:pt idx="484">
                  <c:v>0.284538333658</c:v>
                </c:pt>
                <c:pt idx="485">
                  <c:v>0.285510530369</c:v>
                </c:pt>
                <c:pt idx="486">
                  <c:v>0.286490251376</c:v>
                </c:pt>
                <c:pt idx="487">
                  <c:v>0.287469679806</c:v>
                </c:pt>
                <c:pt idx="488">
                  <c:v>0.288442796762</c:v>
                </c:pt>
                <c:pt idx="489">
                  <c:v>0.289407419957</c:v>
                </c:pt>
                <c:pt idx="490">
                  <c:v>0.290364467985</c:v>
                </c:pt>
                <c:pt idx="491">
                  <c:v>0.291317627778</c:v>
                </c:pt>
                <c:pt idx="492">
                  <c:v>0.292271450082</c:v>
                </c:pt>
                <c:pt idx="493">
                  <c:v>0.293229877908</c:v>
                </c:pt>
                <c:pt idx="494">
                  <c:v>0.294196198396</c:v>
                </c:pt>
                <c:pt idx="495">
                  <c:v>0.29517369549</c:v>
                </c:pt>
                <c:pt idx="496">
                  <c:v>0.296164930805</c:v>
                </c:pt>
                <c:pt idx="497">
                  <c:v>0.297169863939</c:v>
                </c:pt>
                <c:pt idx="498">
                  <c:v>0.298186342567</c:v>
                </c:pt>
                <c:pt idx="499">
                  <c:v>0.299212039385</c:v>
                </c:pt>
                <c:pt idx="500">
                  <c:v>0.300246705369</c:v>
                </c:pt>
                <c:pt idx="501">
                  <c:v>0.301294347761</c:v>
                </c:pt>
                <c:pt idx="502">
                  <c:v>0.302361363901</c:v>
                </c:pt>
                <c:pt idx="503">
                  <c:v>0.303438671492</c:v>
                </c:pt>
                <c:pt idx="504">
                  <c:v>0.30450455052</c:v>
                </c:pt>
                <c:pt idx="505">
                  <c:v>0.305551300681</c:v>
                </c:pt>
                <c:pt idx="506">
                  <c:v>0.306584763748</c:v>
                </c:pt>
                <c:pt idx="507">
                  <c:v>0.307615381172</c:v>
                </c:pt>
                <c:pt idx="508">
                  <c:v>0.308653044872</c:v>
                </c:pt>
                <c:pt idx="509">
                  <c:v>0.309700273783</c:v>
                </c:pt>
                <c:pt idx="510">
                  <c:v>0.310755575206</c:v>
                </c:pt>
                <c:pt idx="511">
                  <c:v>0.311823128885</c:v>
                </c:pt>
                <c:pt idx="512">
                  <c:v>0.312907976698</c:v>
                </c:pt>
                <c:pt idx="513">
                  <c:v>0.314002278415</c:v>
                </c:pt>
                <c:pt idx="514">
                  <c:v>0.315094827351</c:v>
                </c:pt>
                <c:pt idx="515">
                  <c:v>0.316183325929</c:v>
                </c:pt>
                <c:pt idx="516">
                  <c:v>0.317269839527</c:v>
                </c:pt>
                <c:pt idx="517">
                  <c:v>0.318364108735</c:v>
                </c:pt>
                <c:pt idx="518">
                  <c:v>0.319468967719</c:v>
                </c:pt>
                <c:pt idx="519">
                  <c:v>0.320570276974</c:v>
                </c:pt>
                <c:pt idx="520">
                  <c:v>0.321655178099</c:v>
                </c:pt>
                <c:pt idx="521">
                  <c:v>0.322723482489</c:v>
                </c:pt>
                <c:pt idx="522">
                  <c:v>0.323782014605</c:v>
                </c:pt>
                <c:pt idx="523">
                  <c:v>0.324839670848</c:v>
                </c:pt>
                <c:pt idx="524">
                  <c:v>0.325900737417</c:v>
                </c:pt>
                <c:pt idx="525">
                  <c:v>0.326963191817</c:v>
                </c:pt>
                <c:pt idx="526">
                  <c:v>0.328023800699</c:v>
                </c:pt>
                <c:pt idx="527">
                  <c:v>0.329082404414</c:v>
                </c:pt>
                <c:pt idx="528">
                  <c:v>0.330140977854</c:v>
                </c:pt>
                <c:pt idx="529">
                  <c:v>0.331202619266</c:v>
                </c:pt>
                <c:pt idx="530">
                  <c:v>0.332269664902</c:v>
                </c:pt>
                <c:pt idx="531">
                  <c:v>0.333341202285</c:v>
                </c:pt>
                <c:pt idx="532">
                  <c:v>0.334415457227</c:v>
                </c:pt>
                <c:pt idx="533">
                  <c:v>0.335492392149</c:v>
                </c:pt>
                <c:pt idx="534">
                  <c:v>0.336572076832</c:v>
                </c:pt>
                <c:pt idx="535">
                  <c:v>0.337653728449</c:v>
                </c:pt>
                <c:pt idx="536">
                  <c:v>0.338737144616</c:v>
                </c:pt>
                <c:pt idx="537">
                  <c:v>0.339823437773</c:v>
                </c:pt>
                <c:pt idx="538">
                  <c:v>0.340916301478</c:v>
                </c:pt>
                <c:pt idx="539">
                  <c:v>0.342020417156</c:v>
                </c:pt>
                <c:pt idx="540">
                  <c:v>0.34314014631</c:v>
                </c:pt>
                <c:pt idx="541">
                  <c:v>0.344278316981</c:v>
                </c:pt>
                <c:pt idx="542">
                  <c:v>0.345436714371</c:v>
                </c:pt>
                <c:pt idx="543">
                  <c:v>0.346615614633</c:v>
                </c:pt>
                <c:pt idx="544">
                  <c:v>0.347815847346</c:v>
                </c:pt>
                <c:pt idx="545">
                  <c:v>0.349039268958</c:v>
                </c:pt>
                <c:pt idx="546">
                  <c:v>0.350288517611</c:v>
                </c:pt>
                <c:pt idx="547">
                  <c:v>0.351565993581</c:v>
                </c:pt>
                <c:pt idx="548">
                  <c:v>0.352873665402</c:v>
                </c:pt>
                <c:pt idx="549">
                  <c:v>0.354212773951</c:v>
                </c:pt>
                <c:pt idx="550">
                  <c:v>0.355584394387</c:v>
                </c:pt>
                <c:pt idx="551">
                  <c:v>0.356990708996</c:v>
                </c:pt>
                <c:pt idx="552">
                  <c:v>0.358434041623</c:v>
                </c:pt>
                <c:pt idx="553">
                  <c:v>0.35991552198</c:v>
                </c:pt>
                <c:pt idx="554">
                  <c:v>0.361432464271</c:v>
                </c:pt>
                <c:pt idx="555">
                  <c:v>0.362974930142</c:v>
                </c:pt>
                <c:pt idx="556">
                  <c:v>0.36452561583</c:v>
                </c:pt>
                <c:pt idx="557">
                  <c:v>0.366067231733</c:v>
                </c:pt>
                <c:pt idx="558">
                  <c:v>0.367588532291</c:v>
                </c:pt>
                <c:pt idx="559">
                  <c:v>0.369125315393</c:v>
                </c:pt>
                <c:pt idx="560">
                  <c:v>0.370699774225</c:v>
                </c:pt>
                <c:pt idx="561">
                  <c:v>0.372257826115</c:v>
                </c:pt>
                <c:pt idx="562">
                  <c:v>0.373735172308</c:v>
                </c:pt>
                <c:pt idx="563">
                  <c:v>0.375105542285</c:v>
                </c:pt>
                <c:pt idx="564">
                  <c:v>0.376342854212</c:v>
                </c:pt>
                <c:pt idx="565">
                  <c:v>0.377451285947</c:v>
                </c:pt>
                <c:pt idx="566">
                  <c:v>0.378365474303</c:v>
                </c:pt>
                <c:pt idx="567">
                  <c:v>0.379081572684</c:v>
                </c:pt>
                <c:pt idx="568">
                  <c:v>0.379811334158</c:v>
                </c:pt>
                <c:pt idx="569">
                  <c:v>0.380668850603</c:v>
                </c:pt>
                <c:pt idx="570">
                  <c:v>0.38167668768</c:v>
                </c:pt>
                <c:pt idx="571">
                  <c:v>0.382647763309</c:v>
                </c:pt>
                <c:pt idx="572">
                  <c:v>0.383570623242</c:v>
                </c:pt>
                <c:pt idx="573">
                  <c:v>0.384607562014</c:v>
                </c:pt>
                <c:pt idx="574">
                  <c:v>0.385852313418</c:v>
                </c:pt>
                <c:pt idx="575">
                  <c:v>0.387233429498</c:v>
                </c:pt>
                <c:pt idx="576">
                  <c:v>0.388625541627</c:v>
                </c:pt>
                <c:pt idx="577">
                  <c:v>0.389932858637</c:v>
                </c:pt>
                <c:pt idx="578">
                  <c:v>0.39114344899</c:v>
                </c:pt>
                <c:pt idx="579">
                  <c:v>0.392301057672</c:v>
                </c:pt>
                <c:pt idx="580">
                  <c:v>0.393444069385</c:v>
                </c:pt>
                <c:pt idx="581">
                  <c:v>0.394611249467</c:v>
                </c:pt>
                <c:pt idx="582">
                  <c:v>0.395827096489</c:v>
                </c:pt>
                <c:pt idx="583">
                  <c:v>0.39709216302</c:v>
                </c:pt>
                <c:pt idx="584">
                  <c:v>0.398382796114</c:v>
                </c:pt>
                <c:pt idx="585">
                  <c:v>0.399679851249</c:v>
                </c:pt>
                <c:pt idx="586">
                  <c:v>0.400962320548</c:v>
                </c:pt>
                <c:pt idx="587">
                  <c:v>0.402196209117</c:v>
                </c:pt>
                <c:pt idx="588">
                  <c:v>0.403366733779</c:v>
                </c:pt>
                <c:pt idx="589">
                  <c:v>0.404496589089</c:v>
                </c:pt>
                <c:pt idx="590">
                  <c:v>0.405612559014</c:v>
                </c:pt>
                <c:pt idx="591">
                  <c:v>0.406730268103</c:v>
                </c:pt>
                <c:pt idx="592">
                  <c:v>0.407842506721</c:v>
                </c:pt>
                <c:pt idx="593">
                  <c:v>0.408935615399</c:v>
                </c:pt>
                <c:pt idx="594">
                  <c:v>0.410003886365</c:v>
                </c:pt>
                <c:pt idx="595">
                  <c:v>0.411052924309</c:v>
                </c:pt>
                <c:pt idx="596">
                  <c:v>0.412103006091</c:v>
                </c:pt>
                <c:pt idx="597">
                  <c:v>0.413182626568</c:v>
                </c:pt>
                <c:pt idx="598">
                  <c:v>0.414304824661</c:v>
                </c:pt>
                <c:pt idx="599">
                  <c:v>0.415458305571</c:v>
                </c:pt>
                <c:pt idx="600">
                  <c:v>0.416614313748</c:v>
                </c:pt>
                <c:pt idx="601">
                  <c:v>0.417746114134</c:v>
                </c:pt>
                <c:pt idx="602">
                  <c:v>0.418837182712</c:v>
                </c:pt>
                <c:pt idx="603">
                  <c:v>0.419884727127</c:v>
                </c:pt>
                <c:pt idx="604">
                  <c:v>0.420900682406</c:v>
                </c:pt>
                <c:pt idx="605">
                  <c:v>0.421900943621</c:v>
                </c:pt>
                <c:pt idx="606">
                  <c:v>0.42290043127</c:v>
                </c:pt>
                <c:pt idx="607">
                  <c:v>0.423911119066</c:v>
                </c:pt>
                <c:pt idx="608">
                  <c:v>0.424936860507</c:v>
                </c:pt>
                <c:pt idx="609">
                  <c:v>0.425974344646</c:v>
                </c:pt>
                <c:pt idx="610">
                  <c:v>0.427018387746</c:v>
                </c:pt>
                <c:pt idx="611">
                  <c:v>0.428063103614</c:v>
                </c:pt>
                <c:pt idx="612">
                  <c:v>0.429107440739</c:v>
                </c:pt>
                <c:pt idx="613">
                  <c:v>0.430155911735</c:v>
                </c:pt>
                <c:pt idx="614">
                  <c:v>0.431213478521</c:v>
                </c:pt>
                <c:pt idx="615">
                  <c:v>0.432280190671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0.000406918311257</c:v>
                </c:pt>
                <c:pt idx="1">
                  <c:v>0.000526796273174</c:v>
                </c:pt>
                <c:pt idx="2">
                  <c:v>0.000667758464518</c:v>
                </c:pt>
                <c:pt idx="3">
                  <c:v>0.000836453768958</c:v>
                </c:pt>
                <c:pt idx="4">
                  <c:v>0.00104695498054</c:v>
                </c:pt>
                <c:pt idx="5">
                  <c:v>0.00132339639511</c:v>
                </c:pt>
                <c:pt idx="6">
                  <c:v>0.00170060817746</c:v>
                </c:pt>
                <c:pt idx="7">
                  <c:v>0.00222324016961</c:v>
                </c:pt>
                <c:pt idx="8">
                  <c:v>0.00294580299963</c:v>
                </c:pt>
                <c:pt idx="9">
                  <c:v>0.00393645753685</c:v>
                </c:pt>
                <c:pt idx="10">
                  <c:v>0.00528444839374</c:v>
                </c:pt>
                <c:pt idx="11">
                  <c:v>0.00710584562808</c:v>
                </c:pt>
                <c:pt idx="12">
                  <c:v>0.00954002056188</c:v>
                </c:pt>
                <c:pt idx="13">
                  <c:v>0.0127329467259</c:v>
                </c:pt>
                <c:pt idx="14">
                  <c:v>0.0168103568327</c:v>
                </c:pt>
                <c:pt idx="15">
                  <c:v>0.0218496962837</c:v>
                </c:pt>
                <c:pt idx="16">
                  <c:v>0.0278613503081</c:v>
                </c:pt>
                <c:pt idx="17">
                  <c:v>0.0347854093862</c:v>
                </c:pt>
                <c:pt idx="18">
                  <c:v>0.0425022473334</c:v>
                </c:pt>
                <c:pt idx="19">
                  <c:v>0.0508485019401</c:v>
                </c:pt>
                <c:pt idx="20">
                  <c:v>0.0596292359046</c:v>
                </c:pt>
                <c:pt idx="21">
                  <c:v>0.0686228829638</c:v>
                </c:pt>
                <c:pt idx="22">
                  <c:v>0.0775847615513</c:v>
                </c:pt>
                <c:pt idx="23">
                  <c:v>0.086261092492</c:v>
                </c:pt>
                <c:pt idx="24">
                  <c:v>0.0944225811248</c:v>
                </c:pt>
                <c:pt idx="25">
                  <c:v>0.101915229351</c:v>
                </c:pt>
                <c:pt idx="26">
                  <c:v>0.108714062491</c:v>
                </c:pt>
                <c:pt idx="27">
                  <c:v>0.114961416888</c:v>
                </c:pt>
                <c:pt idx="28">
                  <c:v>0.120976234384</c:v>
                </c:pt>
                <c:pt idx="29">
                  <c:v>0.127228498412</c:v>
                </c:pt>
                <c:pt idx="30">
                  <c:v>0.134278592534</c:v>
                </c:pt>
                <c:pt idx="31">
                  <c:v>0.142685799571</c:v>
                </c:pt>
                <c:pt idx="32">
                  <c:v>0.152896998554</c:v>
                </c:pt>
                <c:pt idx="33">
                  <c:v>0.165136636831</c:v>
                </c:pt>
                <c:pt idx="34">
                  <c:v>0.179327850739</c:v>
                </c:pt>
                <c:pt idx="35">
                  <c:v>0.195074173904</c:v>
                </c:pt>
                <c:pt idx="36">
                  <c:v>0.211715339368</c:v>
                </c:pt>
                <c:pt idx="37">
                  <c:v>0.228443921404</c:v>
                </c:pt>
                <c:pt idx="38">
                  <c:v>0.244446750403</c:v>
                </c:pt>
                <c:pt idx="39">
                  <c:v>0.259028337879</c:v>
                </c:pt>
                <c:pt idx="40">
                  <c:v>0.27168840266</c:v>
                </c:pt>
                <c:pt idx="41">
                  <c:v>0.282146936359</c:v>
                </c:pt>
                <c:pt idx="42">
                  <c:v>0.290327863135</c:v>
                </c:pt>
                <c:pt idx="43">
                  <c:v>0.296319051661</c:v>
                </c:pt>
                <c:pt idx="44">
                  <c:v>0.300324410668</c:v>
                </c:pt>
                <c:pt idx="45">
                  <c:v>0.302618244214</c:v>
                </c:pt>
                <c:pt idx="46">
                  <c:v>0.303506688834</c:v>
                </c:pt>
                <c:pt idx="47">
                  <c:v>0.303297605532</c:v>
                </c:pt>
                <c:pt idx="48">
                  <c:v>0.30227875549</c:v>
                </c:pt>
                <c:pt idx="49">
                  <c:v>0.300703510355</c:v>
                </c:pt>
                <c:pt idx="50">
                  <c:v>0.298783167987</c:v>
                </c:pt>
                <c:pt idx="51">
                  <c:v>0.296684783255</c:v>
                </c:pt>
                <c:pt idx="52">
                  <c:v>0.294533267226</c:v>
                </c:pt>
                <c:pt idx="53">
                  <c:v>0.29241638052</c:v>
                </c:pt>
                <c:pt idx="54">
                  <c:v>0.290391250268</c:v>
                </c:pt>
                <c:pt idx="55">
                  <c:v>0.288491224734</c:v>
                </c:pt>
                <c:pt idx="56">
                  <c:v>0.286732214831</c:v>
                </c:pt>
                <c:pt idx="57">
                  <c:v>0.285118055464</c:v>
                </c:pt>
                <c:pt idx="58">
                  <c:v>0.283644739656</c:v>
                </c:pt>
                <c:pt idx="59">
                  <c:v>0.282303585761</c:v>
                </c:pt>
                <c:pt idx="60">
                  <c:v>0.28108349194</c:v>
                </c:pt>
                <c:pt idx="61">
                  <c:v>0.279972461451</c:v>
                </c:pt>
                <c:pt idx="62">
                  <c:v>0.278958572271</c:v>
                </c:pt>
                <c:pt idx="63">
                  <c:v>0.278030543157</c:v>
                </c:pt>
                <c:pt idx="64">
                  <c:v>0.277178024736</c:v>
                </c:pt>
                <c:pt idx="65">
                  <c:v>0.276391716892</c:v>
                </c:pt>
                <c:pt idx="66">
                  <c:v>0.275663495059</c:v>
                </c:pt>
                <c:pt idx="67">
                  <c:v>0.274986381737</c:v>
                </c:pt>
                <c:pt idx="68">
                  <c:v>0.274353584999</c:v>
                </c:pt>
                <c:pt idx="69">
                  <c:v>0.273759612348</c:v>
                </c:pt>
                <c:pt idx="70">
                  <c:v>0.273199779661</c:v>
                </c:pt>
                <c:pt idx="71">
                  <c:v>0.272670077209</c:v>
                </c:pt>
                <c:pt idx="72">
                  <c:v>0.272167095908</c:v>
                </c:pt>
                <c:pt idx="73">
                  <c:v>0.271687943393</c:v>
                </c:pt>
                <c:pt idx="74">
                  <c:v>0.27123039263</c:v>
                </c:pt>
                <c:pt idx="75">
                  <c:v>0.270792186116</c:v>
                </c:pt>
                <c:pt idx="76">
                  <c:v>0.270371465951</c:v>
                </c:pt>
                <c:pt idx="77">
                  <c:v>0.269966775322</c:v>
                </c:pt>
                <c:pt idx="78">
                  <c:v>0.269576878681</c:v>
                </c:pt>
                <c:pt idx="79">
                  <c:v>0.269200738342</c:v>
                </c:pt>
                <c:pt idx="80">
                  <c:v>0.268837526347</c:v>
                </c:pt>
                <c:pt idx="81">
                  <c:v>0.268486564191</c:v>
                </c:pt>
                <c:pt idx="82">
                  <c:v>0.268147421864</c:v>
                </c:pt>
                <c:pt idx="83">
                  <c:v>0.267820067115</c:v>
                </c:pt>
                <c:pt idx="84">
                  <c:v>0.267504907252</c:v>
                </c:pt>
                <c:pt idx="85">
                  <c:v>0.267202896821</c:v>
                </c:pt>
                <c:pt idx="86">
                  <c:v>0.266915636468</c:v>
                </c:pt>
                <c:pt idx="87">
                  <c:v>0.266645418318</c:v>
                </c:pt>
                <c:pt idx="88">
                  <c:v>0.266395214102</c:v>
                </c:pt>
                <c:pt idx="89">
                  <c:v>0.266168612005</c:v>
                </c:pt>
                <c:pt idx="90">
                  <c:v>0.265969707292</c:v>
                </c:pt>
                <c:pt idx="91">
                  <c:v>0.265802924693</c:v>
                </c:pt>
                <c:pt idx="92">
                  <c:v>0.265672788234</c:v>
                </c:pt>
                <c:pt idx="93">
                  <c:v>0.265583684558</c:v>
                </c:pt>
                <c:pt idx="94">
                  <c:v>0.265539774778</c:v>
                </c:pt>
                <c:pt idx="95">
                  <c:v>0.265544922539</c:v>
                </c:pt>
                <c:pt idx="96">
                  <c:v>0.265602436257</c:v>
                </c:pt>
                <c:pt idx="97">
                  <c:v>0.26571484204</c:v>
                </c:pt>
                <c:pt idx="98">
                  <c:v>0.265883740512</c:v>
                </c:pt>
                <c:pt idx="99">
                  <c:v>0.266109874502</c:v>
                </c:pt>
                <c:pt idx="100">
                  <c:v>0.266393329383</c:v>
                </c:pt>
                <c:pt idx="101">
                  <c:v>0.266733696065</c:v>
                </c:pt>
                <c:pt idx="102">
                  <c:v>0.267130110536</c:v>
                </c:pt>
                <c:pt idx="103">
                  <c:v>0.267581207679</c:v>
                </c:pt>
                <c:pt idx="104">
                  <c:v>0.268085088053</c:v>
                </c:pt>
                <c:pt idx="105">
                  <c:v>0.268639388234</c:v>
                </c:pt>
                <c:pt idx="106">
                  <c:v>0.269241482186</c:v>
                </c:pt>
                <c:pt idx="107">
                  <c:v>0.269888730703</c:v>
                </c:pt>
                <c:pt idx="108">
                  <c:v>0.270578623428</c:v>
                </c:pt>
                <c:pt idx="109">
                  <c:v>0.27130872765</c:v>
                </c:pt>
                <c:pt idx="110">
                  <c:v>0.272076555427</c:v>
                </c:pt>
                <c:pt idx="111">
                  <c:v>0.272879507603</c:v>
                </c:pt>
                <c:pt idx="112">
                  <c:v>0.273714815539</c:v>
                </c:pt>
                <c:pt idx="113">
                  <c:v>0.274579601993</c:v>
                </c:pt>
                <c:pt idx="114">
                  <c:v>0.275470942179</c:v>
                </c:pt>
                <c:pt idx="115">
                  <c:v>0.276385920725</c:v>
                </c:pt>
                <c:pt idx="116">
                  <c:v>0.27732170925</c:v>
                </c:pt>
                <c:pt idx="117">
                  <c:v>0.278275656659</c:v>
                </c:pt>
                <c:pt idx="118">
                  <c:v>0.279245348465</c:v>
                </c:pt>
                <c:pt idx="119">
                  <c:v>0.280228595188</c:v>
                </c:pt>
                <c:pt idx="120">
                  <c:v>0.281223354989</c:v>
                </c:pt>
                <c:pt idx="121">
                  <c:v>0.282227641348</c:v>
                </c:pt>
                <c:pt idx="122">
                  <c:v>0.283239468982</c:v>
                </c:pt>
                <c:pt idx="123">
                  <c:v>0.284256850426</c:v>
                </c:pt>
                <c:pt idx="124">
                  <c:v>0.285277814743</c:v>
                </c:pt>
                <c:pt idx="125">
                  <c:v>0.28630041385</c:v>
                </c:pt>
                <c:pt idx="126">
                  <c:v>0.287322706138</c:v>
                </c:pt>
                <c:pt idx="127">
                  <c:v>0.288342727496</c:v>
                </c:pt>
                <c:pt idx="128">
                  <c:v>0.289358457105</c:v>
                </c:pt>
                <c:pt idx="129">
                  <c:v>0.290367761982</c:v>
                </c:pt>
                <c:pt idx="130">
                  <c:v>0.291368272559</c:v>
                </c:pt>
                <c:pt idx="131">
                  <c:v>0.292357494669</c:v>
                </c:pt>
                <c:pt idx="132">
                  <c:v>0.293332599975</c:v>
                </c:pt>
                <c:pt idx="133">
                  <c:v>0.294290384537</c:v>
                </c:pt>
                <c:pt idx="134">
                  <c:v>0.295227312556</c:v>
                </c:pt>
                <c:pt idx="135">
                  <c:v>0.296139534929</c:v>
                </c:pt>
                <c:pt idx="136">
                  <c:v>0.297022896172</c:v>
                </c:pt>
                <c:pt idx="137">
                  <c:v>0.297872931188</c:v>
                </c:pt>
                <c:pt idx="138">
                  <c:v>0.298684865154</c:v>
                </c:pt>
                <c:pt idx="139">
                  <c:v>0.299453629099</c:v>
                </c:pt>
                <c:pt idx="140">
                  <c:v>0.300173854571</c:v>
                </c:pt>
                <c:pt idx="141">
                  <c:v>0.300840673561</c:v>
                </c:pt>
                <c:pt idx="142">
                  <c:v>0.301451447869</c:v>
                </c:pt>
                <c:pt idx="143">
                  <c:v>0.302005574276</c:v>
                </c:pt>
                <c:pt idx="144">
                  <c:v>0.30250399049</c:v>
                </c:pt>
                <c:pt idx="145">
                  <c:v>0.30294808039</c:v>
                </c:pt>
                <c:pt idx="146">
                  <c:v>0.303338357046</c:v>
                </c:pt>
                <c:pt idx="147">
                  <c:v>0.303675249074</c:v>
                </c:pt>
                <c:pt idx="148">
                  <c:v>0.303961448337</c:v>
                </c:pt>
                <c:pt idx="149">
                  <c:v>0.304204719741</c:v>
                </c:pt>
                <c:pt idx="150">
                  <c:v>0.304418081986</c:v>
                </c:pt>
                <c:pt idx="151">
                  <c:v>0.304621122568</c:v>
                </c:pt>
                <c:pt idx="152">
                  <c:v>0.30483808017</c:v>
                </c:pt>
                <c:pt idx="153">
                  <c:v>0.305092404839</c:v>
                </c:pt>
                <c:pt idx="154">
                  <c:v>0.305400102013</c:v>
                </c:pt>
                <c:pt idx="155">
                  <c:v>0.305764103628</c:v>
                </c:pt>
                <c:pt idx="156">
                  <c:v>0.306176554859</c:v>
                </c:pt>
                <c:pt idx="157">
                  <c:v>0.306625890346</c:v>
                </c:pt>
                <c:pt idx="158">
                  <c:v>0.307104878615</c:v>
                </c:pt>
                <c:pt idx="159">
                  <c:v>0.307612241985</c:v>
                </c:pt>
                <c:pt idx="160">
                  <c:v>0.308146846188</c:v>
                </c:pt>
                <c:pt idx="161">
                  <c:v>0.308701778212</c:v>
                </c:pt>
                <c:pt idx="162">
                  <c:v>0.309264372347</c:v>
                </c:pt>
                <c:pt idx="163">
                  <c:v>0.30982117031</c:v>
                </c:pt>
                <c:pt idx="164">
                  <c:v>0.310362806312</c:v>
                </c:pt>
                <c:pt idx="165">
                  <c:v>0.310885872148</c:v>
                </c:pt>
                <c:pt idx="166">
                  <c:v>0.311392384532</c:v>
                </c:pt>
                <c:pt idx="167">
                  <c:v>0.311888288939</c:v>
                </c:pt>
                <c:pt idx="168">
                  <c:v>0.31238137275</c:v>
                </c:pt>
                <c:pt idx="169">
                  <c:v>0.312878667274</c:v>
                </c:pt>
                <c:pt idx="170">
                  <c:v>0.313383867005</c:v>
                </c:pt>
                <c:pt idx="171">
                  <c:v>0.313895833183</c:v>
                </c:pt>
                <c:pt idx="172">
                  <c:v>0.3144090545</c:v>
                </c:pt>
                <c:pt idx="173">
                  <c:v>0.314916036776</c:v>
                </c:pt>
                <c:pt idx="174">
                  <c:v>0.315410357879</c:v>
                </c:pt>
                <c:pt idx="175">
                  <c:v>0.315888574023</c:v>
                </c:pt>
                <c:pt idx="176">
                  <c:v>0.316350172966</c:v>
                </c:pt>
                <c:pt idx="177">
                  <c:v>0.31679636772</c:v>
                </c:pt>
                <c:pt idx="178">
                  <c:v>0.317228993974</c:v>
                </c:pt>
                <c:pt idx="179">
                  <c:v>0.317649948274</c:v>
                </c:pt>
                <c:pt idx="180">
                  <c:v>0.318060904482</c:v>
                </c:pt>
                <c:pt idx="181">
                  <c:v>0.318463063636</c:v>
                </c:pt>
                <c:pt idx="182">
                  <c:v>0.318856996479</c:v>
                </c:pt>
                <c:pt idx="183">
                  <c:v>0.319242654958</c:v>
                </c:pt>
                <c:pt idx="184">
                  <c:v>0.319619519791</c:v>
                </c:pt>
                <c:pt idx="185">
                  <c:v>0.319986829465</c:v>
                </c:pt>
                <c:pt idx="186">
                  <c:v>0.320343834827</c:v>
                </c:pt>
                <c:pt idx="187">
                  <c:v>0.320689992105</c:v>
                </c:pt>
                <c:pt idx="188">
                  <c:v>0.321025041479</c:v>
                </c:pt>
                <c:pt idx="189">
                  <c:v>0.321348984036</c:v>
                </c:pt>
                <c:pt idx="190">
                  <c:v>0.32166204127</c:v>
                </c:pt>
                <c:pt idx="191">
                  <c:v>0.321964588684</c:v>
                </c:pt>
                <c:pt idx="192">
                  <c:v>0.322257005022</c:v>
                </c:pt>
                <c:pt idx="193">
                  <c:v>0.322539426549</c:v>
                </c:pt>
                <c:pt idx="194">
                  <c:v>0.322811522869</c:v>
                </c:pt>
                <c:pt idx="195">
                  <c:v>0.323072421298</c:v>
                </c:pt>
                <c:pt idx="196">
                  <c:v>0.323320867685</c:v>
                </c:pt>
                <c:pt idx="197">
                  <c:v>0.323555607267</c:v>
                </c:pt>
                <c:pt idx="198">
                  <c:v>0.323775840097</c:v>
                </c:pt>
                <c:pt idx="199">
                  <c:v>0.323981532281</c:v>
                </c:pt>
                <c:pt idx="200">
                  <c:v>0.324173443213</c:v>
                </c:pt>
                <c:pt idx="201">
                  <c:v>0.324352903867</c:v>
                </c:pt>
                <c:pt idx="202">
                  <c:v>0.324521496257</c:v>
                </c:pt>
                <c:pt idx="203">
                  <c:v>0.324680752291</c:v>
                </c:pt>
                <c:pt idx="204">
                  <c:v>0.324831933745</c:v>
                </c:pt>
                <c:pt idx="205">
                  <c:v>0.32497591362</c:v>
                </c:pt>
                <c:pt idx="206">
                  <c:v>0.325113176347</c:v>
                </c:pt>
                <c:pt idx="207">
                  <c:v>0.325243923441</c:v>
                </c:pt>
                <c:pt idx="208">
                  <c:v>0.325368226604</c:v>
                </c:pt>
                <c:pt idx="209">
                  <c:v>0.325486149066</c:v>
                </c:pt>
                <c:pt idx="210">
                  <c:v>0.325597797815</c:v>
                </c:pt>
                <c:pt idx="211">
                  <c:v>0.325703318726</c:v>
                </c:pt>
                <c:pt idx="212">
                  <c:v>0.325802875749</c:v>
                </c:pt>
                <c:pt idx="213">
                  <c:v>0.325896648856</c:v>
                </c:pt>
                <c:pt idx="214">
                  <c:v>0.3259848472</c:v>
                </c:pt>
                <c:pt idx="215">
                  <c:v>0.326067721496</c:v>
                </c:pt>
                <c:pt idx="216">
                  <c:v>0.32614556614</c:v>
                </c:pt>
                <c:pt idx="217">
                  <c:v>0.32621871582</c:v>
                </c:pt>
                <c:pt idx="218">
                  <c:v>0.326287549449</c:v>
                </c:pt>
                <c:pt idx="219">
                  <c:v>0.326352506084</c:v>
                </c:pt>
                <c:pt idx="220">
                  <c:v>0.326414102472</c:v>
                </c:pt>
                <c:pt idx="221">
                  <c:v>0.326472934587</c:v>
                </c:pt>
                <c:pt idx="222">
                  <c:v>0.326529659324</c:v>
                </c:pt>
                <c:pt idx="223">
                  <c:v>0.326584970026</c:v>
                </c:pt>
                <c:pt idx="224">
                  <c:v>0.326639568318</c:v>
                </c:pt>
                <c:pt idx="225">
                  <c:v>0.326694123531</c:v>
                </c:pt>
                <c:pt idx="226">
                  <c:v>0.326749215495</c:v>
                </c:pt>
                <c:pt idx="227">
                  <c:v>0.326805291939</c:v>
                </c:pt>
                <c:pt idx="228">
                  <c:v>0.326862676821</c:v>
                </c:pt>
                <c:pt idx="229">
                  <c:v>0.32692161787</c:v>
                </c:pt>
                <c:pt idx="230">
                  <c:v>0.326982319414</c:v>
                </c:pt>
                <c:pt idx="231">
                  <c:v>0.32704492645</c:v>
                </c:pt>
                <c:pt idx="232">
                  <c:v>0.32710948948</c:v>
                </c:pt>
                <c:pt idx="233">
                  <c:v>0.327175966909</c:v>
                </c:pt>
                <c:pt idx="234">
                  <c:v>0.327244268611</c:v>
                </c:pt>
                <c:pt idx="235">
                  <c:v>0.327314292385</c:v>
                </c:pt>
                <c:pt idx="236">
                  <c:v>0.32738595131</c:v>
                </c:pt>
                <c:pt idx="237">
                  <c:v>0.32745925097</c:v>
                </c:pt>
                <c:pt idx="238">
                  <c:v>0.327534414406</c:v>
                </c:pt>
                <c:pt idx="239">
                  <c:v>0.32761189023</c:v>
                </c:pt>
                <c:pt idx="240">
                  <c:v>0.327692062051</c:v>
                </c:pt>
                <c:pt idx="241">
                  <c:v>0.327774782739</c:v>
                </c:pt>
                <c:pt idx="242">
                  <c:v>0.327859181025</c:v>
                </c:pt>
                <c:pt idx="243">
                  <c:v>0.327943978564</c:v>
                </c:pt>
                <c:pt idx="244">
                  <c:v>0.328028091371</c:v>
                </c:pt>
                <c:pt idx="245">
                  <c:v>0.328111050851</c:v>
                </c:pt>
                <c:pt idx="246">
                  <c:v>0.328192959967</c:v>
                </c:pt>
                <c:pt idx="247">
                  <c:v>0.328274142235</c:v>
                </c:pt>
                <c:pt idx="248">
                  <c:v>0.328354728492</c:v>
                </c:pt>
                <c:pt idx="249">
                  <c:v>0.328434438839</c:v>
                </c:pt>
                <c:pt idx="250">
                  <c:v>0.328512638024</c:v>
                </c:pt>
                <c:pt idx="251">
                  <c:v>0.32858861495</c:v>
                </c:pt>
                <c:pt idx="252">
                  <c:v>0.328661893062</c:v>
                </c:pt>
                <c:pt idx="253">
                  <c:v>0.32873234456</c:v>
                </c:pt>
                <c:pt idx="254">
                  <c:v>0.328800017349</c:v>
                </c:pt>
                <c:pt idx="255">
                  <c:v>0.328864850737</c:v>
                </c:pt>
                <c:pt idx="256">
                  <c:v>0.328926517314</c:v>
                </c:pt>
                <c:pt idx="257">
                  <c:v>0.328984485964</c:v>
                </c:pt>
                <c:pt idx="258">
                  <c:v>0.32903816877</c:v>
                </c:pt>
                <c:pt idx="259">
                  <c:v>0.329087001693</c:v>
                </c:pt>
                <c:pt idx="260">
                  <c:v>0.329130444381</c:v>
                </c:pt>
                <c:pt idx="261">
                  <c:v>0.329167971648</c:v>
                </c:pt>
                <c:pt idx="262">
                  <c:v>0.329199123167</c:v>
                </c:pt>
                <c:pt idx="263">
                  <c:v>0.329223586191</c:v>
                </c:pt>
                <c:pt idx="264">
                  <c:v>0.32924123244</c:v>
                </c:pt>
                <c:pt idx="265">
                  <c:v>0.329252058408</c:v>
                </c:pt>
                <c:pt idx="266">
                  <c:v>0.329256077568</c:v>
                </c:pt>
                <c:pt idx="267">
                  <c:v>0.329253233483</c:v>
                </c:pt>
                <c:pt idx="268">
                  <c:v>0.329243391889</c:v>
                </c:pt>
                <c:pt idx="269">
                  <c:v>0.329226402461</c:v>
                </c:pt>
                <c:pt idx="270">
                  <c:v>0.329202170822</c:v>
                </c:pt>
                <c:pt idx="271">
                  <c:v>0.329170681789</c:v>
                </c:pt>
                <c:pt idx="272">
                  <c:v>0.329131986325</c:v>
                </c:pt>
                <c:pt idx="273">
                  <c:v>0.329086171697</c:v>
                </c:pt>
                <c:pt idx="274">
                  <c:v>0.329033343666</c:v>
                </c:pt>
                <c:pt idx="275">
                  <c:v>0.328973619514</c:v>
                </c:pt>
                <c:pt idx="276">
                  <c:v>0.328907128999</c:v>
                </c:pt>
                <c:pt idx="277">
                  <c:v>0.328834011619</c:v>
                </c:pt>
                <c:pt idx="278">
                  <c:v>0.328754411555</c:v>
                </c:pt>
                <c:pt idx="279">
                  <c:v>0.328668488803</c:v>
                </c:pt>
                <c:pt idx="280">
                  <c:v>0.328576445114</c:v>
                </c:pt>
                <c:pt idx="281">
                  <c:v>0.328478539144</c:v>
                </c:pt>
                <c:pt idx="282">
                  <c:v>0.328375084978</c:v>
                </c:pt>
                <c:pt idx="283">
                  <c:v>0.328266433594</c:v>
                </c:pt>
                <c:pt idx="284">
                  <c:v>0.328152959494</c:v>
                </c:pt>
                <c:pt idx="285">
                  <c:v>0.328035050526</c:v>
                </c:pt>
                <c:pt idx="286">
                  <c:v>0.327913106077</c:v>
                </c:pt>
                <c:pt idx="287">
                  <c:v>0.327787541155</c:v>
                </c:pt>
                <c:pt idx="288">
                  <c:v>0.327658785667</c:v>
                </c:pt>
                <c:pt idx="289">
                  <c:v>0.327527274251</c:v>
                </c:pt>
                <c:pt idx="290">
                  <c:v>0.327393438712</c:v>
                </c:pt>
                <c:pt idx="291">
                  <c:v>0.327257704771</c:v>
                </c:pt>
                <c:pt idx="292">
                  <c:v>0.327120493984</c:v>
                </c:pt>
                <c:pt idx="293">
                  <c:v>0.326982223798</c:v>
                </c:pt>
                <c:pt idx="294">
                  <c:v>0.326843305156</c:v>
                </c:pt>
                <c:pt idx="295">
                  <c:v>0.326704137961</c:v>
                </c:pt>
                <c:pt idx="296">
                  <c:v>0.326565106979</c:v>
                </c:pt>
                <c:pt idx="297">
                  <c:v>0.326426580782</c:v>
                </c:pt>
                <c:pt idx="298">
                  <c:v>0.326288914752</c:v>
                </c:pt>
                <c:pt idx="299">
                  <c:v>0.326152447264</c:v>
                </c:pt>
                <c:pt idx="300">
                  <c:v>0.326017499432</c:v>
                </c:pt>
                <c:pt idx="301">
                  <c:v>0.325884374983</c:v>
                </c:pt>
                <c:pt idx="302">
                  <c:v>0.325753352631</c:v>
                </c:pt>
                <c:pt idx="303">
                  <c:v>0.325624695761</c:v>
                </c:pt>
                <c:pt idx="304">
                  <c:v>0.325498645038</c:v>
                </c:pt>
                <c:pt idx="305">
                  <c:v>0.32537542699</c:v>
                </c:pt>
                <c:pt idx="306">
                  <c:v>0.325255257159</c:v>
                </c:pt>
                <c:pt idx="307">
                  <c:v>0.325138336007</c:v>
                </c:pt>
                <c:pt idx="308">
                  <c:v>0.325024845027</c:v>
                </c:pt>
                <c:pt idx="309">
                  <c:v>0.324914949957</c:v>
                </c:pt>
                <c:pt idx="310">
                  <c:v>0.324808804941</c:v>
                </c:pt>
                <c:pt idx="311">
                  <c:v>0.324706551798</c:v>
                </c:pt>
                <c:pt idx="312">
                  <c:v>0.324608319318</c:v>
                </c:pt>
                <c:pt idx="313">
                  <c:v>0.324514226417</c:v>
                </c:pt>
                <c:pt idx="314">
                  <c:v>0.324424384039</c:v>
                </c:pt>
                <c:pt idx="315">
                  <c:v>0.324338894532</c:v>
                </c:pt>
                <c:pt idx="316">
                  <c:v>0.324257851405</c:v>
                </c:pt>
                <c:pt idx="317">
                  <c:v>0.324181334513</c:v>
                </c:pt>
                <c:pt idx="318">
                  <c:v>0.324109411856</c:v>
                </c:pt>
                <c:pt idx="319">
                  <c:v>0.324042146205</c:v>
                </c:pt>
                <c:pt idx="320">
                  <c:v>0.323979596568</c:v>
                </c:pt>
                <c:pt idx="321">
                  <c:v>0.323921823974</c:v>
                </c:pt>
                <c:pt idx="322">
                  <c:v>0.323868881327</c:v>
                </c:pt>
                <c:pt idx="323">
                  <c:v>0.323820810745</c:v>
                </c:pt>
                <c:pt idx="324">
                  <c:v>0.323777643274</c:v>
                </c:pt>
                <c:pt idx="325">
                  <c:v>0.323739401607</c:v>
                </c:pt>
                <c:pt idx="326">
                  <c:v>0.323706118433</c:v>
                </c:pt>
                <c:pt idx="327">
                  <c:v>0.323677824608</c:v>
                </c:pt>
                <c:pt idx="328">
                  <c:v>0.323654553065</c:v>
                </c:pt>
                <c:pt idx="329">
                  <c:v>0.323636333889</c:v>
                </c:pt>
                <c:pt idx="330">
                  <c:v>0.32362318863</c:v>
                </c:pt>
                <c:pt idx="331">
                  <c:v>0.323615132929</c:v>
                </c:pt>
                <c:pt idx="332">
                  <c:v>0.323612182142</c:v>
                </c:pt>
                <c:pt idx="333">
                  <c:v>0.323614357244</c:v>
                </c:pt>
                <c:pt idx="334">
                  <c:v>0.323621686809</c:v>
                </c:pt>
                <c:pt idx="335">
                  <c:v>0.323634203866</c:v>
                </c:pt>
                <c:pt idx="336">
                  <c:v>0.323651937723</c:v>
                </c:pt>
                <c:pt idx="337">
                  <c:v>0.323674914086</c:v>
                </c:pt>
                <c:pt idx="338">
                  <c:v>0.323703158614</c:v>
                </c:pt>
                <c:pt idx="339">
                  <c:v>0.32373668943</c:v>
                </c:pt>
                <c:pt idx="340">
                  <c:v>0.323775534774</c:v>
                </c:pt>
                <c:pt idx="341">
                  <c:v>0.32381973643</c:v>
                </c:pt>
                <c:pt idx="342">
                  <c:v>0.323869324713</c:v>
                </c:pt>
                <c:pt idx="343">
                  <c:v>0.32392433536</c:v>
                </c:pt>
                <c:pt idx="344">
                  <c:v>0.323984799676</c:v>
                </c:pt>
                <c:pt idx="345">
                  <c:v>0.324050755424</c:v>
                </c:pt>
                <c:pt idx="346">
                  <c:v>0.324122230362</c:v>
                </c:pt>
                <c:pt idx="347">
                  <c:v>0.324199256468</c:v>
                </c:pt>
                <c:pt idx="348">
                  <c:v>0.32428187567</c:v>
                </c:pt>
                <c:pt idx="349">
                  <c:v>0.324370125216</c:v>
                </c:pt>
                <c:pt idx="350">
                  <c:v>0.324464039697</c:v>
                </c:pt>
                <c:pt idx="351">
                  <c:v>0.324563653856</c:v>
                </c:pt>
                <c:pt idx="352">
                  <c:v>0.324668997435</c:v>
                </c:pt>
                <c:pt idx="353">
                  <c:v>0.324780101928</c:v>
                </c:pt>
                <c:pt idx="354">
                  <c:v>0.324897000089</c:v>
                </c:pt>
                <c:pt idx="355">
                  <c:v>0.325019726643</c:v>
                </c:pt>
                <c:pt idx="356">
                  <c:v>0.325148314203</c:v>
                </c:pt>
                <c:pt idx="357">
                  <c:v>0.325282789411</c:v>
                </c:pt>
                <c:pt idx="358">
                  <c:v>0.325423184188</c:v>
                </c:pt>
                <c:pt idx="359">
                  <c:v>0.325569520431</c:v>
                </c:pt>
                <c:pt idx="360">
                  <c:v>0.325721824726</c:v>
                </c:pt>
                <c:pt idx="361">
                  <c:v>0.325880114129</c:v>
                </c:pt>
                <c:pt idx="362">
                  <c:v>0.326044409491</c:v>
                </c:pt>
                <c:pt idx="363">
                  <c:v>0.326214729775</c:v>
                </c:pt>
                <c:pt idx="364">
                  <c:v>0.326391093937</c:v>
                </c:pt>
                <c:pt idx="365">
                  <c:v>0.326573521277</c:v>
                </c:pt>
                <c:pt idx="366">
                  <c:v>0.326761997826</c:v>
                </c:pt>
                <c:pt idx="367">
                  <c:v>0.326956525169</c:v>
                </c:pt>
                <c:pt idx="368">
                  <c:v>0.327157104687</c:v>
                </c:pt>
                <c:pt idx="369">
                  <c:v>0.327363719349</c:v>
                </c:pt>
                <c:pt idx="370">
                  <c:v>0.327576351857</c:v>
                </c:pt>
                <c:pt idx="371">
                  <c:v>0.327794985034</c:v>
                </c:pt>
                <c:pt idx="372">
                  <c:v>0.328019591878</c:v>
                </c:pt>
                <c:pt idx="373">
                  <c:v>0.328250136433</c:v>
                </c:pt>
                <c:pt idx="374">
                  <c:v>0.328486591767</c:v>
                </c:pt>
                <c:pt idx="375">
                  <c:v>0.328728901623</c:v>
                </c:pt>
                <c:pt idx="376">
                  <c:v>0.328977030126</c:v>
                </c:pt>
                <c:pt idx="377">
                  <c:v>0.329230938026</c:v>
                </c:pt>
                <c:pt idx="378">
                  <c:v>0.329490566582</c:v>
                </c:pt>
                <c:pt idx="379">
                  <c:v>0.329755863231</c:v>
                </c:pt>
                <c:pt idx="380">
                  <c:v>0.330026745777</c:v>
                </c:pt>
                <c:pt idx="381">
                  <c:v>0.33030310969</c:v>
                </c:pt>
                <c:pt idx="382">
                  <c:v>0.330584874973</c:v>
                </c:pt>
                <c:pt idx="383">
                  <c:v>0.330871952312</c:v>
                </c:pt>
                <c:pt idx="384">
                  <c:v>0.331164244057</c:v>
                </c:pt>
                <c:pt idx="385">
                  <c:v>0.331461652422</c:v>
                </c:pt>
                <c:pt idx="386">
                  <c:v>0.331764081367</c:v>
                </c:pt>
                <c:pt idx="387">
                  <c:v>0.332071415088</c:v>
                </c:pt>
                <c:pt idx="388">
                  <c:v>0.332383549562</c:v>
                </c:pt>
                <c:pt idx="389">
                  <c:v>0.33270036125</c:v>
                </c:pt>
                <c:pt idx="390">
                  <c:v>0.333021737575</c:v>
                </c:pt>
                <c:pt idx="391">
                  <c:v>0.333347586246</c:v>
                </c:pt>
                <c:pt idx="392">
                  <c:v>0.333677804753</c:v>
                </c:pt>
                <c:pt idx="393">
                  <c:v>0.334012262421</c:v>
                </c:pt>
                <c:pt idx="394">
                  <c:v>0.33435086948</c:v>
                </c:pt>
                <c:pt idx="395">
                  <c:v>0.334693454409</c:v>
                </c:pt>
                <c:pt idx="396">
                  <c:v>0.335039851334</c:v>
                </c:pt>
                <c:pt idx="397">
                  <c:v>0.335389929243</c:v>
                </c:pt>
                <c:pt idx="398">
                  <c:v>0.335743534801</c:v>
                </c:pt>
                <c:pt idx="399">
                  <c:v>0.33610051855</c:v>
                </c:pt>
                <c:pt idx="400">
                  <c:v>0.336460729161</c:v>
                </c:pt>
                <c:pt idx="401">
                  <c:v>0.336824003554</c:v>
                </c:pt>
                <c:pt idx="402">
                  <c:v>0.337190165956</c:v>
                </c:pt>
                <c:pt idx="403">
                  <c:v>0.337559048976</c:v>
                </c:pt>
                <c:pt idx="404">
                  <c:v>0.337930487889</c:v>
                </c:pt>
                <c:pt idx="405">
                  <c:v>0.338304349543</c:v>
                </c:pt>
                <c:pt idx="406">
                  <c:v>0.338680482205</c:v>
                </c:pt>
                <c:pt idx="407">
                  <c:v>0.339058715157</c:v>
                </c:pt>
                <c:pt idx="408">
                  <c:v>0.339438888916</c:v>
                </c:pt>
                <c:pt idx="409">
                  <c:v>0.339820825392</c:v>
                </c:pt>
                <c:pt idx="410">
                  <c:v>0.340204328276</c:v>
                </c:pt>
                <c:pt idx="411">
                  <c:v>0.340591034422</c:v>
                </c:pt>
                <c:pt idx="412">
                  <c:v>0.340989331832</c:v>
                </c:pt>
                <c:pt idx="413">
                  <c:v>0.341421588268</c:v>
                </c:pt>
                <c:pt idx="414">
                  <c:v>0.341926531208</c:v>
                </c:pt>
                <c:pt idx="415">
                  <c:v>0.342553786715</c:v>
                </c:pt>
                <c:pt idx="416">
                  <c:v>0.343351328001</c:v>
                </c:pt>
                <c:pt idx="417">
                  <c:v>0.344352660939</c:v>
                </c:pt>
                <c:pt idx="418">
                  <c:v>0.345576378095</c:v>
                </c:pt>
                <c:pt idx="419">
                  <c:v>0.347035991005</c:v>
                </c:pt>
                <c:pt idx="420">
                  <c:v>0.348750062975</c:v>
                </c:pt>
                <c:pt idx="421">
                  <c:v>0.350743236716</c:v>
                </c:pt>
                <c:pt idx="422">
                  <c:v>0.353036516563</c:v>
                </c:pt>
                <c:pt idx="423">
                  <c:v>0.355635638541</c:v>
                </c:pt>
                <c:pt idx="424">
                  <c:v>0.358525972655</c:v>
                </c:pt>
                <c:pt idx="425">
                  <c:v>0.361676426857</c:v>
                </c:pt>
                <c:pt idx="426">
                  <c:v>0.365049404303</c:v>
                </c:pt>
                <c:pt idx="427">
                  <c:v>0.368611826829</c:v>
                </c:pt>
                <c:pt idx="428">
                  <c:v>0.372343093007</c:v>
                </c:pt>
                <c:pt idx="429">
                  <c:v>0.37623782326</c:v>
                </c:pt>
                <c:pt idx="430">
                  <c:v>0.380302814549</c:v>
                </c:pt>
                <c:pt idx="431">
                  <c:v>0.384548490803</c:v>
                </c:pt>
                <c:pt idx="432">
                  <c:v>0.388976301452</c:v>
                </c:pt>
                <c:pt idx="433">
                  <c:v>0.393564785017</c:v>
                </c:pt>
                <c:pt idx="434">
                  <c:v>0.398257850748</c:v>
                </c:pt>
                <c:pt idx="435">
                  <c:v>0.40295851955</c:v>
                </c:pt>
                <c:pt idx="436">
                  <c:v>0.407529688818</c:v>
                </c:pt>
                <c:pt idx="437">
                  <c:v>0.411801376453</c:v>
                </c:pt>
                <c:pt idx="438">
                  <c:v>0.415582699585</c:v>
                </c:pt>
                <c:pt idx="439">
                  <c:v>0.418677127966</c:v>
                </c:pt>
                <c:pt idx="440">
                  <c:v>0.420900356947</c:v>
                </c:pt>
                <c:pt idx="441">
                  <c:v>0.422100009087</c:v>
                </c:pt>
                <c:pt idx="442">
                  <c:v>0.42217512161</c:v>
                </c:pt>
                <c:pt idx="443">
                  <c:v>0.421091964417</c:v>
                </c:pt>
                <c:pt idx="444">
                  <c:v>0.418892116243</c:v>
                </c:pt>
                <c:pt idx="445">
                  <c:v>0.415689634041</c:v>
                </c:pt>
                <c:pt idx="446">
                  <c:v>0.411656814746</c:v>
                </c:pt>
                <c:pt idx="447">
                  <c:v>0.407001555181</c:v>
                </c:pt>
                <c:pt idx="448">
                  <c:v>0.4019417029</c:v>
                </c:pt>
                <c:pt idx="449">
                  <c:v>0.396682356426</c:v>
                </c:pt>
                <c:pt idx="450">
                  <c:v>0.391399842103</c:v>
                </c:pt>
                <c:pt idx="451">
                  <c:v>0.386233548744</c:v>
                </c:pt>
                <c:pt idx="452">
                  <c:v>0.381284541027</c:v>
                </c:pt>
                <c:pt idx="453">
                  <c:v>0.376618845381</c:v>
                </c:pt>
                <c:pt idx="454">
                  <c:v>0.372273294558</c:v>
                </c:pt>
                <c:pt idx="455">
                  <c:v>0.36826221126</c:v>
                </c:pt>
                <c:pt idx="456">
                  <c:v>0.364583803174</c:v>
                </c:pt>
                <c:pt idx="457">
                  <c:v>0.361225586999</c:v>
                </c:pt>
                <c:pt idx="458">
                  <c:v>0.358168558531</c:v>
                </c:pt>
                <c:pt idx="459">
                  <c:v>0.355390123719</c:v>
                </c:pt>
                <c:pt idx="460">
                  <c:v>0.352866035222</c:v>
                </c:pt>
                <c:pt idx="461">
                  <c:v>0.350571682682</c:v>
                </c:pt>
                <c:pt idx="462">
                  <c:v>0.348483030671</c:v>
                </c:pt>
                <c:pt idx="463">
                  <c:v>0.346577347106</c:v>
                </c:pt>
                <c:pt idx="464">
                  <c:v>0.344833738697</c:v>
                </c:pt>
                <c:pt idx="465">
                  <c:v>0.343233469267</c:v>
                </c:pt>
                <c:pt idx="466">
                  <c:v>0.341760066836</c:v>
                </c:pt>
                <c:pt idx="467">
                  <c:v>0.340399260828</c:v>
                </c:pt>
                <c:pt idx="468">
                  <c:v>0.339138800273</c:v>
                </c:pt>
                <c:pt idx="469">
                  <c:v>0.337968200656</c:v>
                </c:pt>
                <c:pt idx="470">
                  <c:v>0.336878466934</c:v>
                </c:pt>
                <c:pt idx="471">
                  <c:v>0.335861839627</c:v>
                </c:pt>
                <c:pt idx="472">
                  <c:v>0.334911593008</c:v>
                </c:pt>
                <c:pt idx="473">
                  <c:v>0.334021887112</c:v>
                </c:pt>
                <c:pt idx="474">
                  <c:v>0.333187654329</c:v>
                </c:pt>
                <c:pt idx="475">
                  <c:v>0.332404499743</c:v>
                </c:pt>
                <c:pt idx="476">
                  <c:v>0.331668604029</c:v>
                </c:pt>
                <c:pt idx="477">
                  <c:v>0.330976605536</c:v>
                </c:pt>
                <c:pt idx="478">
                  <c:v>0.330325307383</c:v>
                </c:pt>
                <c:pt idx="479">
                  <c:v>0.329712235393</c:v>
                </c:pt>
                <c:pt idx="480">
                  <c:v>0.329135343868</c:v>
                </c:pt>
                <c:pt idx="481">
                  <c:v>0.328592541177</c:v>
                </c:pt>
                <c:pt idx="482">
                  <c:v>0.328081873403</c:v>
                </c:pt>
                <c:pt idx="483">
                  <c:v>0.327601472799</c:v>
                </c:pt>
                <c:pt idx="484">
                  <c:v>0.327149300981</c:v>
                </c:pt>
                <c:pt idx="485">
                  <c:v>0.32672366694</c:v>
                </c:pt>
                <c:pt idx="486">
                  <c:v>0.326323081714</c:v>
                </c:pt>
                <c:pt idx="487">
                  <c:v>0.325945924768</c:v>
                </c:pt>
                <c:pt idx="488">
                  <c:v>0.325590664652</c:v>
                </c:pt>
                <c:pt idx="489">
                  <c:v>0.32525587378</c:v>
                </c:pt>
                <c:pt idx="490">
                  <c:v>0.324940182825</c:v>
                </c:pt>
                <c:pt idx="491">
                  <c:v>0.324642492769</c:v>
                </c:pt>
                <c:pt idx="492">
                  <c:v>0.324361760819</c:v>
                </c:pt>
                <c:pt idx="493">
                  <c:v>0.324097061465</c:v>
                </c:pt>
                <c:pt idx="494">
                  <c:v>0.323847570731</c:v>
                </c:pt>
                <c:pt idx="495">
                  <c:v>0.323612541928</c:v>
                </c:pt>
                <c:pt idx="496">
                  <c:v>0.323391287719</c:v>
                </c:pt>
                <c:pt idx="497">
                  <c:v>0.323183176257</c:v>
                </c:pt>
                <c:pt idx="498">
                  <c:v>0.322987622969</c:v>
                </c:pt>
                <c:pt idx="499">
                  <c:v>0.322804114427</c:v>
                </c:pt>
                <c:pt idx="500">
                  <c:v>0.32263223894</c:v>
                </c:pt>
                <c:pt idx="501">
                  <c:v>0.322471623602</c:v>
                </c:pt>
                <c:pt idx="502">
                  <c:v>0.322321750887</c:v>
                </c:pt>
                <c:pt idx="503">
                  <c:v>0.32218192374</c:v>
                </c:pt>
                <c:pt idx="504">
                  <c:v>0.322051133389</c:v>
                </c:pt>
                <c:pt idx="505">
                  <c:v>0.321928598969</c:v>
                </c:pt>
                <c:pt idx="506">
                  <c:v>0.321814090743</c:v>
                </c:pt>
                <c:pt idx="507">
                  <c:v>0.321707796132</c:v>
                </c:pt>
                <c:pt idx="508">
                  <c:v>0.321609965603</c:v>
                </c:pt>
                <c:pt idx="509">
                  <c:v>0.321520594268</c:v>
                </c:pt>
                <c:pt idx="510">
                  <c:v>0.321439327646</c:v>
                </c:pt>
                <c:pt idx="511">
                  <c:v>0.32136557722</c:v>
                </c:pt>
                <c:pt idx="512">
                  <c:v>0.321298740195</c:v>
                </c:pt>
                <c:pt idx="513">
                  <c:v>0.321238409426</c:v>
                </c:pt>
                <c:pt idx="514">
                  <c:v>0.321184438931</c:v>
                </c:pt>
                <c:pt idx="515">
                  <c:v>0.321136793583</c:v>
                </c:pt>
                <c:pt idx="516">
                  <c:v>0.321095290968</c:v>
                </c:pt>
                <c:pt idx="517">
                  <c:v>0.321059466276</c:v>
                </c:pt>
                <c:pt idx="518">
                  <c:v>0.321028680561</c:v>
                </c:pt>
                <c:pt idx="519">
                  <c:v>0.321002380351</c:v>
                </c:pt>
                <c:pt idx="520">
                  <c:v>0.320980221166</c:v>
                </c:pt>
                <c:pt idx="521">
                  <c:v>0.320961916674</c:v>
                </c:pt>
                <c:pt idx="522">
                  <c:v>0.32094735178</c:v>
                </c:pt>
                <c:pt idx="523">
                  <c:v>0.320936493099</c:v>
                </c:pt>
                <c:pt idx="524">
                  <c:v>0.320929359415</c:v>
                </c:pt>
                <c:pt idx="525">
                  <c:v>0.320926010773</c:v>
                </c:pt>
                <c:pt idx="526">
                  <c:v>0.320926505474</c:v>
                </c:pt>
                <c:pt idx="527">
                  <c:v>0.320930842099</c:v>
                </c:pt>
                <c:pt idx="528">
                  <c:v>0.320938930295</c:v>
                </c:pt>
                <c:pt idx="529">
                  <c:v>0.32095061484</c:v>
                </c:pt>
                <c:pt idx="530">
                  <c:v>0.320965735561</c:v>
                </c:pt>
                <c:pt idx="531">
                  <c:v>0.320984178799</c:v>
                </c:pt>
                <c:pt idx="532">
                  <c:v>0.321005890677</c:v>
                </c:pt>
                <c:pt idx="533">
                  <c:v>0.321030858528</c:v>
                </c:pt>
                <c:pt idx="534">
                  <c:v>0.321059087623</c:v>
                </c:pt>
                <c:pt idx="535">
                  <c:v>0.321090592872</c:v>
                </c:pt>
                <c:pt idx="536">
                  <c:v>0.32112540496</c:v>
                </c:pt>
                <c:pt idx="537">
                  <c:v>0.321163579738</c:v>
                </c:pt>
                <c:pt idx="538">
                  <c:v>0.321205204935</c:v>
                </c:pt>
                <c:pt idx="539">
                  <c:v>0.321250414783</c:v>
                </c:pt>
                <c:pt idx="540">
                  <c:v>0.321299458329</c:v>
                </c:pt>
                <c:pt idx="541">
                  <c:v>0.321352559897</c:v>
                </c:pt>
                <c:pt idx="542">
                  <c:v>0.321410031937</c:v>
                </c:pt>
                <c:pt idx="543">
                  <c:v>0.321472316588</c:v>
                </c:pt>
                <c:pt idx="544">
                  <c:v>0.321539929161</c:v>
                </c:pt>
                <c:pt idx="545">
                  <c:v>0.321613443535</c:v>
                </c:pt>
                <c:pt idx="546">
                  <c:v>0.321693485561</c:v>
                </c:pt>
                <c:pt idx="547">
                  <c:v>0.321780731919</c:v>
                </c:pt>
                <c:pt idx="548">
                  <c:v>0.3218759085</c:v>
                </c:pt>
                <c:pt idx="549">
                  <c:v>0.321979784547</c:v>
                </c:pt>
                <c:pt idx="550">
                  <c:v>0.322093171085</c:v>
                </c:pt>
                <c:pt idx="551">
                  <c:v>0.322216744338</c:v>
                </c:pt>
                <c:pt idx="552">
                  <c:v>0.322350686568</c:v>
                </c:pt>
                <c:pt idx="553">
                  <c:v>0.322494598467</c:v>
                </c:pt>
                <c:pt idx="554">
                  <c:v>0.322647692684</c:v>
                </c:pt>
                <c:pt idx="555">
                  <c:v>0.322809065918</c:v>
                </c:pt>
                <c:pt idx="556">
                  <c:v>0.322978150504</c:v>
                </c:pt>
                <c:pt idx="557">
                  <c:v>0.323154553464</c:v>
                </c:pt>
                <c:pt idx="558">
                  <c:v>0.323337373507</c:v>
                </c:pt>
                <c:pt idx="559">
                  <c:v>0.323524475028</c:v>
                </c:pt>
                <c:pt idx="560">
                  <c:v>0.323712583753</c:v>
                </c:pt>
                <c:pt idx="561">
                  <c:v>0.323897161844</c:v>
                </c:pt>
                <c:pt idx="562">
                  <c:v>0.324072841919</c:v>
                </c:pt>
                <c:pt idx="563">
                  <c:v>0.324234554026</c:v>
                </c:pt>
                <c:pt idx="564">
                  <c:v>0.324378979454</c:v>
                </c:pt>
                <c:pt idx="565">
                  <c:v>0.324505846733</c:v>
                </c:pt>
                <c:pt idx="566">
                  <c:v>0.324617502899</c:v>
                </c:pt>
                <c:pt idx="567">
                  <c:v>0.324717098617</c:v>
                </c:pt>
                <c:pt idx="568">
                  <c:v>0.324806543124</c:v>
                </c:pt>
                <c:pt idx="569">
                  <c:v>0.324886123354</c:v>
                </c:pt>
                <c:pt idx="570">
                  <c:v>0.3249560595</c:v>
                </c:pt>
                <c:pt idx="571">
                  <c:v>0.325018008566</c:v>
                </c:pt>
                <c:pt idx="572">
                  <c:v>0.325074923554</c:v>
                </c:pt>
                <c:pt idx="573">
                  <c:v>0.325129737423</c:v>
                </c:pt>
                <c:pt idx="574">
                  <c:v>0.32518426029</c:v>
                </c:pt>
                <c:pt idx="575">
                  <c:v>0.325238934655</c:v>
                </c:pt>
                <c:pt idx="576">
                  <c:v>0.325293130674</c:v>
                </c:pt>
                <c:pt idx="577">
                  <c:v>0.325345544266</c:v>
                </c:pt>
                <c:pt idx="578">
                  <c:v>0.325394616959</c:v>
                </c:pt>
                <c:pt idx="579">
                  <c:v>0.325439010321</c:v>
                </c:pt>
                <c:pt idx="580">
                  <c:v>0.325478054483</c:v>
                </c:pt>
                <c:pt idx="581">
                  <c:v>0.325511979879</c:v>
                </c:pt>
                <c:pt idx="582">
                  <c:v>0.32554177333</c:v>
                </c:pt>
                <c:pt idx="583">
                  <c:v>0.325568675417</c:v>
                </c:pt>
                <c:pt idx="584">
                  <c:v>0.325593585917</c:v>
                </c:pt>
                <c:pt idx="585">
                  <c:v>0.325616742497</c:v>
                </c:pt>
                <c:pt idx="586">
                  <c:v>0.325637797634</c:v>
                </c:pt>
                <c:pt idx="587">
                  <c:v>0.325656094156</c:v>
                </c:pt>
                <c:pt idx="588">
                  <c:v>0.325670872868</c:v>
                </c:pt>
                <c:pt idx="589">
                  <c:v>0.325681350007</c:v>
                </c:pt>
                <c:pt idx="590">
                  <c:v>0.325686746467</c:v>
                </c:pt>
                <c:pt idx="591">
                  <c:v>0.325686322829</c:v>
                </c:pt>
                <c:pt idx="592">
                  <c:v>0.325679402927</c:v>
                </c:pt>
                <c:pt idx="593">
                  <c:v>0.325665369026</c:v>
                </c:pt>
                <c:pt idx="594">
                  <c:v>0.325643636948</c:v>
                </c:pt>
                <c:pt idx="595">
                  <c:v>0.325613623891</c:v>
                </c:pt>
                <c:pt idx="596">
                  <c:v>0.325574720096</c:v>
                </c:pt>
                <c:pt idx="597">
                  <c:v>0.325526279835</c:v>
                </c:pt>
                <c:pt idx="598">
                  <c:v>0.325467636984</c:v>
                </c:pt>
                <c:pt idx="599">
                  <c:v>0.325398134615</c:v>
                </c:pt>
                <c:pt idx="600">
                  <c:v>0.325317154252</c:v>
                </c:pt>
                <c:pt idx="601">
                  <c:v>0.32522414019</c:v>
                </c:pt>
                <c:pt idx="602">
                  <c:v>0.325118623687</c:v>
                </c:pt>
                <c:pt idx="603">
                  <c:v>0.325000239433</c:v>
                </c:pt>
                <c:pt idx="604">
                  <c:v>0.324868721793</c:v>
                </c:pt>
                <c:pt idx="605">
                  <c:v>0.32472387483</c:v>
                </c:pt>
                <c:pt idx="606">
                  <c:v>0.324565534391</c:v>
                </c:pt>
                <c:pt idx="607">
                  <c:v>0.324393544002</c:v>
                </c:pt>
                <c:pt idx="608">
                  <c:v>0.324207764974</c:v>
                </c:pt>
                <c:pt idx="609">
                  <c:v>0.324008121807</c:v>
                </c:pt>
                <c:pt idx="610">
                  <c:v>0.323794660123</c:v>
                </c:pt>
                <c:pt idx="611">
                  <c:v>0.323567585298</c:v>
                </c:pt>
                <c:pt idx="612">
                  <c:v>0.323327265182</c:v>
                </c:pt>
                <c:pt idx="613">
                  <c:v>0.323074201664</c:v>
                </c:pt>
                <c:pt idx="614">
                  <c:v>0.322808988163</c:v>
                </c:pt>
                <c:pt idx="615">
                  <c:v>0.322532265919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0.000386090827246</c:v>
                </c:pt>
                <c:pt idx="1">
                  <c:v>0.000516479654289</c:v>
                </c:pt>
                <c:pt idx="2">
                  <c:v>0.000670039913312</c:v>
                </c:pt>
                <c:pt idx="3">
                  <c:v>0.000856623080307</c:v>
                </c:pt>
                <c:pt idx="4">
                  <c:v>0.00109726216223</c:v>
                </c:pt>
                <c:pt idx="5">
                  <c:v>0.00142791395983</c:v>
                </c:pt>
                <c:pt idx="6">
                  <c:v>0.00189998292924</c:v>
                </c:pt>
                <c:pt idx="7">
                  <c:v>0.00257724712205</c:v>
                </c:pt>
                <c:pt idx="8">
                  <c:v>0.00353230980216</c:v>
                </c:pt>
                <c:pt idx="9">
                  <c:v>0.00484777555862</c:v>
                </c:pt>
                <c:pt idx="10">
                  <c:v>0.00662219618834</c:v>
                </c:pt>
                <c:pt idx="11">
                  <c:v>0.0089715317669</c:v>
                </c:pt>
                <c:pt idx="12">
                  <c:v>0.0120156183487</c:v>
                </c:pt>
                <c:pt idx="13">
                  <c:v>0.0158494770825</c:v>
                </c:pt>
                <c:pt idx="14">
                  <c:v>0.0205119040762</c:v>
                </c:pt>
                <c:pt idx="15">
                  <c:v>0.0259678372925</c:v>
                </c:pt>
                <c:pt idx="16">
                  <c:v>0.0321134364173</c:v>
                </c:pt>
                <c:pt idx="17">
                  <c:v>0.0387999575018</c:v>
                </c:pt>
                <c:pt idx="18">
                  <c:v>0.0458639147535</c:v>
                </c:pt>
                <c:pt idx="19">
                  <c:v>0.0531513114113</c:v>
                </c:pt>
                <c:pt idx="20">
                  <c:v>0.0605302823249</c:v>
                </c:pt>
                <c:pt idx="21">
                  <c:v>0.0678939664169</c:v>
                </c:pt>
                <c:pt idx="22">
                  <c:v>0.0751600429568</c:v>
                </c:pt>
                <c:pt idx="23">
                  <c:v>0.0822732728889</c:v>
                </c:pt>
                <c:pt idx="24">
                  <c:v>0.0892128365499</c:v>
                </c:pt>
                <c:pt idx="25">
                  <c:v>0.0960007201757</c:v>
                </c:pt>
                <c:pt idx="26">
                  <c:v>0.102705208332</c:v>
                </c:pt>
                <c:pt idx="27">
                  <c:v>0.109435962751</c:v>
                </c:pt>
                <c:pt idx="28">
                  <c:v>0.116331440137</c:v>
                </c:pt>
                <c:pt idx="29">
                  <c:v>0.123542149649</c:v>
                </c:pt>
                <c:pt idx="30">
                  <c:v>0.1312134681</c:v>
                </c:pt>
                <c:pt idx="31">
                  <c:v>0.139470466745</c:v>
                </c:pt>
                <c:pt idx="32">
                  <c:v>0.14840582654</c:v>
                </c:pt>
                <c:pt idx="33">
                  <c:v>0.158071081524</c:v>
                </c:pt>
                <c:pt idx="34">
                  <c:v>0.168471216077</c:v>
                </c:pt>
                <c:pt idx="35">
                  <c:v>0.179562872022</c:v>
                </c:pt>
                <c:pt idx="36">
                  <c:v>0.191256378556</c:v>
                </c:pt>
                <c:pt idx="37">
                  <c:v>0.20342149543</c:v>
                </c:pt>
                <c:pt idx="38">
                  <c:v>0.215896411071</c:v>
                </c:pt>
                <c:pt idx="39">
                  <c:v>0.228498272336</c:v>
                </c:pt>
                <c:pt idx="40">
                  <c:v>0.241034026137</c:v>
                </c:pt>
                <c:pt idx="41">
                  <c:v>0.253310301055</c:v>
                </c:pt>
                <c:pt idx="42">
                  <c:v>0.265141717458</c:v>
                </c:pt>
                <c:pt idx="43">
                  <c:v>0.276357410413</c:v>
                </c:pt>
                <c:pt idx="44">
                  <c:v>0.286805758668</c:v>
                </c:pt>
                <c:pt idx="45">
                  <c:v>0.296357715854</c:v>
                </c:pt>
                <c:pt idx="46">
                  <c:v>0.304909123909</c:v>
                </c:pt>
                <c:pt idx="47">
                  <c:v>0.312382588573</c:v>
                </c:pt>
                <c:pt idx="48">
                  <c:v>0.318729001563</c:v>
                </c:pt>
                <c:pt idx="49">
                  <c:v>0.323928422162</c:v>
                </c:pt>
                <c:pt idx="50">
                  <c:v>0.3279896712</c:v>
                </c:pt>
                <c:pt idx="51">
                  <c:v>0.330948105203</c:v>
                </c:pt>
                <c:pt idx="52">
                  <c:v>0.332861580003</c:v>
                </c:pt>
                <c:pt idx="53">
                  <c:v>0.333805255925</c:v>
                </c:pt>
                <c:pt idx="54">
                  <c:v>0.333866194098</c:v>
                </c:pt>
                <c:pt idx="55">
                  <c:v>0.333138521328</c:v>
                </c:pt>
                <c:pt idx="56">
                  <c:v>0.331719514221</c:v>
                </c:pt>
                <c:pt idx="57">
                  <c:v>0.329706571253</c:v>
                </c:pt>
                <c:pt idx="58">
                  <c:v>0.327194856379</c:v>
                </c:pt>
                <c:pt idx="59">
                  <c:v>0.324275401206</c:v>
                </c:pt>
                <c:pt idx="60">
                  <c:v>0.321033556736</c:v>
                </c:pt>
                <c:pt idx="61">
                  <c:v>0.317547800061</c:v>
                </c:pt>
                <c:pt idx="62">
                  <c:v>0.313888953885</c:v>
                </c:pt>
                <c:pt idx="63">
                  <c:v>0.310119839428</c:v>
                </c:pt>
                <c:pt idx="64">
                  <c:v>0.306295307113</c:v>
                </c:pt>
                <c:pt idx="65">
                  <c:v>0.302462531617</c:v>
                </c:pt>
                <c:pt idx="66">
                  <c:v>0.298661458528</c:v>
                </c:pt>
                <c:pt idx="67">
                  <c:v>0.294925329254</c:v>
                </c:pt>
                <c:pt idx="68">
                  <c:v>0.29128124671</c:v>
                </c:pt>
                <c:pt idx="69">
                  <c:v>0.287750756653</c:v>
                </c:pt>
                <c:pt idx="70">
                  <c:v>0.284350413848</c:v>
                </c:pt>
                <c:pt idx="71">
                  <c:v>0.281092316222</c:v>
                </c:pt>
                <c:pt idx="72">
                  <c:v>0.277984607381</c:v>
                </c:pt>
                <c:pt idx="73">
                  <c:v>0.275031969931</c:v>
                </c:pt>
                <c:pt idx="74">
                  <c:v>0.272236129173</c:v>
                </c:pt>
                <c:pt idx="75">
                  <c:v>0.269596369094</c:v>
                </c:pt>
                <c:pt idx="76">
                  <c:v>0.267110042346</c:v>
                </c:pt>
                <c:pt idx="77">
                  <c:v>0.264773048522</c:v>
                </c:pt>
                <c:pt idx="78">
                  <c:v>0.262580260517</c:v>
                </c:pt>
                <c:pt idx="79">
                  <c:v>0.260525886634</c:v>
                </c:pt>
                <c:pt idx="80">
                  <c:v>0.258603765537</c:v>
                </c:pt>
                <c:pt idx="81">
                  <c:v>0.256807591827</c:v>
                </c:pt>
                <c:pt idx="82">
                  <c:v>0.255131075846</c:v>
                </c:pt>
                <c:pt idx="83">
                  <c:v>0.253568044707</c:v>
                </c:pt>
                <c:pt idx="84">
                  <c:v>0.252112503124</c:v>
                </c:pt>
                <c:pt idx="85">
                  <c:v>0.250758673648</c:v>
                </c:pt>
                <c:pt idx="86">
                  <c:v>0.24950102499</c:v>
                </c:pt>
                <c:pt idx="87">
                  <c:v>0.248334296971</c:v>
                </c:pt>
                <c:pt idx="88">
                  <c:v>0.247253545477</c:v>
                </c:pt>
                <c:pt idx="89">
                  <c:v>0.246254209054</c:v>
                </c:pt>
                <c:pt idx="90">
                  <c:v>0.245332123808</c:v>
                </c:pt>
                <c:pt idx="91">
                  <c:v>0.244483394727</c:v>
                </c:pt>
                <c:pt idx="92">
                  <c:v>0.243704177121</c:v>
                </c:pt>
                <c:pt idx="93">
                  <c:v>0.24299058901</c:v>
                </c:pt>
                <c:pt idx="94">
                  <c:v>0.242338928027</c:v>
                </c:pt>
                <c:pt idx="95">
                  <c:v>0.241746077846</c:v>
                </c:pt>
                <c:pt idx="96">
                  <c:v>0.241209755487</c:v>
                </c:pt>
                <c:pt idx="97">
                  <c:v>0.240728362214</c:v>
                </c:pt>
                <c:pt idx="98">
                  <c:v>0.240300539141</c:v>
                </c:pt>
                <c:pt idx="99">
                  <c:v>0.239924748555</c:v>
                </c:pt>
                <c:pt idx="100">
                  <c:v>0.239599129851</c:v>
                </c:pt>
                <c:pt idx="101">
                  <c:v>0.239321647088</c:v>
                </c:pt>
                <c:pt idx="102">
                  <c:v>0.239090365167</c:v>
                </c:pt>
                <c:pt idx="103">
                  <c:v>0.23890364948</c:v>
                </c:pt>
                <c:pt idx="104">
                  <c:v>0.238760162629</c:v>
                </c:pt>
                <c:pt idx="105">
                  <c:v>0.238658688972</c:v>
                </c:pt>
                <c:pt idx="106">
                  <c:v>0.238597949035</c:v>
                </c:pt>
                <c:pt idx="107">
                  <c:v>0.238576557512</c:v>
                </c:pt>
                <c:pt idx="108">
                  <c:v>0.23859313428</c:v>
                </c:pt>
                <c:pt idx="109">
                  <c:v>0.238646443048</c:v>
                </c:pt>
                <c:pt idx="110">
                  <c:v>0.238735436254</c:v>
                </c:pt>
                <c:pt idx="111">
                  <c:v>0.238859192932</c:v>
                </c:pt>
                <c:pt idx="112">
                  <c:v>0.239016817779</c:v>
                </c:pt>
                <c:pt idx="113">
                  <c:v>0.239207363679</c:v>
                </c:pt>
                <c:pt idx="114">
                  <c:v>0.23942979262</c:v>
                </c:pt>
                <c:pt idx="115">
                  <c:v>0.239682965084</c:v>
                </c:pt>
                <c:pt idx="116">
                  <c:v>0.239965652836</c:v>
                </c:pt>
                <c:pt idx="117">
                  <c:v>0.240276573759</c:v>
                </c:pt>
                <c:pt idx="118">
                  <c:v>0.240614435252</c:v>
                </c:pt>
                <c:pt idx="119">
                  <c:v>0.240977960496</c:v>
                </c:pt>
                <c:pt idx="120">
                  <c:v>0.241365879433</c:v>
                </c:pt>
                <c:pt idx="121">
                  <c:v>0.24177689147</c:v>
                </c:pt>
                <c:pt idx="122">
                  <c:v>0.242209626177</c:v>
                </c:pt>
                <c:pt idx="123">
                  <c:v>0.242662623676</c:v>
                </c:pt>
                <c:pt idx="124">
                  <c:v>0.243134335001</c:v>
                </c:pt>
                <c:pt idx="125">
                  <c:v>0.243623126615</c:v>
                </c:pt>
                <c:pt idx="126">
                  <c:v>0.244127275373</c:v>
                </c:pt>
                <c:pt idx="127">
                  <c:v>0.244644951618</c:v>
                </c:pt>
                <c:pt idx="128">
                  <c:v>0.245174193068</c:v>
                </c:pt>
                <c:pt idx="129">
                  <c:v>0.24571286695</c:v>
                </c:pt>
                <c:pt idx="130">
                  <c:v>0.246258614889</c:v>
                </c:pt>
                <c:pt idx="131">
                  <c:v>0.246808784398</c:v>
                </c:pt>
                <c:pt idx="132">
                  <c:v>0.24736036614</c:v>
                </c:pt>
                <c:pt idx="133">
                  <c:v>0.247909959114</c:v>
                </c:pt>
                <c:pt idx="134">
                  <c:v>0.248453770632</c:v>
                </c:pt>
                <c:pt idx="135">
                  <c:v>0.24898763854</c:v>
                </c:pt>
                <c:pt idx="136">
                  <c:v>0.249507058268</c:v>
                </c:pt>
                <c:pt idx="137">
                  <c:v>0.250007208548</c:v>
                </c:pt>
                <c:pt idx="138">
                  <c:v>0.250482983999</c:v>
                </c:pt>
                <c:pt idx="139">
                  <c:v>0.250929048963</c:v>
                </c:pt>
                <c:pt idx="140">
                  <c:v>0.251339894453</c:v>
                </c:pt>
                <c:pt idx="141">
                  <c:v>0.25171039608</c:v>
                </c:pt>
                <c:pt idx="142">
                  <c:v>0.252037354238</c:v>
                </c:pt>
                <c:pt idx="143">
                  <c:v>0.252320078716</c:v>
                </c:pt>
                <c:pt idx="144">
                  <c:v>0.252568098053</c:v>
                </c:pt>
                <c:pt idx="145">
                  <c:v>0.252786668167</c:v>
                </c:pt>
                <c:pt idx="146">
                  <c:v>0.252976244878</c:v>
                </c:pt>
                <c:pt idx="147">
                  <c:v>0.253137209389</c:v>
                </c:pt>
                <c:pt idx="148">
                  <c:v>0.25327122168</c:v>
                </c:pt>
                <c:pt idx="149">
                  <c:v>0.253382672447</c:v>
                </c:pt>
                <c:pt idx="150">
                  <c:v>0.253479065464</c:v>
                </c:pt>
                <c:pt idx="151">
                  <c:v>0.253571281469</c:v>
                </c:pt>
                <c:pt idx="152">
                  <c:v>0.253672817156</c:v>
                </c:pt>
                <c:pt idx="153">
                  <c:v>0.253797274795</c:v>
                </c:pt>
                <c:pt idx="154">
                  <c:v>0.25395437281</c:v>
                </c:pt>
                <c:pt idx="155">
                  <c:v>0.254146141377</c:v>
                </c:pt>
                <c:pt idx="156">
                  <c:v>0.254367601265</c:v>
                </c:pt>
                <c:pt idx="157">
                  <c:v>0.254611332032</c:v>
                </c:pt>
                <c:pt idx="158">
                  <c:v>0.254877441644</c:v>
                </c:pt>
                <c:pt idx="159">
                  <c:v>0.255165641885</c:v>
                </c:pt>
                <c:pt idx="160">
                  <c:v>0.255477966751</c:v>
                </c:pt>
                <c:pt idx="161">
                  <c:v>0.255811779469</c:v>
                </c:pt>
                <c:pt idx="162">
                  <c:v>0.256157929352</c:v>
                </c:pt>
                <c:pt idx="163">
                  <c:v>0.256504260939</c:v>
                </c:pt>
                <c:pt idx="164">
                  <c:v>0.256840878058</c:v>
                </c:pt>
                <c:pt idx="165">
                  <c:v>0.257163423827</c:v>
                </c:pt>
                <c:pt idx="166">
                  <c:v>0.257473371653</c:v>
                </c:pt>
                <c:pt idx="167">
                  <c:v>0.257776377582</c:v>
                </c:pt>
                <c:pt idx="168">
                  <c:v>0.258079866584</c:v>
                </c:pt>
                <c:pt idx="169">
                  <c:v>0.258390497218</c:v>
                </c:pt>
                <c:pt idx="170">
                  <c:v>0.258711931039</c:v>
                </c:pt>
                <c:pt idx="171">
                  <c:v>0.259043592674</c:v>
                </c:pt>
                <c:pt idx="172">
                  <c:v>0.259381022731</c:v>
                </c:pt>
                <c:pt idx="173">
                  <c:v>0.259717783147</c:v>
                </c:pt>
                <c:pt idx="174">
                  <c:v>0.260048005777</c:v>
                </c:pt>
                <c:pt idx="175">
                  <c:v>0.260368274649</c:v>
                </c:pt>
                <c:pt idx="176">
                  <c:v>0.26067801019</c:v>
                </c:pt>
                <c:pt idx="177">
                  <c:v>0.260978631015</c:v>
                </c:pt>
                <c:pt idx="178">
                  <c:v>0.261272379071</c:v>
                </c:pt>
                <c:pt idx="179">
                  <c:v>0.261561483553</c:v>
                </c:pt>
                <c:pt idx="180">
                  <c:v>0.261847788068</c:v>
                </c:pt>
                <c:pt idx="181">
                  <c:v>0.262132639138</c:v>
                </c:pt>
                <c:pt idx="182">
                  <c:v>0.262416878565</c:v>
                </c:pt>
                <c:pt idx="183">
                  <c:v>0.262700895899</c:v>
                </c:pt>
                <c:pt idx="184">
                  <c:v>0.262984731582</c:v>
                </c:pt>
                <c:pt idx="185">
                  <c:v>0.263268219631</c:v>
                </c:pt>
                <c:pt idx="186">
                  <c:v>0.263551151288</c:v>
                </c:pt>
                <c:pt idx="187">
                  <c:v>0.263833421978</c:v>
                </c:pt>
                <c:pt idx="188">
                  <c:v>0.2641151309</c:v>
                </c:pt>
                <c:pt idx="189">
                  <c:v>0.26439659827</c:v>
                </c:pt>
                <c:pt idx="190">
                  <c:v>0.264678345303</c:v>
                </c:pt>
                <c:pt idx="191">
                  <c:v>0.264961007685</c:v>
                </c:pt>
                <c:pt idx="192">
                  <c:v>0.265245181417</c:v>
                </c:pt>
                <c:pt idx="193">
                  <c:v>0.265531190107</c:v>
                </c:pt>
                <c:pt idx="194">
                  <c:v>0.265818874526</c:v>
                </c:pt>
                <c:pt idx="195">
                  <c:v>0.266107488434</c:v>
                </c:pt>
                <c:pt idx="196">
                  <c:v>0.266395829802</c:v>
                </c:pt>
                <c:pt idx="197">
                  <c:v>0.266682582132</c:v>
                </c:pt>
                <c:pt idx="198">
                  <c:v>0.266966748176</c:v>
                </c:pt>
                <c:pt idx="199">
                  <c:v>0.267247983911</c:v>
                </c:pt>
                <c:pt idx="200">
                  <c:v>0.267526688291</c:v>
                </c:pt>
                <c:pt idx="201">
                  <c:v>0.267803836036</c:v>
                </c:pt>
                <c:pt idx="202">
                  <c:v>0.268080664138</c:v>
                </c:pt>
                <c:pt idx="203">
                  <c:v>0.268358337809</c:v>
                </c:pt>
                <c:pt idx="204">
                  <c:v>0.268637709569</c:v>
                </c:pt>
                <c:pt idx="205">
                  <c:v>0.268919200115</c:v>
                </c:pt>
                <c:pt idx="206">
                  <c:v>0.269202815398</c:v>
                </c:pt>
                <c:pt idx="207">
                  <c:v>0.269488264159</c:v>
                </c:pt>
                <c:pt idx="208">
                  <c:v>0.269775114385</c:v>
                </c:pt>
                <c:pt idx="209">
                  <c:v>0.270062920412</c:v>
                </c:pt>
                <c:pt idx="210">
                  <c:v>0.270351282194</c:v>
                </c:pt>
                <c:pt idx="211">
                  <c:v>0.270639843072</c:v>
                </c:pt>
                <c:pt idx="212">
                  <c:v>0.270928264516</c:v>
                </c:pt>
                <c:pt idx="213">
                  <c:v>0.271216215704</c:v>
                </c:pt>
                <c:pt idx="214">
                  <c:v>0.271503380256</c:v>
                </c:pt>
                <c:pt idx="215">
                  <c:v>0.271789477884</c:v>
                </c:pt>
                <c:pt idx="216">
                  <c:v>0.272074278908</c:v>
                </c:pt>
                <c:pt idx="217">
                  <c:v>0.27235761137</c:v>
                </c:pt>
                <c:pt idx="218">
                  <c:v>0.272639366466</c:v>
                </c:pt>
                <c:pt idx="219">
                  <c:v>0.272919508932</c:v>
                </c:pt>
                <c:pt idx="220">
                  <c:v>0.273198090006</c:v>
                </c:pt>
                <c:pt idx="221">
                  <c:v>0.273475254427</c:v>
                </c:pt>
                <c:pt idx="222">
                  <c:v>0.273751235881</c:v>
                </c:pt>
                <c:pt idx="223">
                  <c:v>0.274026341349</c:v>
                </c:pt>
                <c:pt idx="224">
                  <c:v>0.274300923397</c:v>
                </c:pt>
                <c:pt idx="225">
                  <c:v>0.274575338753</c:v>
                </c:pt>
                <c:pt idx="226">
                  <c:v>0.274849893684</c:v>
                </c:pt>
                <c:pt idx="227">
                  <c:v>0.275124806947</c:v>
                </c:pt>
                <c:pt idx="228">
                  <c:v>0.275400207169</c:v>
                </c:pt>
                <c:pt idx="229">
                  <c:v>0.275676166135</c:v>
                </c:pt>
                <c:pt idx="230">
                  <c:v>0.275952730793</c:v>
                </c:pt>
                <c:pt idx="231">
                  <c:v>0.276229924745</c:v>
                </c:pt>
                <c:pt idx="232">
                  <c:v>0.276507728102</c:v>
                </c:pt>
                <c:pt idx="233">
                  <c:v>0.276786069393</c:v>
                </c:pt>
                <c:pt idx="234">
                  <c:v>0.277064843718</c:v>
                </c:pt>
                <c:pt idx="235">
                  <c:v>0.277343944985</c:v>
                </c:pt>
                <c:pt idx="236">
                  <c:v>0.277623321314</c:v>
                </c:pt>
                <c:pt idx="237">
                  <c:v>0.277903081783</c:v>
                </c:pt>
                <c:pt idx="238">
                  <c:v>0.278183624999</c:v>
                </c:pt>
                <c:pt idx="239">
                  <c:v>0.278465634086</c:v>
                </c:pt>
                <c:pt idx="240">
                  <c:v>0.278749798323</c:v>
                </c:pt>
                <c:pt idx="241">
                  <c:v>0.279036354741</c:v>
                </c:pt>
                <c:pt idx="242">
                  <c:v>0.279324800282</c:v>
                </c:pt>
                <c:pt idx="243">
                  <c:v>0.279614041695</c:v>
                </c:pt>
                <c:pt idx="244">
                  <c:v>0.279902963454</c:v>
                </c:pt>
                <c:pt idx="245">
                  <c:v>0.280191016835</c:v>
                </c:pt>
                <c:pt idx="246">
                  <c:v>0.280478450163</c:v>
                </c:pt>
                <c:pt idx="247">
                  <c:v>0.280766070164</c:v>
                </c:pt>
                <c:pt idx="248">
                  <c:v>0.28105470634</c:v>
                </c:pt>
                <c:pt idx="249">
                  <c:v>0.281344736172</c:v>
                </c:pt>
                <c:pt idx="250">
                  <c:v>0.281635934811</c:v>
                </c:pt>
                <c:pt idx="251">
                  <c:v>0.281927743379</c:v>
                </c:pt>
                <c:pt idx="252">
                  <c:v>0.282219749472</c:v>
                </c:pt>
                <c:pt idx="253">
                  <c:v>0.282512025648</c:v>
                </c:pt>
                <c:pt idx="254">
                  <c:v>0.282805087281</c:v>
                </c:pt>
                <c:pt idx="255">
                  <c:v>0.283099540296</c:v>
                </c:pt>
                <c:pt idx="256">
                  <c:v>0.283395707785</c:v>
                </c:pt>
                <c:pt idx="257">
                  <c:v>0.283693483567</c:v>
                </c:pt>
                <c:pt idx="258">
                  <c:v>0.283992425209</c:v>
                </c:pt>
                <c:pt idx="259">
                  <c:v>0.284291932669</c:v>
                </c:pt>
                <c:pt idx="260">
                  <c:v>0.284591378634</c:v>
                </c:pt>
                <c:pt idx="261">
                  <c:v>0.284890181163</c:v>
                </c:pt>
                <c:pt idx="262">
                  <c:v>0.285187882609</c:v>
                </c:pt>
                <c:pt idx="263">
                  <c:v>0.285484247491</c:v>
                </c:pt>
                <c:pt idx="264">
                  <c:v>0.285779324853</c:v>
                </c:pt>
                <c:pt idx="265">
                  <c:v>0.286073401121</c:v>
                </c:pt>
                <c:pt idx="266">
                  <c:v>0.286366841138</c:v>
                </c:pt>
                <c:pt idx="267">
                  <c:v>0.286659912944</c:v>
                </c:pt>
                <c:pt idx="268">
                  <c:v>0.286952701343</c:v>
                </c:pt>
                <c:pt idx="269">
                  <c:v>0.287245159118</c:v>
                </c:pt>
                <c:pt idx="270">
                  <c:v>0.28753722464</c:v>
                </c:pt>
                <c:pt idx="271">
                  <c:v>0.287828937921</c:v>
                </c:pt>
                <c:pt idx="272">
                  <c:v>0.288120473614</c:v>
                </c:pt>
                <c:pt idx="273">
                  <c:v>0.288412110232</c:v>
                </c:pt>
                <c:pt idx="274">
                  <c:v>0.288704165633</c:v>
                </c:pt>
                <c:pt idx="275">
                  <c:v>0.288996930109</c:v>
                </c:pt>
                <c:pt idx="276">
                  <c:v>0.289290607847</c:v>
                </c:pt>
                <c:pt idx="277">
                  <c:v>0.289585273649</c:v>
                </c:pt>
                <c:pt idx="278">
                  <c:v>0.289880860856</c:v>
                </c:pt>
                <c:pt idx="279">
                  <c:v>0.29017719489</c:v>
                </c:pt>
                <c:pt idx="280">
                  <c:v>0.290474064446</c:v>
                </c:pt>
                <c:pt idx="281">
                  <c:v>0.29077129565</c:v>
                </c:pt>
                <c:pt idx="282">
                  <c:v>0.29106879052</c:v>
                </c:pt>
                <c:pt idx="283">
                  <c:v>0.29136651561</c:v>
                </c:pt>
                <c:pt idx="284">
                  <c:v>0.291664458024</c:v>
                </c:pt>
                <c:pt idx="285">
                  <c:v>0.291962582638</c:v>
                </c:pt>
                <c:pt idx="286">
                  <c:v>0.292260815005</c:v>
                </c:pt>
                <c:pt idx="287">
                  <c:v>0.292559052399</c:v>
                </c:pt>
                <c:pt idx="288">
                  <c:v>0.292857185141</c:v>
                </c:pt>
                <c:pt idx="289">
                  <c:v>0.29315510888</c:v>
                </c:pt>
                <c:pt idx="290">
                  <c:v>0.293452720657</c:v>
                </c:pt>
                <c:pt idx="291">
                  <c:v>0.293749914216</c:v>
                </c:pt>
                <c:pt idx="292">
                  <c:v>0.294046579519</c:v>
                </c:pt>
                <c:pt idx="293">
                  <c:v>0.294342614222</c:v>
                </c:pt>
                <c:pt idx="294">
                  <c:v>0.294637933925</c:v>
                </c:pt>
                <c:pt idx="295">
                  <c:v>0.294932477397</c:v>
                </c:pt>
                <c:pt idx="296">
                  <c:v>0.295226207863</c:v>
                </c:pt>
                <c:pt idx="297">
                  <c:v>0.29551911545</c:v>
                </c:pt>
                <c:pt idx="298">
                  <c:v>0.295811222389</c:v>
                </c:pt>
                <c:pt idx="299">
                  <c:v>0.296102586138</c:v>
                </c:pt>
                <c:pt idx="300">
                  <c:v>0.296393293257</c:v>
                </c:pt>
                <c:pt idx="301">
                  <c:v>0.29668344056</c:v>
                </c:pt>
                <c:pt idx="302">
                  <c:v>0.296973110477</c:v>
                </c:pt>
                <c:pt idx="303">
                  <c:v>0.297262354943</c:v>
                </c:pt>
                <c:pt idx="304">
                  <c:v>0.297551199112</c:v>
                </c:pt>
                <c:pt idx="305">
                  <c:v>0.297839660555</c:v>
                </c:pt>
                <c:pt idx="306">
                  <c:v>0.298127766684</c:v>
                </c:pt>
                <c:pt idx="307">
                  <c:v>0.298415556236</c:v>
                </c:pt>
                <c:pt idx="308">
                  <c:v>0.298703064738</c:v>
                </c:pt>
                <c:pt idx="309">
                  <c:v>0.298990305784</c:v>
                </c:pt>
                <c:pt idx="310">
                  <c:v>0.299277258106</c:v>
                </c:pt>
                <c:pt idx="311">
                  <c:v>0.299563862017</c:v>
                </c:pt>
                <c:pt idx="312">
                  <c:v>0.29985002701</c:v>
                </c:pt>
                <c:pt idx="313">
                  <c:v>0.300135652267</c:v>
                </c:pt>
                <c:pt idx="314">
                  <c:v>0.300420654274</c:v>
                </c:pt>
                <c:pt idx="315">
                  <c:v>0.300704983733</c:v>
                </c:pt>
                <c:pt idx="316">
                  <c:v>0.300988615219</c:v>
                </c:pt>
                <c:pt idx="317">
                  <c:v>0.301271515337</c:v>
                </c:pt>
                <c:pt idx="318">
                  <c:v>0.301553621876</c:v>
                </c:pt>
                <c:pt idx="319">
                  <c:v>0.301834864525</c:v>
                </c:pt>
                <c:pt idx="320">
                  <c:v>0.302115219252</c:v>
                </c:pt>
                <c:pt idx="321">
                  <c:v>0.302394749492</c:v>
                </c:pt>
                <c:pt idx="322">
                  <c:v>0.30267358743</c:v>
                </c:pt>
                <c:pt idx="323">
                  <c:v>0.302951856967</c:v>
                </c:pt>
                <c:pt idx="324">
                  <c:v>0.303229592619</c:v>
                </c:pt>
                <c:pt idx="325">
                  <c:v>0.303506719983</c:v>
                </c:pt>
                <c:pt idx="326">
                  <c:v>0.303783116181</c:v>
                </c:pt>
                <c:pt idx="327">
                  <c:v>0.304058711047</c:v>
                </c:pt>
                <c:pt idx="328">
                  <c:v>0.3043335551</c:v>
                </c:pt>
                <c:pt idx="329">
                  <c:v>0.304607805481</c:v>
                </c:pt>
                <c:pt idx="330">
                  <c:v>0.304881634114</c:v>
                </c:pt>
                <c:pt idx="331">
                  <c:v>0.305155122458</c:v>
                </c:pt>
                <c:pt idx="332">
                  <c:v>0.305428218184</c:v>
                </c:pt>
                <c:pt idx="333">
                  <c:v>0.305700788046</c:v>
                </c:pt>
                <c:pt idx="334">
                  <c:v>0.305972724524</c:v>
                </c:pt>
                <c:pt idx="335">
                  <c:v>0.306244024235</c:v>
                </c:pt>
                <c:pt idx="336">
                  <c:v>0.306514780598</c:v>
                </c:pt>
                <c:pt idx="337">
                  <c:v>0.306785106598</c:v>
                </c:pt>
                <c:pt idx="338">
                  <c:v>0.307055057393</c:v>
                </c:pt>
                <c:pt idx="339">
                  <c:v>0.307324609837</c:v>
                </c:pt>
                <c:pt idx="340">
                  <c:v>0.307593700283</c:v>
                </c:pt>
                <c:pt idx="341">
                  <c:v>0.307862276674</c:v>
                </c:pt>
                <c:pt idx="342">
                  <c:v>0.308130322374</c:v>
                </c:pt>
                <c:pt idx="343">
                  <c:v>0.308397844106</c:v>
                </c:pt>
                <c:pt idx="344">
                  <c:v>0.308664847374</c:v>
                </c:pt>
                <c:pt idx="345">
                  <c:v>0.308931326292</c:v>
                </c:pt>
                <c:pt idx="346">
                  <c:v>0.309197275016</c:v>
                </c:pt>
                <c:pt idx="347">
                  <c:v>0.309462706158</c:v>
                </c:pt>
                <c:pt idx="348">
                  <c:v>0.309727656278</c:v>
                </c:pt>
                <c:pt idx="349">
                  <c:v>0.30999217123</c:v>
                </c:pt>
                <c:pt idx="350">
                  <c:v>0.310256282765</c:v>
                </c:pt>
                <c:pt idx="351">
                  <c:v>0.310519994999</c:v>
                </c:pt>
                <c:pt idx="352">
                  <c:v>0.310783290515</c:v>
                </c:pt>
                <c:pt idx="353">
                  <c:v>0.311046150115</c:v>
                </c:pt>
                <c:pt idx="354">
                  <c:v>0.31130857145</c:v>
                </c:pt>
                <c:pt idx="355">
                  <c:v>0.311570575154</c:v>
                </c:pt>
                <c:pt idx="356">
                  <c:v>0.311832196866</c:v>
                </c:pt>
                <c:pt idx="357">
                  <c:v>0.312093471683</c:v>
                </c:pt>
                <c:pt idx="358">
                  <c:v>0.312354420173</c:v>
                </c:pt>
                <c:pt idx="359">
                  <c:v>0.312615042556</c:v>
                </c:pt>
                <c:pt idx="360">
                  <c:v>0.312875322673</c:v>
                </c:pt>
                <c:pt idx="361">
                  <c:v>0.31313523854</c:v>
                </c:pt>
                <c:pt idx="362">
                  <c:v>0.313394774414</c:v>
                </c:pt>
                <c:pt idx="363">
                  <c:v>0.313653929771</c:v>
                </c:pt>
                <c:pt idx="364">
                  <c:v>0.313912722424</c:v>
                </c:pt>
                <c:pt idx="365">
                  <c:v>0.314171184833</c:v>
                </c:pt>
                <c:pt idx="366">
                  <c:v>0.314429354627</c:v>
                </c:pt>
                <c:pt idx="367">
                  <c:v>0.314687263363</c:v>
                </c:pt>
                <c:pt idx="368">
                  <c:v>0.314944929151</c:v>
                </c:pt>
                <c:pt idx="369">
                  <c:v>0.315202356892</c:v>
                </c:pt>
                <c:pt idx="370">
                  <c:v>0.315459545206</c:v>
                </c:pt>
                <c:pt idx="371">
                  <c:v>0.315716495067</c:v>
                </c:pt>
                <c:pt idx="372">
                  <c:v>0.315973214646</c:v>
                </c:pt>
                <c:pt idx="373">
                  <c:v>0.316229717966</c:v>
                </c:pt>
                <c:pt idx="374">
                  <c:v>0.316486018909</c:v>
                </c:pt>
                <c:pt idx="375">
                  <c:v>0.316742124623</c:v>
                </c:pt>
                <c:pt idx="376">
                  <c:v>0.316998031952</c:v>
                </c:pt>
                <c:pt idx="377">
                  <c:v>0.317253727892</c:v>
                </c:pt>
                <c:pt idx="378">
                  <c:v>0.317509192753</c:v>
                </c:pt>
                <c:pt idx="379">
                  <c:v>0.317764404001</c:v>
                </c:pt>
                <c:pt idx="380">
                  <c:v>0.318019339983</c:v>
                </c:pt>
                <c:pt idx="381">
                  <c:v>0.31827398323</c:v>
                </c:pt>
                <c:pt idx="382">
                  <c:v>0.318528322478</c:v>
                </c:pt>
                <c:pt idx="383">
                  <c:v>0.318782352003</c:v>
                </c:pt>
                <c:pt idx="384">
                  <c:v>0.319036067943</c:v>
                </c:pt>
                <c:pt idx="385">
                  <c:v>0.319289463725</c:v>
                </c:pt>
                <c:pt idx="386">
                  <c:v>0.319542527759</c:v>
                </c:pt>
                <c:pt idx="387">
                  <c:v>0.319795245216</c:v>
                </c:pt>
                <c:pt idx="388">
                  <c:v>0.320047603077</c:v>
                </c:pt>
                <c:pt idx="389">
                  <c:v>0.320299595549</c:v>
                </c:pt>
                <c:pt idx="390">
                  <c:v>0.320551226672</c:v>
                </c:pt>
                <c:pt idx="391">
                  <c:v>0.320802508298</c:v>
                </c:pt>
                <c:pt idx="392">
                  <c:v>0.321053453792</c:v>
                </c:pt>
                <c:pt idx="393">
                  <c:v>0.321304070561</c:v>
                </c:pt>
                <c:pt idx="394">
                  <c:v>0.321554356136</c:v>
                </c:pt>
                <c:pt idx="395">
                  <c:v>0.321804301374</c:v>
                </c:pt>
                <c:pt idx="396">
                  <c:v>0.322053899719</c:v>
                </c:pt>
                <c:pt idx="397">
                  <c:v>0.322303156162</c:v>
                </c:pt>
                <c:pt idx="398">
                  <c:v>0.322552088351</c:v>
                </c:pt>
                <c:pt idx="399">
                  <c:v>0.322800717353</c:v>
                </c:pt>
                <c:pt idx="400">
                  <c:v>0.323049053947</c:v>
                </c:pt>
                <c:pt idx="401">
                  <c:v>0.323297091059</c:v>
                </c:pt>
                <c:pt idx="402">
                  <c:v>0.323544808839</c:v>
                </c:pt>
                <c:pt idx="403">
                  <c:v>0.323792189121</c:v>
                </c:pt>
                <c:pt idx="404">
                  <c:v>0.324039227933</c:v>
                </c:pt>
                <c:pt idx="405">
                  <c:v>0.324285935614</c:v>
                </c:pt>
                <c:pt idx="406">
                  <c:v>0.324532323212</c:v>
                </c:pt>
                <c:pt idx="407">
                  <c:v>0.324778384354</c:v>
                </c:pt>
                <c:pt idx="408">
                  <c:v>0.32502408561</c:v>
                </c:pt>
                <c:pt idx="409">
                  <c:v>0.325269370989</c:v>
                </c:pt>
                <c:pt idx="410">
                  <c:v>0.325514157149</c:v>
                </c:pt>
                <c:pt idx="411">
                  <c:v>0.325763513535</c:v>
                </c:pt>
                <c:pt idx="412">
                  <c:v>0.326038943476</c:v>
                </c:pt>
                <c:pt idx="413">
                  <c:v>0.326393047654</c:v>
                </c:pt>
                <c:pt idx="414">
                  <c:v>0.326911929861</c:v>
                </c:pt>
                <c:pt idx="415">
                  <c:v>0.327698128736</c:v>
                </c:pt>
                <c:pt idx="416">
                  <c:v>0.328839821386</c:v>
                </c:pt>
                <c:pt idx="417">
                  <c:v>0.330388049607</c:v>
                </c:pt>
                <c:pt idx="418">
                  <c:v>0.33236029157</c:v>
                </c:pt>
                <c:pt idx="419">
                  <c:v>0.334765338512</c:v>
                </c:pt>
                <c:pt idx="420">
                  <c:v>0.337625941746</c:v>
                </c:pt>
                <c:pt idx="421">
                  <c:v>0.340980559339</c:v>
                </c:pt>
                <c:pt idx="422">
                  <c:v>0.344866069561</c:v>
                </c:pt>
                <c:pt idx="423">
                  <c:v>0.349297153095</c:v>
                </c:pt>
                <c:pt idx="424">
                  <c:v>0.354255611737</c:v>
                </c:pt>
                <c:pt idx="425">
                  <c:v>0.359692671113</c:v>
                </c:pt>
                <c:pt idx="426">
                  <c:v>0.365539961124</c:v>
                </c:pt>
                <c:pt idx="427">
                  <c:v>0.37172291375</c:v>
                </c:pt>
                <c:pt idx="428">
                  <c:v>0.37817121525</c:v>
                </c:pt>
                <c:pt idx="429">
                  <c:v>0.384822806972</c:v>
                </c:pt>
                <c:pt idx="430">
                  <c:v>0.391620283048</c:v>
                </c:pt>
                <c:pt idx="431">
                  <c:v>0.398501253441</c:v>
                </c:pt>
                <c:pt idx="432">
                  <c:v>0.405386959643</c:v>
                </c:pt>
                <c:pt idx="433">
                  <c:v>0.412174849328</c:v>
                </c:pt>
                <c:pt idx="434">
                  <c:v>0.418739310543</c:v>
                </c:pt>
                <c:pt idx="435">
                  <c:v>0.424940663218</c:v>
                </c:pt>
                <c:pt idx="436">
                  <c:v>0.4306384121</c:v>
                </c:pt>
                <c:pt idx="437">
                  <c:v>0.435703522644</c:v>
                </c:pt>
                <c:pt idx="438">
                  <c:v>0.440026469579</c:v>
                </c:pt>
                <c:pt idx="439">
                  <c:v>0.443520916183</c:v>
                </c:pt>
                <c:pt idx="440">
                  <c:v>0.446124690799</c:v>
                </c:pt>
                <c:pt idx="441">
                  <c:v>0.44779960411</c:v>
                </c:pt>
                <c:pt idx="442">
                  <c:v>0.448530759921</c:v>
                </c:pt>
                <c:pt idx="443">
                  <c:v>0.448325481237</c:v>
                </c:pt>
                <c:pt idx="444">
                  <c:v>0.447211890271</c:v>
                </c:pt>
                <c:pt idx="445">
                  <c:v>0.445237119075</c:v>
                </c:pt>
                <c:pt idx="446">
                  <c:v>0.442464989042</c:v>
                </c:pt>
                <c:pt idx="447">
                  <c:v>0.438973015771</c:v>
                </c:pt>
                <c:pt idx="448">
                  <c:v>0.434848695059</c:v>
                </c:pt>
                <c:pt idx="449">
                  <c:v>0.430185495479</c:v>
                </c:pt>
                <c:pt idx="450">
                  <c:v>0.425078978146</c:v>
                </c:pt>
                <c:pt idx="451">
                  <c:v>0.419623475816</c:v>
                </c:pt>
                <c:pt idx="452">
                  <c:v>0.413909531773</c:v>
                </c:pt>
                <c:pt idx="453">
                  <c:v>0.408022132223</c:v>
                </c:pt>
                <c:pt idx="454">
                  <c:v>0.402039710919</c:v>
                </c:pt>
                <c:pt idx="455">
                  <c:v>0.396033746479</c:v>
                </c:pt>
                <c:pt idx="456">
                  <c:v>0.390068772136</c:v>
                </c:pt>
                <c:pt idx="457">
                  <c:v>0.384202419691</c:v>
                </c:pt>
                <c:pt idx="458">
                  <c:v>0.378485257378</c:v>
                </c:pt>
                <c:pt idx="459">
                  <c:v>0.372960308951</c:v>
                </c:pt>
                <c:pt idx="460">
                  <c:v>0.367662421662</c:v>
                </c:pt>
                <c:pt idx="461">
                  <c:v>0.362617834064</c:v>
                </c:pt>
                <c:pt idx="462">
                  <c:v>0.357844281852</c:v>
                </c:pt>
                <c:pt idx="463">
                  <c:v>0.353351750031</c:v>
                </c:pt>
                <c:pt idx="464">
                  <c:v>0.34914370812</c:v>
                </c:pt>
                <c:pt idx="465">
                  <c:v>0.345218518865</c:v>
                </c:pt>
                <c:pt idx="466">
                  <c:v>0.341570736948</c:v>
                </c:pt>
                <c:pt idx="467">
                  <c:v>0.338192142744</c:v>
                </c:pt>
                <c:pt idx="468">
                  <c:v>0.335072484836</c:v>
                </c:pt>
                <c:pt idx="469">
                  <c:v>0.332199996159</c:v>
                </c:pt>
                <c:pt idx="470">
                  <c:v>0.329561779941</c:v>
                </c:pt>
                <c:pt idx="471">
                  <c:v>0.327144151713</c:v>
                </c:pt>
                <c:pt idx="472">
                  <c:v>0.324932981753</c:v>
                </c:pt>
                <c:pt idx="473">
                  <c:v>0.322914030649</c:v>
                </c:pt>
                <c:pt idx="474">
                  <c:v>0.32107324573</c:v>
                </c:pt>
                <c:pt idx="475">
                  <c:v>0.319396988762</c:v>
                </c:pt>
                <c:pt idx="476">
                  <c:v>0.317872188689</c:v>
                </c:pt>
                <c:pt idx="477">
                  <c:v>0.316486433465</c:v>
                </c:pt>
                <c:pt idx="478">
                  <c:v>0.315228020093</c:v>
                </c:pt>
                <c:pt idx="479">
                  <c:v>0.314085975781</c:v>
                </c:pt>
                <c:pt idx="480">
                  <c:v>0.313050054697</c:v>
                </c:pt>
                <c:pt idx="481">
                  <c:v>0.312110716755</c:v>
                </c:pt>
                <c:pt idx="482">
                  <c:v>0.311259096893</c:v>
                </c:pt>
                <c:pt idx="483">
                  <c:v>0.310486975804</c:v>
                </c:pt>
                <c:pt idx="484">
                  <c:v>0.309786758185</c:v>
                </c:pt>
                <c:pt idx="485">
                  <c:v>0.309151458079</c:v>
                </c:pt>
                <c:pt idx="486">
                  <c:v>0.308574686128</c:v>
                </c:pt>
                <c:pt idx="487">
                  <c:v>0.308050633417</c:v>
                </c:pt>
                <c:pt idx="488">
                  <c:v>0.307574049097</c:v>
                </c:pt>
                <c:pt idx="489">
                  <c:v>0.307140211121</c:v>
                </c:pt>
                <c:pt idx="490">
                  <c:v>0.306744891267</c:v>
                </c:pt>
                <c:pt idx="491">
                  <c:v>0.306384314966</c:v>
                </c:pt>
                <c:pt idx="492">
                  <c:v>0.306055117424</c:v>
                </c:pt>
                <c:pt idx="493">
                  <c:v>0.30575429763</c:v>
                </c:pt>
                <c:pt idx="494">
                  <c:v>0.305479173741</c:v>
                </c:pt>
                <c:pt idx="495">
                  <c:v>0.305227343099</c:v>
                </c:pt>
                <c:pt idx="496">
                  <c:v>0.304996647364</c:v>
                </c:pt>
                <c:pt idx="497">
                  <c:v>0.304785143466</c:v>
                </c:pt>
                <c:pt idx="498">
                  <c:v>0.304591084114</c:v>
                </c:pt>
                <c:pt idx="499">
                  <c:v>0.304412907088</c:v>
                </c:pt>
                <c:pt idx="500">
                  <c:v>0.304249217902</c:v>
                </c:pt>
                <c:pt idx="501">
                  <c:v>0.304098747967</c:v>
                </c:pt>
                <c:pt idx="502">
                  <c:v>0.30396029898</c:v>
                </c:pt>
                <c:pt idx="503">
                  <c:v>0.303832715605</c:v>
                </c:pt>
                <c:pt idx="504">
                  <c:v>0.303714918656</c:v>
                </c:pt>
                <c:pt idx="505">
                  <c:v>0.303605976859</c:v>
                </c:pt>
                <c:pt idx="506">
                  <c:v>0.303505151852</c:v>
                </c:pt>
                <c:pt idx="507">
                  <c:v>0.303411870746</c:v>
                </c:pt>
                <c:pt idx="508">
                  <c:v>0.30332564184</c:v>
                </c:pt>
                <c:pt idx="509">
                  <c:v>0.30324597066</c:v>
                </c:pt>
                <c:pt idx="510">
                  <c:v>0.303172323792</c:v>
                </c:pt>
                <c:pt idx="511">
                  <c:v>0.30310414895</c:v>
                </c:pt>
                <c:pt idx="512">
                  <c:v>0.303040926665</c:v>
                </c:pt>
                <c:pt idx="513">
                  <c:v>0.302982216452</c:v>
                </c:pt>
                <c:pt idx="514">
                  <c:v>0.30292766694</c:v>
                </c:pt>
                <c:pt idx="515">
                  <c:v>0.302876984307</c:v>
                </c:pt>
                <c:pt idx="516">
                  <c:v>0.302829883633</c:v>
                </c:pt>
                <c:pt idx="517">
                  <c:v>0.302786059921</c:v>
                </c:pt>
                <c:pt idx="518">
                  <c:v>0.302745197072</c:v>
                </c:pt>
                <c:pt idx="519">
                  <c:v>0.302707000753</c:v>
                </c:pt>
                <c:pt idx="520">
                  <c:v>0.302671226037</c:v>
                </c:pt>
                <c:pt idx="521">
                  <c:v>0.302637683129</c:v>
                </c:pt>
                <c:pt idx="522">
                  <c:v>0.302606225723</c:v>
                </c:pt>
                <c:pt idx="523">
                  <c:v>0.302576735729</c:v>
                </c:pt>
                <c:pt idx="524">
                  <c:v>0.302549112325</c:v>
                </c:pt>
                <c:pt idx="525">
                  <c:v>0.302523264638</c:v>
                </c:pt>
                <c:pt idx="526">
                  <c:v>0.302499105045</c:v>
                </c:pt>
                <c:pt idx="527">
                  <c:v>0.302476543386</c:v>
                </c:pt>
                <c:pt idx="528">
                  <c:v>0.302455484985</c:v>
                </c:pt>
                <c:pt idx="529">
                  <c:v>0.302435834137</c:v>
                </c:pt>
                <c:pt idx="530">
                  <c:v>0.302417500981</c:v>
                </c:pt>
                <c:pt idx="531">
                  <c:v>0.302400407396</c:v>
                </c:pt>
                <c:pt idx="532">
                  <c:v>0.302384488804</c:v>
                </c:pt>
                <c:pt idx="533">
                  <c:v>0.302369692102</c:v>
                </c:pt>
                <c:pt idx="534">
                  <c:v>0.302355972345</c:v>
                </c:pt>
                <c:pt idx="535">
                  <c:v>0.302343290617</c:v>
                </c:pt>
                <c:pt idx="536">
                  <c:v>0.302331613705</c:v>
                </c:pt>
                <c:pt idx="537">
                  <c:v>0.302320914798</c:v>
                </c:pt>
                <c:pt idx="538">
                  <c:v>0.302311174526</c:v>
                </c:pt>
                <c:pt idx="539">
                  <c:v>0.302302382406</c:v>
                </c:pt>
                <c:pt idx="540">
                  <c:v>0.30229453898</c:v>
                </c:pt>
                <c:pt idx="541">
                  <c:v>0.302287658244</c:v>
                </c:pt>
                <c:pt idx="542">
                  <c:v>0.302281769271</c:v>
                </c:pt>
                <c:pt idx="543">
                  <c:v>0.302276916306</c:v>
                </c:pt>
                <c:pt idx="544">
                  <c:v>0.302273157682</c:v>
                </c:pt>
                <c:pt idx="545">
                  <c:v>0.302270564756</c:v>
                </c:pt>
                <c:pt idx="546">
                  <c:v>0.302269221846</c:v>
                </c:pt>
                <c:pt idx="547">
                  <c:v>0.302269227313</c:v>
                </c:pt>
                <c:pt idx="548">
                  <c:v>0.302270695316</c:v>
                </c:pt>
                <c:pt idx="549">
                  <c:v>0.302273757656</c:v>
                </c:pt>
                <c:pt idx="550">
                  <c:v>0.302278566697</c:v>
                </c:pt>
                <c:pt idx="551">
                  <c:v>0.302285277901</c:v>
                </c:pt>
                <c:pt idx="552">
                  <c:v>0.302293990947</c:v>
                </c:pt>
                <c:pt idx="553">
                  <c:v>0.302304729651</c:v>
                </c:pt>
                <c:pt idx="554">
                  <c:v>0.302317267834</c:v>
                </c:pt>
                <c:pt idx="555">
                  <c:v>0.30233236802</c:v>
                </c:pt>
                <c:pt idx="556">
                  <c:v>0.302350069635</c:v>
                </c:pt>
                <c:pt idx="557">
                  <c:v>0.30237045649</c:v>
                </c:pt>
                <c:pt idx="558">
                  <c:v>0.302393533998</c:v>
                </c:pt>
                <c:pt idx="559">
                  <c:v>0.302419078789</c:v>
                </c:pt>
                <c:pt idx="560">
                  <c:v>0.302446558668</c:v>
                </c:pt>
                <c:pt idx="561">
                  <c:v>0.302475043824</c:v>
                </c:pt>
                <c:pt idx="562">
                  <c:v>0.302503213245</c:v>
                </c:pt>
                <c:pt idx="563">
                  <c:v>0.302529577254</c:v>
                </c:pt>
                <c:pt idx="564">
                  <c:v>0.30255293518</c:v>
                </c:pt>
                <c:pt idx="565">
                  <c:v>0.302572880573</c:v>
                </c:pt>
                <c:pt idx="566">
                  <c:v>0.302589803285</c:v>
                </c:pt>
                <c:pt idx="567">
                  <c:v>0.302604409409</c:v>
                </c:pt>
                <c:pt idx="568">
                  <c:v>0.302617541353</c:v>
                </c:pt>
                <c:pt idx="569">
                  <c:v>0.302629359816</c:v>
                </c:pt>
                <c:pt idx="570">
                  <c:v>0.302639745077</c:v>
                </c:pt>
                <c:pt idx="571">
                  <c:v>0.302648883931</c:v>
                </c:pt>
                <c:pt idx="572">
                  <c:v>0.302657352327</c:v>
                </c:pt>
                <c:pt idx="573">
                  <c:v>0.302665879309</c:v>
                </c:pt>
                <c:pt idx="574">
                  <c:v>0.302675033366</c:v>
                </c:pt>
                <c:pt idx="575">
                  <c:v>0.302685047892</c:v>
                </c:pt>
                <c:pt idx="576">
                  <c:v>0.302695821383</c:v>
                </c:pt>
                <c:pt idx="577">
                  <c:v>0.302707018757</c:v>
                </c:pt>
                <c:pt idx="578">
                  <c:v>0.302718209326</c:v>
                </c:pt>
                <c:pt idx="579">
                  <c:v>0.302729011337</c:v>
                </c:pt>
                <c:pt idx="580">
                  <c:v>0.302739220385</c:v>
                </c:pt>
                <c:pt idx="581">
                  <c:v>0.302748878875</c:v>
                </c:pt>
                <c:pt idx="582">
                  <c:v>0.302758250068</c:v>
                </c:pt>
                <c:pt idx="583">
                  <c:v>0.302767702816</c:v>
                </c:pt>
                <c:pt idx="584">
                  <c:v>0.302777564882</c:v>
                </c:pt>
                <c:pt idx="585">
                  <c:v>0.302788020375</c:v>
                </c:pt>
                <c:pt idx="586">
                  <c:v>0.302799094095</c:v>
                </c:pt>
                <c:pt idx="587">
                  <c:v>0.302810702376</c:v>
                </c:pt>
                <c:pt idx="588">
                  <c:v>0.302822719263</c:v>
                </c:pt>
                <c:pt idx="589">
                  <c:v>0.302835021612</c:v>
                </c:pt>
                <c:pt idx="590">
                  <c:v>0.302847508064</c:v>
                </c:pt>
                <c:pt idx="591">
                  <c:v>0.302860104239</c:v>
                </c:pt>
                <c:pt idx="592">
                  <c:v>0.302872762923</c:v>
                </c:pt>
                <c:pt idx="593">
                  <c:v>0.302885461228</c:v>
                </c:pt>
                <c:pt idx="594">
                  <c:v>0.302898194887</c:v>
                </c:pt>
                <c:pt idx="595">
                  <c:v>0.302910970217</c:v>
                </c:pt>
                <c:pt idx="596">
                  <c:v>0.302923794881</c:v>
                </c:pt>
                <c:pt idx="597">
                  <c:v>0.302936669781</c:v>
                </c:pt>
                <c:pt idx="598">
                  <c:v>0.30294958382</c:v>
                </c:pt>
                <c:pt idx="599">
                  <c:v>0.302962513449</c:v>
                </c:pt>
                <c:pt idx="600">
                  <c:v>0.302975424109</c:v>
                </c:pt>
                <c:pt idx="601">
                  <c:v>0.302988275273</c:v>
                </c:pt>
                <c:pt idx="602">
                  <c:v>0.303001029149</c:v>
                </c:pt>
                <c:pt idx="603">
                  <c:v>0.303013663796</c:v>
                </c:pt>
                <c:pt idx="604">
                  <c:v>0.303026184794</c:v>
                </c:pt>
                <c:pt idx="605">
                  <c:v>0.303038630784</c:v>
                </c:pt>
                <c:pt idx="606">
                  <c:v>0.303051065502</c:v>
                </c:pt>
                <c:pt idx="607">
                  <c:v>0.303063558047</c:v>
                </c:pt>
                <c:pt idx="608">
                  <c:v>0.303076158258</c:v>
                </c:pt>
                <c:pt idx="609">
                  <c:v>0.303088878195</c:v>
                </c:pt>
                <c:pt idx="610">
                  <c:v>0.30310168767</c:v>
                </c:pt>
                <c:pt idx="611">
                  <c:v>0.303114524266</c:v>
                </c:pt>
                <c:pt idx="612">
                  <c:v>0.303127311307</c:v>
                </c:pt>
                <c:pt idx="613">
                  <c:v>0.303139976718</c:v>
                </c:pt>
                <c:pt idx="614">
                  <c:v>0.303152466366</c:v>
                </c:pt>
                <c:pt idx="615">
                  <c:v>0.303164750463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0.000386090827246</c:v>
                </c:pt>
                <c:pt idx="1">
                  <c:v>0.000541122681929</c:v>
                </c:pt>
                <c:pt idx="2">
                  <c:v>0.000748888758704</c:v>
                </c:pt>
                <c:pt idx="3">
                  <c:v>0.00102503235092</c:v>
                </c:pt>
                <c:pt idx="4">
                  <c:v>0.00139859808317</c:v>
                </c:pt>
                <c:pt idx="5">
                  <c:v>0.00191711576252</c:v>
                </c:pt>
                <c:pt idx="6">
                  <c:v>0.00264917480208</c:v>
                </c:pt>
                <c:pt idx="7">
                  <c:v>0.00368261426503</c:v>
                </c:pt>
                <c:pt idx="8">
                  <c:v>0.00511355627684</c:v>
                </c:pt>
                <c:pt idx="9">
                  <c:v>0.00703618295594</c:v>
                </c:pt>
                <c:pt idx="10">
                  <c:v>0.00954166682023</c:v>
                </c:pt>
                <c:pt idx="11">
                  <c:v>0.0127134184434</c:v>
                </c:pt>
                <c:pt idx="12">
                  <c:v>0.016607614403</c:v>
                </c:pt>
                <c:pt idx="13">
                  <c:v>0.021225148198</c:v>
                </c:pt>
                <c:pt idx="14">
                  <c:v>0.0264925789412</c:v>
                </c:pt>
                <c:pt idx="15">
                  <c:v>0.0322660798239</c:v>
                </c:pt>
                <c:pt idx="16">
                  <c:v>0.0383587833723</c:v>
                </c:pt>
                <c:pt idx="17">
                  <c:v>0.0445796333625</c:v>
                </c:pt>
                <c:pt idx="18">
                  <c:v>0.0507685351931</c:v>
                </c:pt>
                <c:pt idx="19">
                  <c:v>0.0568180558487</c:v>
                </c:pt>
                <c:pt idx="20">
                  <c:v>0.0626804674279</c:v>
                </c:pt>
                <c:pt idx="21">
                  <c:v>0.0683649006513</c:v>
                </c:pt>
                <c:pt idx="22">
                  <c:v>0.073930579323</c:v>
                </c:pt>
                <c:pt idx="23">
                  <c:v>0.079479630743</c:v>
                </c:pt>
                <c:pt idx="24">
                  <c:v>0.0851495454828</c:v>
                </c:pt>
                <c:pt idx="25">
                  <c:v>0.0911035288616</c:v>
                </c:pt>
                <c:pt idx="26">
                  <c:v>0.0975175812377</c:v>
                </c:pt>
                <c:pt idx="27">
                  <c:v>0.104564966127</c:v>
                </c:pt>
                <c:pt idx="28">
                  <c:v>0.112400122909</c:v>
                </c:pt>
                <c:pt idx="29">
                  <c:v>0.121144235003</c:v>
                </c:pt>
                <c:pt idx="30">
                  <c:v>0.130873808584</c:v>
                </c:pt>
                <c:pt idx="31">
                  <c:v>0.141612357884</c:v>
                </c:pt>
                <c:pt idx="32">
                  <c:v>0.153324494423</c:v>
                </c:pt>
                <c:pt idx="33">
                  <c:v>0.165911839394</c:v>
                </c:pt>
                <c:pt idx="34">
                  <c:v>0.179211151134</c:v>
                </c:pt>
                <c:pt idx="35">
                  <c:v>0.192996275988</c:v>
                </c:pt>
                <c:pt idx="36">
                  <c:v>0.206985736315</c:v>
                </c:pt>
                <c:pt idx="37">
                  <c:v>0.220856948243</c:v>
                </c:pt>
                <c:pt idx="38">
                  <c:v>0.234266657035</c:v>
                </c:pt>
                <c:pt idx="39">
                  <c:v>0.246874908913</c:v>
                </c:pt>
                <c:pt idx="40">
                  <c:v>0.258369750986</c:v>
                </c:pt>
                <c:pt idx="41">
                  <c:v>0.268489577987</c:v>
                </c:pt>
                <c:pt idx="42">
                  <c:v>0.277040829623</c:v>
                </c:pt>
                <c:pt idx="43">
                  <c:v>0.283909440132</c:v>
                </c:pt>
                <c:pt idx="44">
                  <c:v>0.28906522278</c:v>
                </c:pt>
                <c:pt idx="45">
                  <c:v>0.292559380185</c:v>
                </c:pt>
                <c:pt idx="46">
                  <c:v>0.294515940336</c:v>
                </c:pt>
                <c:pt idx="47">
                  <c:v>0.29511835494</c:v>
                </c:pt>
                <c:pt idx="48">
                  <c:v>0.294592524409</c:v>
                </c:pt>
                <c:pt idx="49">
                  <c:v>0.2931877381</c:v>
                </c:pt>
                <c:pt idx="50">
                  <c:v>0.291157331739</c:v>
                </c:pt>
                <c:pt idx="51">
                  <c:v>0.288741124642</c:v>
                </c:pt>
                <c:pt idx="52">
                  <c:v>0.286151450562</c:v>
                </c:pt>
                <c:pt idx="53">
                  <c:v>0.283563895824</c:v>
                </c:pt>
                <c:pt idx="54">
                  <c:v>0.281112908484</c:v>
                </c:pt>
                <c:pt idx="55">
                  <c:v>0.278891706684</c:v>
                </c:pt>
                <c:pt idx="56">
                  <c:v>0.276955513919</c:v>
                </c:pt>
                <c:pt idx="57">
                  <c:v>0.275327045082</c:v>
                </c:pt>
                <c:pt idx="58">
                  <c:v>0.274003233247</c:v>
                </c:pt>
                <c:pt idx="59">
                  <c:v>0.27296231736</c:v>
                </c:pt>
                <c:pt idx="60">
                  <c:v>0.272170574404</c:v>
                </c:pt>
                <c:pt idx="61">
                  <c:v>0.271588166783</c:v>
                </c:pt>
                <c:pt idx="62">
                  <c:v>0.271173788519</c:v>
                </c:pt>
                <c:pt idx="63">
                  <c:v>0.270888016045</c:v>
                </c:pt>
                <c:pt idx="64">
                  <c:v>0.270695442266</c:v>
                </c:pt>
                <c:pt idx="65">
                  <c:v>0.270565791908</c:v>
                </c:pt>
                <c:pt idx="66">
                  <c:v>0.27047427118</c:v>
                </c:pt>
                <c:pt idx="67">
                  <c:v>0.270401379409</c:v>
                </c:pt>
                <c:pt idx="68">
                  <c:v>0.270332397556</c:v>
                </c:pt>
                <c:pt idx="69">
                  <c:v>0.27025671404</c:v>
                </c:pt>
                <c:pt idx="70">
                  <c:v>0.27016710432</c:v>
                </c:pt>
                <c:pt idx="71">
                  <c:v>0.270059045334</c:v>
                </c:pt>
                <c:pt idx="72">
                  <c:v>0.269930104232</c:v>
                </c:pt>
                <c:pt idx="73">
                  <c:v>0.269779410376</c:v>
                </c:pt>
                <c:pt idx="74">
                  <c:v>0.269607219149</c:v>
                </c:pt>
                <c:pt idx="75">
                  <c:v>0.269414552477</c:v>
                </c:pt>
                <c:pt idx="76">
                  <c:v>0.26920292218</c:v>
                </c:pt>
                <c:pt idx="77">
                  <c:v>0.268974112902</c:v>
                </c:pt>
                <c:pt idx="78">
                  <c:v>0.268730022906</c:v>
                </c:pt>
                <c:pt idx="79">
                  <c:v>0.268472558855</c:v>
                </c:pt>
                <c:pt idx="80">
                  <c:v>0.268203578268</c:v>
                </c:pt>
                <c:pt idx="81">
                  <c:v>0.267924871801</c:v>
                </c:pt>
                <c:pt idx="82">
                  <c:v>0.267638188382</c:v>
                </c:pt>
                <c:pt idx="83">
                  <c:v>0.267345298044</c:v>
                </c:pt>
                <c:pt idx="84">
                  <c:v>0.267048076374</c:v>
                </c:pt>
                <c:pt idx="85">
                  <c:v>0.266748609385</c:v>
                </c:pt>
                <c:pt idx="86">
                  <c:v>0.266449300218</c:v>
                </c:pt>
                <c:pt idx="87">
                  <c:v>0.266152966635</c:v>
                </c:pt>
                <c:pt idx="88">
                  <c:v>0.265862891964</c:v>
                </c:pt>
                <c:pt idx="89">
                  <c:v>0.26558282695</c:v>
                </c:pt>
                <c:pt idx="90">
                  <c:v>0.265316974784</c:v>
                </c:pt>
                <c:pt idx="91">
                  <c:v>0.265070031752</c:v>
                </c:pt>
                <c:pt idx="92">
                  <c:v>0.264847220749</c:v>
                </c:pt>
                <c:pt idx="93">
                  <c:v>0.264654165456</c:v>
                </c:pt>
                <c:pt idx="94">
                  <c:v>0.264496554708</c:v>
                </c:pt>
                <c:pt idx="95">
                  <c:v>0.264379713755</c:v>
                </c:pt>
                <c:pt idx="96">
                  <c:v>0.264308309668</c:v>
                </c:pt>
                <c:pt idx="97">
                  <c:v>0.26428626667</c:v>
                </c:pt>
                <c:pt idx="98">
                  <c:v>0.264316827247</c:v>
                </c:pt>
                <c:pt idx="99">
                  <c:v>0.264402643736</c:v>
                </c:pt>
                <c:pt idx="100">
                  <c:v>0.264545804583</c:v>
                </c:pt>
                <c:pt idx="101">
                  <c:v>0.264747767732</c:v>
                </c:pt>
                <c:pt idx="102">
                  <c:v>0.265009214129</c:v>
                </c:pt>
                <c:pt idx="103">
                  <c:v>0.265329912159</c:v>
                </c:pt>
                <c:pt idx="104">
                  <c:v>0.265708713332</c:v>
                </c:pt>
                <c:pt idx="105">
                  <c:v>0.26614374812</c:v>
                </c:pt>
                <c:pt idx="106">
                  <c:v>0.266632741649</c:v>
                </c:pt>
                <c:pt idx="107">
                  <c:v>0.26717327195</c:v>
                </c:pt>
                <c:pt idx="108">
                  <c:v>0.267762841868</c:v>
                </c:pt>
                <c:pt idx="109">
                  <c:v>0.26839878752</c:v>
                </c:pt>
                <c:pt idx="110">
                  <c:v>0.269078174755</c:v>
                </c:pt>
                <c:pt idx="111">
                  <c:v>0.269797789674</c:v>
                </c:pt>
                <c:pt idx="112">
                  <c:v>0.270554225367</c:v>
                </c:pt>
                <c:pt idx="113">
                  <c:v>0.271343985488</c:v>
                </c:pt>
                <c:pt idx="114">
                  <c:v>0.272163567183</c:v>
                </c:pt>
                <c:pt idx="115">
                  <c:v>0.273009541893</c:v>
                </c:pt>
                <c:pt idx="116">
                  <c:v>0.273878665007</c:v>
                </c:pt>
                <c:pt idx="117">
                  <c:v>0.274767990431</c:v>
                </c:pt>
                <c:pt idx="118">
                  <c:v>0.275674940426</c:v>
                </c:pt>
                <c:pt idx="119">
                  <c:v>0.276597282709</c:v>
                </c:pt>
                <c:pt idx="120">
                  <c:v>0.277533038526</c:v>
                </c:pt>
                <c:pt idx="121">
                  <c:v>0.278480378435</c:v>
                </c:pt>
                <c:pt idx="122">
                  <c:v>0.279437558283</c:v>
                </c:pt>
                <c:pt idx="123">
                  <c:v>0.280402913729</c:v>
                </c:pt>
                <c:pt idx="124">
                  <c:v>0.28137486598</c:v>
                </c:pt>
                <c:pt idx="125">
                  <c:v>0.282351917962</c:v>
                </c:pt>
                <c:pt idx="126">
                  <c:v>0.283332623325</c:v>
                </c:pt>
                <c:pt idx="127">
                  <c:v>0.284315544754</c:v>
                </c:pt>
                <c:pt idx="128">
                  <c:v>0.285299201745</c:v>
                </c:pt>
                <c:pt idx="129">
                  <c:v>0.286282013858</c:v>
                </c:pt>
                <c:pt idx="130">
                  <c:v>0.28726221785</c:v>
                </c:pt>
                <c:pt idx="131">
                  <c:v>0.288237775514</c:v>
                </c:pt>
                <c:pt idx="132">
                  <c:v>0.289206296029</c:v>
                </c:pt>
                <c:pt idx="133">
                  <c:v>0.290164984132</c:v>
                </c:pt>
                <c:pt idx="134">
                  <c:v>0.291110622784</c:v>
                </c:pt>
                <c:pt idx="135">
                  <c:v>0.292039563505</c:v>
                </c:pt>
                <c:pt idx="136">
                  <c:v>0.292947714083</c:v>
                </c:pt>
                <c:pt idx="137">
                  <c:v>0.293830507303</c:v>
                </c:pt>
                <c:pt idx="138">
                  <c:v>0.294682872207</c:v>
                </c:pt>
                <c:pt idx="139">
                  <c:v>0.295499223437</c:v>
                </c:pt>
                <c:pt idx="140">
                  <c:v>0.296273435226</c:v>
                </c:pt>
                <c:pt idx="141">
                  <c:v>0.296999428588</c:v>
                </c:pt>
                <c:pt idx="142">
                  <c:v>0.29767315239</c:v>
                </c:pt>
                <c:pt idx="143">
                  <c:v>0.298293724315</c:v>
                </c:pt>
                <c:pt idx="144">
                  <c:v>0.298870525639</c:v>
                </c:pt>
                <c:pt idx="145">
                  <c:v>0.299400609139</c:v>
                </c:pt>
                <c:pt idx="146">
                  <c:v>0.299883913193</c:v>
                </c:pt>
                <c:pt idx="147">
                  <c:v>0.300318150075</c:v>
                </c:pt>
                <c:pt idx="148">
                  <c:v>0.3007012638</c:v>
                </c:pt>
                <c:pt idx="149">
                  <c:v>0.301035521968</c:v>
                </c:pt>
                <c:pt idx="150">
                  <c:v>0.301330129542</c:v>
                </c:pt>
                <c:pt idx="151">
                  <c:v>0.301603199549</c:v>
                </c:pt>
                <c:pt idx="152">
                  <c:v>0.301881360111</c:v>
                </c:pt>
                <c:pt idx="153">
                  <c:v>0.30219536879</c:v>
                </c:pt>
                <c:pt idx="154">
                  <c:v>0.302570599477</c:v>
                </c:pt>
                <c:pt idx="155">
                  <c:v>0.303015486342</c:v>
                </c:pt>
                <c:pt idx="156">
                  <c:v>0.303520108281</c:v>
                </c:pt>
                <c:pt idx="157">
                  <c:v>0.304066978614</c:v>
                </c:pt>
                <c:pt idx="158">
                  <c:v>0.304644518181</c:v>
                </c:pt>
                <c:pt idx="159">
                  <c:v>0.305250460684</c:v>
                </c:pt>
                <c:pt idx="160">
                  <c:v>0.305889312409</c:v>
                </c:pt>
                <c:pt idx="161">
                  <c:v>0.306559548402</c:v>
                </c:pt>
                <c:pt idx="162">
                  <c:v>0.30725017616</c:v>
                </c:pt>
                <c:pt idx="163">
                  <c:v>0.307945635032</c:v>
                </c:pt>
                <c:pt idx="164">
                  <c:v>0.308633027515</c:v>
                </c:pt>
                <c:pt idx="165">
                  <c:v>0.309306401992</c:v>
                </c:pt>
                <c:pt idx="166">
                  <c:v>0.30996720289</c:v>
                </c:pt>
                <c:pt idx="167">
                  <c:v>0.310622305878</c:v>
                </c:pt>
                <c:pt idx="168">
                  <c:v>0.311280965255</c:v>
                </c:pt>
                <c:pt idx="169">
                  <c:v>0.311951455536</c:v>
                </c:pt>
                <c:pt idx="170">
                  <c:v>0.312638118718</c:v>
                </c:pt>
                <c:pt idx="171">
                  <c:v>0.313339854208</c:v>
                </c:pt>
                <c:pt idx="172">
                  <c:v>0.314050704155</c:v>
                </c:pt>
                <c:pt idx="173">
                  <c:v>0.314762339337</c:v>
                </c:pt>
                <c:pt idx="174">
                  <c:v>0.315467196416</c:v>
                </c:pt>
                <c:pt idx="175">
                  <c:v>0.316160716512</c:v>
                </c:pt>
                <c:pt idx="176">
                  <c:v>0.316841749072</c:v>
                </c:pt>
                <c:pt idx="177">
                  <c:v>0.317511493782</c:v>
                </c:pt>
                <c:pt idx="178">
                  <c:v>0.318172041438</c:v>
                </c:pt>
                <c:pt idx="179">
                  <c:v>0.318825316742</c:v>
                </c:pt>
                <c:pt idx="180">
                  <c:v>0.319472615446</c:v>
                </c:pt>
                <c:pt idx="181">
                  <c:v>0.32011447281</c:v>
                </c:pt>
                <c:pt idx="182">
                  <c:v>0.320750696758</c:v>
                </c:pt>
                <c:pt idx="183">
                  <c:v>0.321380490524</c:v>
                </c:pt>
                <c:pt idx="184">
                  <c:v>0.322002634818</c:v>
                </c:pt>
                <c:pt idx="185">
                  <c:v>0.322615688827</c:v>
                </c:pt>
                <c:pt idx="186">
                  <c:v>0.323218172433</c:v>
                </c:pt>
                <c:pt idx="187">
                  <c:v>0.323808717943</c:v>
                </c:pt>
                <c:pt idx="188">
                  <c:v>0.324386157422</c:v>
                </c:pt>
                <c:pt idx="189">
                  <c:v>0.324949539265</c:v>
                </c:pt>
                <c:pt idx="190">
                  <c:v>0.325498093287</c:v>
                </c:pt>
                <c:pt idx="191">
                  <c:v>0.326031168187</c:v>
                </c:pt>
                <c:pt idx="192">
                  <c:v>0.326548088753</c:v>
                </c:pt>
                <c:pt idx="193">
                  <c:v>0.327047963893</c:v>
                </c:pt>
                <c:pt idx="194">
                  <c:v>0.327529525468</c:v>
                </c:pt>
                <c:pt idx="195">
                  <c:v>0.32799105749</c:v>
                </c:pt>
                <c:pt idx="196">
                  <c:v>0.328430566675</c:v>
                </c:pt>
                <c:pt idx="197">
                  <c:v>0.328846113041</c:v>
                </c:pt>
                <c:pt idx="198">
                  <c:v>0.329236200096</c:v>
                </c:pt>
                <c:pt idx="199">
                  <c:v>0.329600050291</c:v>
                </c:pt>
                <c:pt idx="200">
                  <c:v>0.329937642274</c:v>
                </c:pt>
                <c:pt idx="201">
                  <c:v>0.330249521291</c:v>
                </c:pt>
                <c:pt idx="202">
                  <c:v>0.330536508913</c:v>
                </c:pt>
                <c:pt idx="203">
                  <c:v>0.330799398628</c:v>
                </c:pt>
                <c:pt idx="204">
                  <c:v>0.331038770608</c:v>
                </c:pt>
                <c:pt idx="205">
                  <c:v>0.331254913318</c:v>
                </c:pt>
                <c:pt idx="206">
                  <c:v>0.331447860345</c:v>
                </c:pt>
                <c:pt idx="207">
                  <c:v>0.331617517135</c:v>
                </c:pt>
                <c:pt idx="208">
                  <c:v>0.331763811793</c:v>
                </c:pt>
                <c:pt idx="209">
                  <c:v>0.331886792616</c:v>
                </c:pt>
                <c:pt idx="210">
                  <c:v>0.331986686548</c:v>
                </c:pt>
                <c:pt idx="211">
                  <c:v>0.332063876074</c:v>
                </c:pt>
                <c:pt idx="212">
                  <c:v>0.332118873969</c:v>
                </c:pt>
                <c:pt idx="213">
                  <c:v>0.332152304652</c:v>
                </c:pt>
                <c:pt idx="214">
                  <c:v>0.332164883735</c:v>
                </c:pt>
                <c:pt idx="215">
                  <c:v>0.332157439688</c:v>
                </c:pt>
                <c:pt idx="216">
                  <c:v>0.332130887989</c:v>
                </c:pt>
                <c:pt idx="217">
                  <c:v>0.332086237737</c:v>
                </c:pt>
                <c:pt idx="218">
                  <c:v>0.332024568745</c:v>
                </c:pt>
                <c:pt idx="219">
                  <c:v>0.331947028089</c:v>
                </c:pt>
                <c:pt idx="220">
                  <c:v>0.331854824128</c:v>
                </c:pt>
                <c:pt idx="221">
                  <c:v>0.331749213713</c:v>
                </c:pt>
                <c:pt idx="222">
                  <c:v>0.331631476355</c:v>
                </c:pt>
                <c:pt idx="223">
                  <c:v>0.331502894972</c:v>
                </c:pt>
                <c:pt idx="224">
                  <c:v>0.331364721198</c:v>
                </c:pt>
                <c:pt idx="225">
                  <c:v>0.331218143143</c:v>
                </c:pt>
                <c:pt idx="226">
                  <c:v>0.331064252953</c:v>
                </c:pt>
                <c:pt idx="227">
                  <c:v>0.330904024416</c:v>
                </c:pt>
                <c:pt idx="228">
                  <c:v>0.330738317054</c:v>
                </c:pt>
                <c:pt idx="229">
                  <c:v>0.330567915574</c:v>
                </c:pt>
                <c:pt idx="230">
                  <c:v>0.330393543748</c:v>
                </c:pt>
                <c:pt idx="231">
                  <c:v>0.330215869843</c:v>
                </c:pt>
                <c:pt idx="232">
                  <c:v>0.330035490194</c:v>
                </c:pt>
                <c:pt idx="233">
                  <c:v>0.329852942223</c:v>
                </c:pt>
                <c:pt idx="234">
                  <c:v>0.329668711267</c:v>
                </c:pt>
                <c:pt idx="235">
                  <c:v>0.329483266022</c:v>
                </c:pt>
                <c:pt idx="236">
                  <c:v>0.329297073861</c:v>
                </c:pt>
                <c:pt idx="237">
                  <c:v>0.329110647039</c:v>
                </c:pt>
                <c:pt idx="238">
                  <c:v>0.328924586978</c:v>
                </c:pt>
                <c:pt idx="239">
                  <c:v>0.328739557543</c:v>
                </c:pt>
                <c:pt idx="240">
                  <c:v>0.328556119767</c:v>
                </c:pt>
                <c:pt idx="241">
                  <c:v>0.328374530871</c:v>
                </c:pt>
                <c:pt idx="242">
                  <c:v>0.328194681668</c:v>
                </c:pt>
                <c:pt idx="243">
                  <c:v>0.328016286542</c:v>
                </c:pt>
                <c:pt idx="244">
                  <c:v>0.3278391882</c:v>
                </c:pt>
                <c:pt idx="245">
                  <c:v>0.327663568432</c:v>
                </c:pt>
                <c:pt idx="246">
                  <c:v>0.32748989449</c:v>
                </c:pt>
                <c:pt idx="247">
                  <c:v>0.327318716943</c:v>
                </c:pt>
                <c:pt idx="248">
                  <c:v>0.327150445032</c:v>
                </c:pt>
                <c:pt idx="249">
                  <c:v>0.326985246481</c:v>
                </c:pt>
                <c:pt idx="250">
                  <c:v>0.326823105064</c:v>
                </c:pt>
                <c:pt idx="251">
                  <c:v>0.326663975355</c:v>
                </c:pt>
                <c:pt idx="252">
                  <c:v>0.326507935059</c:v>
                </c:pt>
                <c:pt idx="253">
                  <c:v>0.326355211055</c:v>
                </c:pt>
                <c:pt idx="254">
                  <c:v>0.326206080579</c:v>
                </c:pt>
                <c:pt idx="255">
                  <c:v>0.326060727008</c:v>
                </c:pt>
                <c:pt idx="256">
                  <c:v>0.325919180693</c:v>
                </c:pt>
                <c:pt idx="257">
                  <c:v>0.325781369764</c:v>
                </c:pt>
                <c:pt idx="258">
                  <c:v>0.325647207214</c:v>
                </c:pt>
                <c:pt idx="259">
                  <c:v>0.3255166455</c:v>
                </c:pt>
                <c:pt idx="260">
                  <c:v>0.325389660838</c:v>
                </c:pt>
                <c:pt idx="261">
                  <c:v>0.325266241867</c:v>
                </c:pt>
                <c:pt idx="262">
                  <c:v>0.325146413361</c:v>
                </c:pt>
                <c:pt idx="263">
                  <c:v>0.325030262521</c:v>
                </c:pt>
                <c:pt idx="264">
                  <c:v>0.324917957651</c:v>
                </c:pt>
                <c:pt idx="265">
                  <c:v>0.324809704936</c:v>
                </c:pt>
                <c:pt idx="266">
                  <c:v>0.324705686511</c:v>
                </c:pt>
                <c:pt idx="267">
                  <c:v>0.324606019361</c:v>
                </c:pt>
                <c:pt idx="268">
                  <c:v>0.324510762303</c:v>
                </c:pt>
                <c:pt idx="269">
                  <c:v>0.324419950282</c:v>
                </c:pt>
                <c:pt idx="270">
                  <c:v>0.324333639525</c:v>
                </c:pt>
                <c:pt idx="271">
                  <c:v>0.324251903948</c:v>
                </c:pt>
                <c:pt idx="272">
                  <c:v>0.324174816671</c:v>
                </c:pt>
                <c:pt idx="273">
                  <c:v>0.324102433941</c:v>
                </c:pt>
                <c:pt idx="274">
                  <c:v>0.324034784014</c:v>
                </c:pt>
                <c:pt idx="275">
                  <c:v>0.323971868562</c:v>
                </c:pt>
                <c:pt idx="276">
                  <c:v>0.323913673399</c:v>
                </c:pt>
                <c:pt idx="277">
                  <c:v>0.323860168973</c:v>
                </c:pt>
                <c:pt idx="278">
                  <c:v>0.32381131086</c:v>
                </c:pt>
                <c:pt idx="279">
                  <c:v>0.323767054139</c:v>
                </c:pt>
                <c:pt idx="280">
                  <c:v>0.323727366029</c:v>
                </c:pt>
                <c:pt idx="281">
                  <c:v>0.323692225099</c:v>
                </c:pt>
                <c:pt idx="282">
                  <c:v>0.323661624368</c:v>
                </c:pt>
                <c:pt idx="283">
                  <c:v>0.323635561686</c:v>
                </c:pt>
                <c:pt idx="284">
                  <c:v>0.323614026581</c:v>
                </c:pt>
                <c:pt idx="285">
                  <c:v>0.32359701252</c:v>
                </c:pt>
                <c:pt idx="286">
                  <c:v>0.323584513074</c:v>
                </c:pt>
                <c:pt idx="287">
                  <c:v>0.32357652882</c:v>
                </c:pt>
                <c:pt idx="288">
                  <c:v>0.323573068521</c:v>
                </c:pt>
                <c:pt idx="289">
                  <c:v>0.323574142032</c:v>
                </c:pt>
                <c:pt idx="290">
                  <c:v>0.323579757103</c:v>
                </c:pt>
                <c:pt idx="291">
                  <c:v>0.323589918492</c:v>
                </c:pt>
                <c:pt idx="292">
                  <c:v>0.323604635962</c:v>
                </c:pt>
                <c:pt idx="293">
                  <c:v>0.323623922389</c:v>
                </c:pt>
                <c:pt idx="294">
                  <c:v>0.323647794659</c:v>
                </c:pt>
                <c:pt idx="295">
                  <c:v>0.323676270197</c:v>
                </c:pt>
                <c:pt idx="296">
                  <c:v>0.323709364064</c:v>
                </c:pt>
                <c:pt idx="297">
                  <c:v>0.323747086772</c:v>
                </c:pt>
                <c:pt idx="298">
                  <c:v>0.323789446889</c:v>
                </c:pt>
                <c:pt idx="299">
                  <c:v>0.323836450447</c:v>
                </c:pt>
                <c:pt idx="300">
                  <c:v>0.323888094728</c:v>
                </c:pt>
                <c:pt idx="301">
                  <c:v>0.323944369381</c:v>
                </c:pt>
                <c:pt idx="302">
                  <c:v>0.324005255437</c:v>
                </c:pt>
                <c:pt idx="303">
                  <c:v>0.324070730793</c:v>
                </c:pt>
                <c:pt idx="304">
                  <c:v>0.324140768779</c:v>
                </c:pt>
                <c:pt idx="305">
                  <c:v>0.324215345817</c:v>
                </c:pt>
                <c:pt idx="306">
                  <c:v>0.324294437204</c:v>
                </c:pt>
                <c:pt idx="307">
                  <c:v>0.324378011723</c:v>
                </c:pt>
                <c:pt idx="308">
                  <c:v>0.324466033237</c:v>
                </c:pt>
                <c:pt idx="309">
                  <c:v>0.324558458606</c:v>
                </c:pt>
                <c:pt idx="310">
                  <c:v>0.324655247113</c:v>
                </c:pt>
                <c:pt idx="311">
                  <c:v>0.324756360672</c:v>
                </c:pt>
                <c:pt idx="312">
                  <c:v>0.32486176568</c:v>
                </c:pt>
                <c:pt idx="313">
                  <c:v>0.324971430347</c:v>
                </c:pt>
                <c:pt idx="314">
                  <c:v>0.325085327956</c:v>
                </c:pt>
                <c:pt idx="315">
                  <c:v>0.325203430022</c:v>
                </c:pt>
                <c:pt idx="316">
                  <c:v>0.325325701945</c:v>
                </c:pt>
                <c:pt idx="317">
                  <c:v>0.325452103616</c:v>
                </c:pt>
                <c:pt idx="318">
                  <c:v>0.32558259347</c:v>
                </c:pt>
                <c:pt idx="319">
                  <c:v>0.325717138135</c:v>
                </c:pt>
                <c:pt idx="320">
                  <c:v>0.325855709905</c:v>
                </c:pt>
                <c:pt idx="321">
                  <c:v>0.325998282157</c:v>
                </c:pt>
                <c:pt idx="322">
                  <c:v>0.326144810277</c:v>
                </c:pt>
                <c:pt idx="323">
                  <c:v>0.326295231334</c:v>
                </c:pt>
                <c:pt idx="324">
                  <c:v>0.326449472828</c:v>
                </c:pt>
                <c:pt idx="325">
                  <c:v>0.32660747496</c:v>
                </c:pt>
                <c:pt idx="326">
                  <c:v>0.326769198827</c:v>
                </c:pt>
                <c:pt idx="327">
                  <c:v>0.326934619161</c:v>
                </c:pt>
                <c:pt idx="328">
                  <c:v>0.327103704231</c:v>
                </c:pt>
                <c:pt idx="329">
                  <c:v>0.327276397162</c:v>
                </c:pt>
                <c:pt idx="330">
                  <c:v>0.327452618366</c:v>
                </c:pt>
                <c:pt idx="331">
                  <c:v>0.327632282387</c:v>
                </c:pt>
                <c:pt idx="332">
                  <c:v>0.327815317684</c:v>
                </c:pt>
                <c:pt idx="333">
                  <c:v>0.328001676662</c:v>
                </c:pt>
                <c:pt idx="334">
                  <c:v>0.328191329604</c:v>
                </c:pt>
                <c:pt idx="335">
                  <c:v>0.32838424277</c:v>
                </c:pt>
                <c:pt idx="336">
                  <c:v>0.328580363373</c:v>
                </c:pt>
                <c:pt idx="337">
                  <c:v>0.328779614923</c:v>
                </c:pt>
                <c:pt idx="338">
                  <c:v>0.328981917954</c:v>
                </c:pt>
                <c:pt idx="339">
                  <c:v>0.329187200744</c:v>
                </c:pt>
                <c:pt idx="340">
                  <c:v>0.329395414697</c:v>
                </c:pt>
                <c:pt idx="341">
                  <c:v>0.329606518915</c:v>
                </c:pt>
                <c:pt idx="342">
                  <c:v>0.329820469722</c:v>
                </c:pt>
                <c:pt idx="343">
                  <c:v>0.330037210555</c:v>
                </c:pt>
                <c:pt idx="344">
                  <c:v>0.330256678303</c:v>
                </c:pt>
                <c:pt idx="345">
                  <c:v>0.330478807779</c:v>
                </c:pt>
                <c:pt idx="346">
                  <c:v>0.330703539971</c:v>
                </c:pt>
                <c:pt idx="347">
                  <c:v>0.330930822361</c:v>
                </c:pt>
                <c:pt idx="348">
                  <c:v>0.331160601136</c:v>
                </c:pt>
                <c:pt idx="349">
                  <c:v>0.331392816855</c:v>
                </c:pt>
                <c:pt idx="350">
                  <c:v>0.331627404457</c:v>
                </c:pt>
                <c:pt idx="351">
                  <c:v>0.331864297531</c:v>
                </c:pt>
                <c:pt idx="352">
                  <c:v>0.332103433061</c:v>
                </c:pt>
                <c:pt idx="353">
                  <c:v>0.332344753615</c:v>
                </c:pt>
                <c:pt idx="354">
                  <c:v>0.332588202472</c:v>
                </c:pt>
                <c:pt idx="355">
                  <c:v>0.33283372057</c:v>
                </c:pt>
                <c:pt idx="356">
                  <c:v>0.333081242844</c:v>
                </c:pt>
                <c:pt idx="357">
                  <c:v>0.333330701381</c:v>
                </c:pt>
                <c:pt idx="358">
                  <c:v>0.333582028995</c:v>
                </c:pt>
                <c:pt idx="359">
                  <c:v>0.333835157307</c:v>
                </c:pt>
                <c:pt idx="360">
                  <c:v>0.334090022306</c:v>
                </c:pt>
                <c:pt idx="361">
                  <c:v>0.33434656284</c:v>
                </c:pt>
                <c:pt idx="362">
                  <c:v>0.334604716019</c:v>
                </c:pt>
                <c:pt idx="363">
                  <c:v>0.334864418226</c:v>
                </c:pt>
                <c:pt idx="364">
                  <c:v>0.335125603466</c:v>
                </c:pt>
                <c:pt idx="365">
                  <c:v>0.335388203068</c:v>
                </c:pt>
                <c:pt idx="366">
                  <c:v>0.335652147635</c:v>
                </c:pt>
                <c:pt idx="367">
                  <c:v>0.335917366996</c:v>
                </c:pt>
                <c:pt idx="368">
                  <c:v>0.336183792442</c:v>
                </c:pt>
                <c:pt idx="369">
                  <c:v>0.336451355394</c:v>
                </c:pt>
                <c:pt idx="370">
                  <c:v>0.336719989126</c:v>
                </c:pt>
                <c:pt idx="371">
                  <c:v>0.336989625246</c:v>
                </c:pt>
                <c:pt idx="372">
                  <c:v>0.33726019733</c:v>
                </c:pt>
                <c:pt idx="373">
                  <c:v>0.337531637536</c:v>
                </c:pt>
                <c:pt idx="374">
                  <c:v>0.337803875949</c:v>
                </c:pt>
                <c:pt idx="375">
                  <c:v>0.338076843749</c:v>
                </c:pt>
                <c:pt idx="376">
                  <c:v>0.338350473462</c:v>
                </c:pt>
                <c:pt idx="377">
                  <c:v>0.338624698713</c:v>
                </c:pt>
                <c:pt idx="378">
                  <c:v>0.338899452246</c:v>
                </c:pt>
                <c:pt idx="379">
                  <c:v>0.339174671691</c:v>
                </c:pt>
                <c:pt idx="380">
                  <c:v>0.339450291957</c:v>
                </c:pt>
                <c:pt idx="381">
                  <c:v>0.339726249516</c:v>
                </c:pt>
                <c:pt idx="382">
                  <c:v>0.340002481568</c:v>
                </c:pt>
                <c:pt idx="383">
                  <c:v>0.340278925295</c:v>
                </c:pt>
                <c:pt idx="384">
                  <c:v>0.340555517364</c:v>
                </c:pt>
                <c:pt idx="385">
                  <c:v>0.340832196313</c:v>
                </c:pt>
                <c:pt idx="386">
                  <c:v>0.3411088997</c:v>
                </c:pt>
                <c:pt idx="387">
                  <c:v>0.341385568403</c:v>
                </c:pt>
                <c:pt idx="388">
                  <c:v>0.341662142561</c:v>
                </c:pt>
                <c:pt idx="389">
                  <c:v>0.341938564029</c:v>
                </c:pt>
                <c:pt idx="390">
                  <c:v>0.342214775527</c:v>
                </c:pt>
                <c:pt idx="391">
                  <c:v>0.342490718792</c:v>
                </c:pt>
                <c:pt idx="392">
                  <c:v>0.342766336448</c:v>
                </c:pt>
                <c:pt idx="393">
                  <c:v>0.343041570282</c:v>
                </c:pt>
                <c:pt idx="394">
                  <c:v>0.343316364385</c:v>
                </c:pt>
                <c:pt idx="395">
                  <c:v>0.343590663247</c:v>
                </c:pt>
                <c:pt idx="396">
                  <c:v>0.343864414305</c:v>
                </c:pt>
                <c:pt idx="397">
                  <c:v>0.344137565561</c:v>
                </c:pt>
                <c:pt idx="398">
                  <c:v>0.344410066877</c:v>
                </c:pt>
                <c:pt idx="399">
                  <c:v>0.3446818657</c:v>
                </c:pt>
                <c:pt idx="400">
                  <c:v>0.344952910269</c:v>
                </c:pt>
                <c:pt idx="401">
                  <c:v>0.345223148702</c:v>
                </c:pt>
                <c:pt idx="402">
                  <c:v>0.345492531674</c:v>
                </c:pt>
                <c:pt idx="403">
                  <c:v>0.34576101345</c:v>
                </c:pt>
                <c:pt idx="404">
                  <c:v>0.346028551457</c:v>
                </c:pt>
                <c:pt idx="405">
                  <c:v>0.346295101411</c:v>
                </c:pt>
                <c:pt idx="406">
                  <c:v>0.346560619037</c:v>
                </c:pt>
                <c:pt idx="407">
                  <c:v>0.346825057952</c:v>
                </c:pt>
                <c:pt idx="408">
                  <c:v>0.347088372521</c:v>
                </c:pt>
                <c:pt idx="409">
                  <c:v>0.347350522882</c:v>
                </c:pt>
                <c:pt idx="410">
                  <c:v>0.347611473596</c:v>
                </c:pt>
                <c:pt idx="411">
                  <c:v>0.347870537192</c:v>
                </c:pt>
                <c:pt idx="412">
                  <c:v>0.348125616193</c:v>
                </c:pt>
                <c:pt idx="413">
                  <c:v>0.348371802201</c:v>
                </c:pt>
                <c:pt idx="414">
                  <c:v>0.348599474201</c:v>
                </c:pt>
                <c:pt idx="415">
                  <c:v>0.348801131101</c:v>
                </c:pt>
                <c:pt idx="416">
                  <c:v>0.349015081812</c:v>
                </c:pt>
                <c:pt idx="417">
                  <c:v>0.349356506107</c:v>
                </c:pt>
                <c:pt idx="418">
                  <c:v>0.349925790222</c:v>
                </c:pt>
                <c:pt idx="419">
                  <c:v>0.350753793077</c:v>
                </c:pt>
                <c:pt idx="420">
                  <c:v>0.351850178101</c:v>
                </c:pt>
                <c:pt idx="421">
                  <c:v>0.353234676575</c:v>
                </c:pt>
                <c:pt idx="422">
                  <c:v>0.354936242112</c:v>
                </c:pt>
                <c:pt idx="423">
                  <c:v>0.35698142199</c:v>
                </c:pt>
                <c:pt idx="424">
                  <c:v>0.359382933802</c:v>
                </c:pt>
                <c:pt idx="425">
                  <c:v>0.362133370944</c:v>
                </c:pt>
                <c:pt idx="426">
                  <c:v>0.365205517043</c:v>
                </c:pt>
                <c:pt idx="427">
                  <c:v>0.368557867998</c:v>
                </c:pt>
                <c:pt idx="428">
                  <c:v>0.372141952494</c:v>
                </c:pt>
                <c:pt idx="429">
                  <c:v>0.37590773679</c:v>
                </c:pt>
                <c:pt idx="430">
                  <c:v>0.379804729281</c:v>
                </c:pt>
                <c:pt idx="431">
                  <c:v>0.383778675977</c:v>
                </c:pt>
                <c:pt idx="432">
                  <c:v>0.387766142554</c:v>
                </c:pt>
                <c:pt idx="433">
                  <c:v>0.391690596387</c:v>
                </c:pt>
                <c:pt idx="434">
                  <c:v>0.395462856958</c:v>
                </c:pt>
                <c:pt idx="435">
                  <c:v>0.3989862638</c:v>
                </c:pt>
                <c:pt idx="436">
                  <c:v>0.402164345476</c:v>
                </c:pt>
                <c:pt idx="437">
                  <c:v>0.404907938885</c:v>
                </c:pt>
                <c:pt idx="438">
                  <c:v>0.40713984865</c:v>
                </c:pt>
                <c:pt idx="439">
                  <c:v>0.408796999446</c:v>
                </c:pt>
                <c:pt idx="440">
                  <c:v>0.409831194346</c:v>
                </c:pt>
                <c:pt idx="441">
                  <c:v>0.410209577794</c:v>
                </c:pt>
                <c:pt idx="442">
                  <c:v>0.409915336976</c:v>
                </c:pt>
                <c:pt idx="443">
                  <c:v>0.408948734523</c:v>
                </c:pt>
                <c:pt idx="444">
                  <c:v>0.407328331628</c:v>
                </c:pt>
                <c:pt idx="445">
                  <c:v>0.405092036651</c:v>
                </c:pt>
                <c:pt idx="446">
                  <c:v>0.402297370098</c:v>
                </c:pt>
                <c:pt idx="447">
                  <c:v>0.399020329928</c:v>
                </c:pt>
                <c:pt idx="448">
                  <c:v>0.395352427565</c:v>
                </c:pt>
                <c:pt idx="449">
                  <c:v>0.391396024087</c:v>
                </c:pt>
                <c:pt idx="450">
                  <c:v>0.387258391021</c:v>
                </c:pt>
                <c:pt idx="451">
                  <c:v>0.383045225384</c:v>
                </c:pt>
                <c:pt idx="452">
                  <c:v>0.378854385397</c:v>
                </c:pt>
                <c:pt idx="453">
                  <c:v>0.374770610633</c:v>
                </c:pt>
                <c:pt idx="454">
                  <c:v>0.370861873529</c:v>
                </c:pt>
                <c:pt idx="455">
                  <c:v>0.367177651722</c:v>
                </c:pt>
                <c:pt idx="456">
                  <c:v>0.363749092721</c:v>
                </c:pt>
                <c:pt idx="457">
                  <c:v>0.360590680671</c:v>
                </c:pt>
                <c:pt idx="458">
                  <c:v>0.357702914791</c:v>
                </c:pt>
                <c:pt idx="459">
                  <c:v>0.355075493729</c:v>
                </c:pt>
                <c:pt idx="460">
                  <c:v>0.352690561978</c:v>
                </c:pt>
                <c:pt idx="461">
                  <c:v>0.350525723255</c:v>
                </c:pt>
                <c:pt idx="462">
                  <c:v>0.34855661565</c:v>
                </c:pt>
                <c:pt idx="463">
                  <c:v>0.34675894717</c:v>
                </c:pt>
                <c:pt idx="464">
                  <c:v>0.345109958369</c:v>
                </c:pt>
                <c:pt idx="465">
                  <c:v>0.343589335659</c:v>
                </c:pt>
                <c:pt idx="466">
                  <c:v>0.34217963486</c:v>
                </c:pt>
                <c:pt idx="467">
                  <c:v>0.340866318553</c:v>
                </c:pt>
                <c:pt idx="468">
                  <c:v>0.339637532166</c:v>
                </c:pt>
                <c:pt idx="469">
                  <c:v>0.338483719425</c:v>
                </c:pt>
                <c:pt idx="470">
                  <c:v>0.337397190913</c:v>
                </c:pt>
                <c:pt idx="471">
                  <c:v>0.336371708688</c:v>
                </c:pt>
                <c:pt idx="472">
                  <c:v>0.335402153872</c:v>
                </c:pt>
                <c:pt idx="473">
                  <c:v>0.334484284131</c:v>
                </c:pt>
                <c:pt idx="474">
                  <c:v>0.333614562499</c:v>
                </c:pt>
                <c:pt idx="475">
                  <c:v>0.332790032838</c:v>
                </c:pt>
                <c:pt idx="476">
                  <c:v>0.33200821482</c:v>
                </c:pt>
                <c:pt idx="477">
                  <c:v>0.331267012565</c:v>
                </c:pt>
                <c:pt idx="478">
                  <c:v>0.33056463865</c:v>
                </c:pt>
                <c:pt idx="479">
                  <c:v>0.329899551998</c:v>
                </c:pt>
                <c:pt idx="480">
                  <c:v>0.329270405494</c:v>
                </c:pt>
                <c:pt idx="481">
                  <c:v>0.32867599468</c:v>
                </c:pt>
                <c:pt idx="482">
                  <c:v>0.328115208207</c:v>
                </c:pt>
                <c:pt idx="483">
                  <c:v>0.327586984885</c:v>
                </c:pt>
                <c:pt idx="484">
                  <c:v>0.327090286632</c:v>
                </c:pt>
                <c:pt idx="485">
                  <c:v>0.326624090443</c:v>
                </c:pt>
                <c:pt idx="486">
                  <c:v>0.326187391236</c:v>
                </c:pt>
                <c:pt idx="487">
                  <c:v>0.325779216857</c:v>
                </c:pt>
                <c:pt idx="488">
                  <c:v>0.325398636648</c:v>
                </c:pt>
                <c:pt idx="489">
                  <c:v>0.325044769934</c:v>
                </c:pt>
                <c:pt idx="490">
                  <c:v>0.324716790936</c:v>
                </c:pt>
                <c:pt idx="491">
                  <c:v>0.324413926796</c:v>
                </c:pt>
                <c:pt idx="492">
                  <c:v>0.324135443501</c:v>
                </c:pt>
                <c:pt idx="493">
                  <c:v>0.323880625294</c:v>
                </c:pt>
                <c:pt idx="494">
                  <c:v>0.323648740096</c:v>
                </c:pt>
                <c:pt idx="495">
                  <c:v>0.323439011547</c:v>
                </c:pt>
                <c:pt idx="496">
                  <c:v>0.323250586983</c:v>
                </c:pt>
                <c:pt idx="497">
                  <c:v>0.323082522372</c:v>
                </c:pt>
                <c:pt idx="498">
                  <c:v>0.322933791021</c:v>
                </c:pt>
                <c:pt idx="499">
                  <c:v>0.322803326331</c:v>
                </c:pt>
                <c:pt idx="500">
                  <c:v>0.322690048681</c:v>
                </c:pt>
                <c:pt idx="501">
                  <c:v>0.322592781948</c:v>
                </c:pt>
                <c:pt idx="502">
                  <c:v>0.322510075967</c:v>
                </c:pt>
                <c:pt idx="503">
                  <c:v>0.322440128607</c:v>
                </c:pt>
                <c:pt idx="504">
                  <c:v>0.322380993146</c:v>
                </c:pt>
                <c:pt idx="505">
                  <c:v>0.322331002371</c:v>
                </c:pt>
                <c:pt idx="506">
                  <c:v>0.322289077227</c:v>
                </c:pt>
                <c:pt idx="507">
                  <c:v>0.322254658101</c:v>
                </c:pt>
                <c:pt idx="508">
                  <c:v>0.322227333817</c:v>
                </c:pt>
                <c:pt idx="509">
                  <c:v>0.322206476608</c:v>
                </c:pt>
                <c:pt idx="510">
                  <c:v>0.322191122944</c:v>
                </c:pt>
                <c:pt idx="511">
                  <c:v>0.322180111303</c:v>
                </c:pt>
                <c:pt idx="512">
                  <c:v>0.322172339785</c:v>
                </c:pt>
                <c:pt idx="513">
                  <c:v>0.322166980936</c:v>
                </c:pt>
                <c:pt idx="514">
                  <c:v>0.322163536418</c:v>
                </c:pt>
                <c:pt idx="515">
                  <c:v>0.322161698015</c:v>
                </c:pt>
                <c:pt idx="516">
                  <c:v>0.322161134492</c:v>
                </c:pt>
                <c:pt idx="517">
                  <c:v>0.322161369407</c:v>
                </c:pt>
                <c:pt idx="518">
                  <c:v>0.322161836914</c:v>
                </c:pt>
                <c:pt idx="519">
                  <c:v>0.322162043439</c:v>
                </c:pt>
                <c:pt idx="520">
                  <c:v>0.322161698944</c:v>
                </c:pt>
                <c:pt idx="521">
                  <c:v>0.322160728496</c:v>
                </c:pt>
                <c:pt idx="522">
                  <c:v>0.322159212033</c:v>
                </c:pt>
                <c:pt idx="523">
                  <c:v>0.322157313384</c:v>
                </c:pt>
                <c:pt idx="524">
                  <c:v>0.322155237497</c:v>
                </c:pt>
                <c:pt idx="525">
                  <c:v>0.322153201594</c:v>
                </c:pt>
                <c:pt idx="526">
                  <c:v>0.322151399403</c:v>
                </c:pt>
                <c:pt idx="527">
                  <c:v>0.322149974437</c:v>
                </c:pt>
                <c:pt idx="528">
                  <c:v>0.32214900629</c:v>
                </c:pt>
                <c:pt idx="529">
                  <c:v>0.322148535154</c:v>
                </c:pt>
                <c:pt idx="530">
                  <c:v>0.322148599898</c:v>
                </c:pt>
                <c:pt idx="531">
                  <c:v>0.322149269519</c:v>
                </c:pt>
                <c:pt idx="532">
                  <c:v>0.322150652502</c:v>
                </c:pt>
                <c:pt idx="533">
                  <c:v>0.32215288515</c:v>
                </c:pt>
                <c:pt idx="534">
                  <c:v>0.322156113177</c:v>
                </c:pt>
                <c:pt idx="535">
                  <c:v>0.322160482969</c:v>
                </c:pt>
                <c:pt idx="536">
                  <c:v>0.322166140698</c:v>
                </c:pt>
                <c:pt idx="537">
                  <c:v>0.32217323452</c:v>
                </c:pt>
                <c:pt idx="538">
                  <c:v>0.322181921003</c:v>
                </c:pt>
                <c:pt idx="539">
                  <c:v>0.322192368622</c:v>
                </c:pt>
                <c:pt idx="540">
                  <c:v>0.322204769356</c:v>
                </c:pt>
                <c:pt idx="541">
                  <c:v>0.322219345025</c:v>
                </c:pt>
                <c:pt idx="542">
                  <c:v>0.322236354147</c:v>
                </c:pt>
                <c:pt idx="543">
                  <c:v>0.322256088282</c:v>
                </c:pt>
                <c:pt idx="544">
                  <c:v>0.32227886229</c:v>
                </c:pt>
                <c:pt idx="545">
                  <c:v>0.322305002926</c:v>
                </c:pt>
                <c:pt idx="546">
                  <c:v>0.322334839325</c:v>
                </c:pt>
                <c:pt idx="547">
                  <c:v>0.322368703327</c:v>
                </c:pt>
                <c:pt idx="548">
                  <c:v>0.322406924814</c:v>
                </c:pt>
                <c:pt idx="549">
                  <c:v>0.322449833108</c:v>
                </c:pt>
                <c:pt idx="550">
                  <c:v>0.322497760106</c:v>
                </c:pt>
                <c:pt idx="551">
                  <c:v>0.322550940222</c:v>
                </c:pt>
                <c:pt idx="552">
                  <c:v>0.322609177365</c:v>
                </c:pt>
                <c:pt idx="553">
                  <c:v>0.322671738404</c:v>
                </c:pt>
                <c:pt idx="554">
                  <c:v>0.322736304333</c:v>
                </c:pt>
                <c:pt idx="555">
                  <c:v>0.322803254186</c:v>
                </c:pt>
                <c:pt idx="556">
                  <c:v>0.322872217299</c:v>
                </c:pt>
                <c:pt idx="557">
                  <c:v>0.32294329734</c:v>
                </c:pt>
                <c:pt idx="558">
                  <c:v>0.323016527103</c:v>
                </c:pt>
                <c:pt idx="559">
                  <c:v>0.323091147999</c:v>
                </c:pt>
                <c:pt idx="560">
                  <c:v>0.323165300671</c:v>
                </c:pt>
                <c:pt idx="561">
                  <c:v>0.323235913917</c:v>
                </c:pt>
                <c:pt idx="562">
                  <c:v>0.323298959126</c:v>
                </c:pt>
                <c:pt idx="563">
                  <c:v>0.323350274983</c:v>
                </c:pt>
                <c:pt idx="564">
                  <c:v>0.323387144289</c:v>
                </c:pt>
                <c:pt idx="565">
                  <c:v>0.323409975099</c:v>
                </c:pt>
                <c:pt idx="566">
                  <c:v>0.323422093172</c:v>
                </c:pt>
                <c:pt idx="567">
                  <c:v>0.323427546624</c:v>
                </c:pt>
                <c:pt idx="568">
                  <c:v>0.32342892289</c:v>
                </c:pt>
                <c:pt idx="569">
                  <c:v>0.323426885258</c:v>
                </c:pt>
                <c:pt idx="570">
                  <c:v>0.323420819063</c:v>
                </c:pt>
                <c:pt idx="571">
                  <c:v>0.323410811041</c:v>
                </c:pt>
                <c:pt idx="572">
                  <c:v>0.323398177249</c:v>
                </c:pt>
                <c:pt idx="573">
                  <c:v>0.323384769984</c:v>
                </c:pt>
                <c:pt idx="574">
                  <c:v>0.32337201367</c:v>
                </c:pt>
                <c:pt idx="575">
                  <c:v>0.323360411558</c:v>
                </c:pt>
                <c:pt idx="576">
                  <c:v>0.323349584624</c:v>
                </c:pt>
                <c:pt idx="577">
                  <c:v>0.323338592515</c:v>
                </c:pt>
                <c:pt idx="578">
                  <c:v>0.323326330525</c:v>
                </c:pt>
                <c:pt idx="579">
                  <c:v>0.323311902329</c:v>
                </c:pt>
                <c:pt idx="580">
                  <c:v>0.323294890362</c:v>
                </c:pt>
                <c:pt idx="581">
                  <c:v>0.323275444828</c:v>
                </c:pt>
                <c:pt idx="582">
                  <c:v>0.32325415695</c:v>
                </c:pt>
                <c:pt idx="583">
                  <c:v>0.323231763868</c:v>
                </c:pt>
                <c:pt idx="584">
                  <c:v>0.323208821531</c:v>
                </c:pt>
                <c:pt idx="585">
                  <c:v>0.323185499402</c:v>
                </c:pt>
                <c:pt idx="586">
                  <c:v>0.323161574989</c:v>
                </c:pt>
                <c:pt idx="587">
                  <c:v>0.323136573681</c:v>
                </c:pt>
                <c:pt idx="588">
                  <c:v>0.323109933612</c:v>
                </c:pt>
                <c:pt idx="589">
                  <c:v>0.32308111078</c:v>
                </c:pt>
                <c:pt idx="590">
                  <c:v>0.323049611239</c:v>
                </c:pt>
                <c:pt idx="591">
                  <c:v>0.323014985154</c:v>
                </c:pt>
                <c:pt idx="592">
                  <c:v>0.32297680645</c:v>
                </c:pt>
                <c:pt idx="593">
                  <c:v>0.322934647544</c:v>
                </c:pt>
                <c:pt idx="594">
                  <c:v>0.322888055355</c:v>
                </c:pt>
                <c:pt idx="595">
                  <c:v>0.322836532983</c:v>
                </c:pt>
                <c:pt idx="596">
                  <c:v>0.322779531761</c:v>
                </c:pt>
                <c:pt idx="597">
                  <c:v>0.32271644723</c:v>
                </c:pt>
                <c:pt idx="598">
                  <c:v>0.322646626072</c:v>
                </c:pt>
                <c:pt idx="599">
                  <c:v>0.322569377777</c:v>
                </c:pt>
                <c:pt idx="600">
                  <c:v>0.322483989667</c:v>
                </c:pt>
                <c:pt idx="601">
                  <c:v>0.322389743299</c:v>
                </c:pt>
                <c:pt idx="602">
                  <c:v>0.322285931008</c:v>
                </c:pt>
                <c:pt idx="603">
                  <c:v>0.322171868806</c:v>
                </c:pt>
                <c:pt idx="604">
                  <c:v>0.322046903732</c:v>
                </c:pt>
                <c:pt idx="605">
                  <c:v>0.321910411819</c:v>
                </c:pt>
                <c:pt idx="606">
                  <c:v>0.321761792307</c:v>
                </c:pt>
                <c:pt idx="607">
                  <c:v>0.32160046897</c:v>
                </c:pt>
                <c:pt idx="608">
                  <c:v>0.321425908106</c:v>
                </c:pt>
                <c:pt idx="609">
                  <c:v>0.321237651202</c:v>
                </c:pt>
                <c:pt idx="610">
                  <c:v>0.321035352909</c:v>
                </c:pt>
                <c:pt idx="611">
                  <c:v>0.320818807793</c:v>
                </c:pt>
                <c:pt idx="612">
                  <c:v>0.320587958047</c:v>
                </c:pt>
                <c:pt idx="613">
                  <c:v>0.320342880974</c:v>
                </c:pt>
                <c:pt idx="614">
                  <c:v>0.320083765484</c:v>
                </c:pt>
                <c:pt idx="615">
                  <c:v>0.319810886592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1</c:v>
                </c:pt>
                <c:pt idx="1">
                  <c:v>0.999997892817</c:v>
                </c:pt>
                <c:pt idx="2">
                  <c:v>0.99999465796</c:v>
                </c:pt>
                <c:pt idx="3">
                  <c:v>0.999989962647</c:v>
                </c:pt>
                <c:pt idx="4">
                  <c:v>0.999983248998</c:v>
                </c:pt>
                <c:pt idx="5">
                  <c:v>0.999973532831</c:v>
                </c:pt>
                <c:pt idx="6">
                  <c:v>0.999959187353</c:v>
                </c:pt>
                <c:pt idx="7">
                  <c:v>0.999937754071</c:v>
                </c:pt>
                <c:pt idx="8">
                  <c:v>0.99990574566</c:v>
                </c:pt>
                <c:pt idx="9">
                  <c:v>0.999858313405</c:v>
                </c:pt>
                <c:pt idx="10">
                  <c:v>0.999788678858</c:v>
                </c:pt>
                <c:pt idx="11">
                  <c:v>0.999687463085</c:v>
                </c:pt>
                <c:pt idx="12">
                  <c:v>0.999542324974</c:v>
                </c:pt>
                <c:pt idx="13">
                  <c:v>0.999338371085</c:v>
                </c:pt>
                <c:pt idx="14">
                  <c:v>0.999059534542</c:v>
                </c:pt>
                <c:pt idx="15">
                  <c:v>0.998690667658</c:v>
                </c:pt>
                <c:pt idx="16">
                  <c:v>0.99821970888</c:v>
                </c:pt>
                <c:pt idx="17">
                  <c:v>0.997639238366</c:v>
                </c:pt>
                <c:pt idx="18">
                  <c:v>0.996947115043</c:v>
                </c:pt>
                <c:pt idx="19">
                  <c:v>0.996146454866</c:v>
                </c:pt>
                <c:pt idx="20">
                  <c:v>0.995245548708</c:v>
                </c:pt>
                <c:pt idx="21">
                  <c:v>0.994258133861</c:v>
                </c:pt>
                <c:pt idx="22">
                  <c:v>0.993203753714</c:v>
                </c:pt>
                <c:pt idx="23">
                  <c:v>0.992107214108</c:v>
                </c:pt>
                <c:pt idx="24">
                  <c:v>0.990996052372</c:v>
                </c:pt>
                <c:pt idx="25">
                  <c:v>0.98989576119</c:v>
                </c:pt>
                <c:pt idx="26">
                  <c:v>0.988823757068</c:v>
                </c:pt>
                <c:pt idx="27">
                  <c:v>0.987783865292</c:v>
                </c:pt>
                <c:pt idx="28">
                  <c:v>0.986763011646</c:v>
                </c:pt>
                <c:pt idx="29">
                  <c:v>0.985731217209</c:v>
                </c:pt>
                <c:pt idx="30">
                  <c:v>0.984645392449</c:v>
                </c:pt>
                <c:pt idx="31">
                  <c:v>0.983456875164</c:v>
                </c:pt>
                <c:pt idx="32">
                  <c:v>0.982121860489</c:v>
                </c:pt>
                <c:pt idx="33">
                  <c:v>0.980612735269</c:v>
                </c:pt>
                <c:pt idx="34">
                  <c:v>0.978927272463</c:v>
                </c:pt>
                <c:pt idx="35">
                  <c:v>0.977092477489</c:v>
                </c:pt>
                <c:pt idx="36">
                  <c:v>0.975161277251</c:v>
                </c:pt>
                <c:pt idx="37">
                  <c:v>0.973202849278</c:v>
                </c:pt>
                <c:pt idx="38">
                  <c:v>0.971289809199</c:v>
                </c:pt>
                <c:pt idx="39">
                  <c:v>0.969486384347</c:v>
                </c:pt>
                <c:pt idx="40">
                  <c:v>0.967840533133</c:v>
                </c:pt>
                <c:pt idx="41">
                  <c:v>0.966380948257</c:v>
                </c:pt>
                <c:pt idx="42">
                  <c:v>0.965118092109</c:v>
                </c:pt>
                <c:pt idx="43">
                  <c:v>0.964047612462</c:v>
                </c:pt>
                <c:pt idx="44">
                  <c:v>0.963154570923</c:v>
                </c:pt>
                <c:pt idx="45">
                  <c:v>0.962417442293</c:v>
                </c:pt>
                <c:pt idx="46">
                  <c:v>0.961811399974</c:v>
                </c:pt>
                <c:pt idx="47">
                  <c:v>0.961310808701</c:v>
                </c:pt>
                <c:pt idx="48">
                  <c:v>0.960891018678</c:v>
                </c:pt>
                <c:pt idx="49">
                  <c:v>0.960529599802</c:v>
                </c:pt>
                <c:pt idx="50">
                  <c:v>0.960207120805</c:v>
                </c:pt>
                <c:pt idx="51">
                  <c:v>0.959907538491</c:v>
                </c:pt>
                <c:pt idx="52">
                  <c:v>0.959618244971</c:v>
                </c:pt>
                <c:pt idx="53">
                  <c:v>0.959329836338</c:v>
                </c:pt>
                <c:pt idx="54">
                  <c:v>0.959035690796</c:v>
                </c:pt>
                <c:pt idx="55">
                  <c:v>0.958731454795</c:v>
                </c:pt>
                <c:pt idx="56">
                  <c:v>0.958414521962</c:v>
                </c:pt>
                <c:pt idx="57">
                  <c:v>0.958083561625</c:v>
                </c:pt>
                <c:pt idx="58">
                  <c:v>0.957738126585</c:v>
                </c:pt>
                <c:pt idx="59">
                  <c:v>0.957378348091</c:v>
                </c:pt>
                <c:pt idx="60">
                  <c:v>0.957004711928</c:v>
                </c:pt>
                <c:pt idx="61">
                  <c:v>0.956617899573</c:v>
                </c:pt>
                <c:pt idx="62">
                  <c:v>0.956218677225</c:v>
                </c:pt>
                <c:pt idx="63">
                  <c:v>0.95580781966</c:v>
                </c:pt>
                <c:pt idx="64">
                  <c:v>0.955386060452</c:v>
                </c:pt>
                <c:pt idx="65">
                  <c:v>0.9549540635</c:v>
                </c:pt>
                <c:pt idx="66">
                  <c:v>0.954512400759</c:v>
                </c:pt>
                <c:pt idx="67">
                  <c:v>0.954061551498</c:v>
                </c:pt>
                <c:pt idx="68">
                  <c:v>0.953601995343</c:v>
                </c:pt>
                <c:pt idx="69">
                  <c:v>0.95313408557</c:v>
                </c:pt>
                <c:pt idx="70">
                  <c:v>0.952658106488</c:v>
                </c:pt>
                <c:pt idx="71">
                  <c:v>0.952174296659</c:v>
                </c:pt>
                <c:pt idx="72">
                  <c:v>0.951682865164</c:v>
                </c:pt>
                <c:pt idx="73">
                  <c:v>0.951184016344</c:v>
                </c:pt>
                <c:pt idx="74">
                  <c:v>0.950677949574</c:v>
                </c:pt>
                <c:pt idx="75">
                  <c:v>0.950164904694</c:v>
                </c:pt>
                <c:pt idx="76">
                  <c:v>0.94964511317</c:v>
                </c:pt>
                <c:pt idx="77">
                  <c:v>0.949118803631</c:v>
                </c:pt>
                <c:pt idx="78">
                  <c:v>0.948586206958</c:v>
                </c:pt>
                <c:pt idx="79">
                  <c:v>0.948047543529</c:v>
                </c:pt>
                <c:pt idx="80">
                  <c:v>0.947503016514</c:v>
                </c:pt>
                <c:pt idx="81">
                  <c:v>0.946952815183</c:v>
                </c:pt>
                <c:pt idx="82">
                  <c:v>0.946397072446</c:v>
                </c:pt>
                <c:pt idx="83">
                  <c:v>0.945835872444</c:v>
                </c:pt>
                <c:pt idx="84">
                  <c:v>0.945269252947</c:v>
                </c:pt>
                <c:pt idx="85">
                  <c:v>0.944697198149</c:v>
                </c:pt>
                <c:pt idx="86">
                  <c:v>0.944119624329</c:v>
                </c:pt>
                <c:pt idx="87">
                  <c:v>0.943536376992</c:v>
                </c:pt>
                <c:pt idx="88">
                  <c:v>0.942947224835</c:v>
                </c:pt>
                <c:pt idx="89">
                  <c:v>0.942351835965</c:v>
                </c:pt>
                <c:pt idx="90">
                  <c:v>0.941749753044</c:v>
                </c:pt>
                <c:pt idx="91">
                  <c:v>0.941140439236</c:v>
                </c:pt>
                <c:pt idx="92">
                  <c:v>0.940523409041</c:v>
                </c:pt>
                <c:pt idx="93">
                  <c:v>0.939898315053</c:v>
                </c:pt>
                <c:pt idx="94">
                  <c:v>0.939264897892</c:v>
                </c:pt>
                <c:pt idx="95">
                  <c:v>0.938622762077</c:v>
                </c:pt>
                <c:pt idx="96">
                  <c:v>0.937971201743</c:v>
                </c:pt>
                <c:pt idx="97">
                  <c:v>0.937309320562</c:v>
                </c:pt>
                <c:pt idx="98">
                  <c:v>0.936636281146</c:v>
                </c:pt>
                <c:pt idx="99">
                  <c:v>0.935951494924</c:v>
                </c:pt>
                <c:pt idx="100">
                  <c:v>0.935254649713</c:v>
                </c:pt>
                <c:pt idx="101">
                  <c:v>0.93454562236</c:v>
                </c:pt>
                <c:pt idx="102">
                  <c:v>0.933824351554</c:v>
                </c:pt>
                <c:pt idx="103">
                  <c:v>0.933090727911</c:v>
                </c:pt>
                <c:pt idx="104">
                  <c:v>0.932344571171</c:v>
                </c:pt>
                <c:pt idx="105">
                  <c:v>0.931585734301</c:v>
                </c:pt>
                <c:pt idx="106">
                  <c:v>0.930814254766</c:v>
                </c:pt>
                <c:pt idx="107">
                  <c:v>0.930030400988</c:v>
                </c:pt>
                <c:pt idx="108">
                  <c:v>0.929234563824</c:v>
                </c:pt>
                <c:pt idx="109">
                  <c:v>0.928427093051</c:v>
                </c:pt>
                <c:pt idx="110">
                  <c:v>0.927608234334</c:v>
                </c:pt>
                <c:pt idx="111">
                  <c:v>0.92677821427</c:v>
                </c:pt>
                <c:pt idx="112">
                  <c:v>0.925937222524</c:v>
                </c:pt>
                <c:pt idx="113">
                  <c:v>0.925085441619</c:v>
                </c:pt>
                <c:pt idx="114">
                  <c:v>0.924223040062</c:v>
                </c:pt>
                <c:pt idx="115">
                  <c:v>0.923350170771</c:v>
                </c:pt>
                <c:pt idx="116">
                  <c:v>0.922466999103</c:v>
                </c:pt>
                <c:pt idx="117">
                  <c:v>0.921573739627</c:v>
                </c:pt>
                <c:pt idx="118">
                  <c:v>0.920670669232</c:v>
                </c:pt>
                <c:pt idx="119">
                  <c:v>0.919758105133</c:v>
                </c:pt>
                <c:pt idx="120">
                  <c:v>0.918836364576</c:v>
                </c:pt>
                <c:pt idx="121">
                  <c:v>0.917905736337</c:v>
                </c:pt>
                <c:pt idx="122">
                  <c:v>0.916966478561</c:v>
                </c:pt>
                <c:pt idx="123">
                  <c:v>0.91601883307</c:v>
                </c:pt>
                <c:pt idx="124">
                  <c:v>0.915063037709</c:v>
                </c:pt>
                <c:pt idx="125">
                  <c:v>0.914099327911</c:v>
                </c:pt>
                <c:pt idx="126">
                  <c:v>0.913127931849</c:v>
                </c:pt>
                <c:pt idx="127">
                  <c:v>0.912149067136</c:v>
                </c:pt>
                <c:pt idx="128">
                  <c:v>0.911162941431</c:v>
                </c:pt>
                <c:pt idx="129">
                  <c:v>0.910169750622</c:v>
                </c:pt>
                <c:pt idx="130">
                  <c:v>0.909169659668</c:v>
                </c:pt>
                <c:pt idx="131">
                  <c:v>0.908162859632</c:v>
                </c:pt>
                <c:pt idx="132">
                  <c:v>0.90714951359</c:v>
                </c:pt>
                <c:pt idx="133">
                  <c:v>0.906129765095</c:v>
                </c:pt>
                <c:pt idx="134">
                  <c:v>0.905103765144</c:v>
                </c:pt>
                <c:pt idx="135">
                  <c:v>0.904071684149</c:v>
                </c:pt>
                <c:pt idx="136">
                  <c:v>0.903033719796</c:v>
                </c:pt>
                <c:pt idx="137">
                  <c:v>0.901990104122</c:v>
                </c:pt>
                <c:pt idx="138">
                  <c:v>0.900941112469</c:v>
                </c:pt>
                <c:pt idx="139">
                  <c:v>0.899887074486</c:v>
                </c:pt>
                <c:pt idx="140">
                  <c:v>0.898828382254</c:v>
                </c:pt>
                <c:pt idx="141">
                  <c:v>0.897765580348</c:v>
                </c:pt>
                <c:pt idx="142">
                  <c:v>0.896699460257</c:v>
                </c:pt>
                <c:pt idx="143">
                  <c:v>0.895630855513</c:v>
                </c:pt>
                <c:pt idx="144">
                  <c:v>0.894560586152</c:v>
                </c:pt>
                <c:pt idx="145">
                  <c:v>0.893489493954</c:v>
                </c:pt>
                <c:pt idx="146">
                  <c:v>0.89241836586</c:v>
                </c:pt>
                <c:pt idx="147">
                  <c:v>0.891347967986</c:v>
                </c:pt>
                <c:pt idx="148">
                  <c:v>0.890279135097</c:v>
                </c:pt>
                <c:pt idx="149">
                  <c:v>0.889212737658</c:v>
                </c:pt>
                <c:pt idx="150">
                  <c:v>0.888149418168</c:v>
                </c:pt>
                <c:pt idx="151">
                  <c:v>0.887089487209</c:v>
                </c:pt>
                <c:pt idx="152">
                  <c:v>0.886032694564</c:v>
                </c:pt>
                <c:pt idx="153">
                  <c:v>0.884978137382</c:v>
                </c:pt>
                <c:pt idx="154">
                  <c:v>0.883924577411</c:v>
                </c:pt>
                <c:pt idx="155">
                  <c:v>0.882871012232</c:v>
                </c:pt>
                <c:pt idx="156">
                  <c:v>0.881816977644</c:v>
                </c:pt>
                <c:pt idx="157">
                  <c:v>0.880762334995</c:v>
                </c:pt>
                <c:pt idx="158">
                  <c:v>0.879706876422</c:v>
                </c:pt>
                <c:pt idx="159">
                  <c:v>0.878650124961</c:v>
                </c:pt>
                <c:pt idx="160">
                  <c:v>0.877591501865</c:v>
                </c:pt>
                <c:pt idx="161">
                  <c:v>0.876530739015</c:v>
                </c:pt>
                <c:pt idx="162">
                  <c:v>0.875468159432</c:v>
                </c:pt>
                <c:pt idx="163">
                  <c:v>0.874404535067</c:v>
                </c:pt>
                <c:pt idx="164">
                  <c:v>0.873340663528</c:v>
                </c:pt>
                <c:pt idx="165">
                  <c:v>0.872277015918</c:v>
                </c:pt>
                <c:pt idx="166">
                  <c:v>0.871213633807</c:v>
                </c:pt>
                <c:pt idx="167">
                  <c:v>0.870150211994</c:v>
                </c:pt>
                <c:pt idx="168">
                  <c:v>0.869086253787</c:v>
                </c:pt>
                <c:pt idx="169">
                  <c:v>0.868021255903</c:v>
                </c:pt>
                <c:pt idx="170">
                  <c:v>0.866954909391</c:v>
                </c:pt>
                <c:pt idx="171">
                  <c:v>0.865887256881</c:v>
                </c:pt>
                <c:pt idx="172">
                  <c:v>0.864818724665</c:v>
                </c:pt>
                <c:pt idx="173">
                  <c:v>0.863749995522</c:v>
                </c:pt>
                <c:pt idx="174">
                  <c:v>0.862681781233</c:v>
                </c:pt>
                <c:pt idx="175">
                  <c:v>0.861614622701</c:v>
                </c:pt>
                <c:pt idx="176">
                  <c:v>0.860548826084</c:v>
                </c:pt>
                <c:pt idx="177">
                  <c:v>0.85948452824</c:v>
                </c:pt>
                <c:pt idx="178">
                  <c:v>0.858421801291</c:v>
                </c:pt>
                <c:pt idx="179">
                  <c:v>0.857360722968</c:v>
                </c:pt>
                <c:pt idx="180">
                  <c:v>0.856301406602</c:v>
                </c:pt>
                <c:pt idx="181">
                  <c:v>0.855244017432</c:v>
                </c:pt>
                <c:pt idx="182">
                  <c:v>0.854188785772</c:v>
                </c:pt>
                <c:pt idx="183">
                  <c:v>0.853136012054</c:v>
                </c:pt>
                <c:pt idx="184">
                  <c:v>0.852086060007</c:v>
                </c:pt>
                <c:pt idx="185">
                  <c:v>0.851039338074</c:v>
                </c:pt>
                <c:pt idx="186">
                  <c:v>0.849996271584</c:v>
                </c:pt>
                <c:pt idx="187">
                  <c:v>0.848957274211</c:v>
                </c:pt>
                <c:pt idx="188">
                  <c:v>0.847922727239</c:v>
                </c:pt>
                <c:pt idx="189">
                  <c:v>0.846892970732</c:v>
                </c:pt>
                <c:pt idx="190">
                  <c:v>0.845868299268</c:v>
                </c:pt>
                <c:pt idx="191">
                  <c:v>0.844848964074</c:v>
                </c:pt>
                <c:pt idx="192">
                  <c:v>0.843835189136</c:v>
                </c:pt>
                <c:pt idx="193">
                  <c:v>0.84282720697</c:v>
                </c:pt>
                <c:pt idx="194">
                  <c:v>0.841825300244</c:v>
                </c:pt>
                <c:pt idx="195">
                  <c:v>0.840829828117</c:v>
                </c:pt>
                <c:pt idx="196">
                  <c:v>0.83984121418</c:v>
                </c:pt>
                <c:pt idx="197">
                  <c:v>0.838859889187</c:v>
                </c:pt>
                <c:pt idx="198">
                  <c:v>0.83788620599</c:v>
                </c:pt>
                <c:pt idx="199">
                  <c:v>0.836920365333</c:v>
                </c:pt>
                <c:pt idx="200">
                  <c:v>0.835962387298</c:v>
                </c:pt>
                <c:pt idx="201">
                  <c:v>0.835012134998</c:v>
                </c:pt>
                <c:pt idx="202">
                  <c:v>0.834069369461</c:v>
                </c:pt>
                <c:pt idx="203">
                  <c:v>0.833133811677</c:v>
                </c:pt>
                <c:pt idx="204">
                  <c:v>0.832205195147</c:v>
                </c:pt>
                <c:pt idx="205">
                  <c:v>0.831283300784</c:v>
                </c:pt>
                <c:pt idx="206">
                  <c:v>0.830367967686</c:v>
                </c:pt>
                <c:pt idx="207">
                  <c:v>0.8294590795</c:v>
                </c:pt>
                <c:pt idx="208">
                  <c:v>0.828556536532</c:v>
                </c:pt>
                <c:pt idx="209">
                  <c:v>0.82766023081</c:v>
                </c:pt>
                <c:pt idx="210">
                  <c:v>0.826770035185</c:v>
                </c:pt>
                <c:pt idx="211">
                  <c:v>0.825885805901</c:v>
                </c:pt>
                <c:pt idx="212">
                  <c:v>0.825007389544</c:v>
                </c:pt>
                <c:pt idx="213">
                  <c:v>0.824134625138</c:v>
                </c:pt>
                <c:pt idx="214">
                  <c:v>0.823267340999</c:v>
                </c:pt>
                <c:pt idx="215">
                  <c:v>0.822405350678</c:v>
                </c:pt>
                <c:pt idx="216">
                  <c:v>0.821548451814</c:v>
                </c:pt>
                <c:pt idx="217">
                  <c:v>0.820696426656</c:v>
                </c:pt>
                <c:pt idx="218">
                  <c:v>0.819849041368</c:v>
                </c:pt>
                <c:pt idx="219">
                  <c:v>0.81900604215</c:v>
                </c:pt>
                <c:pt idx="220">
                  <c:v>0.818167150265</c:v>
                </c:pt>
                <c:pt idx="221">
                  <c:v>0.81733206066</c:v>
                </c:pt>
                <c:pt idx="222">
                  <c:v>0.816500446056</c:v>
                </c:pt>
                <c:pt idx="223">
                  <c:v>0.815671963658</c:v>
                </c:pt>
                <c:pt idx="224">
                  <c:v>0.814846263305</c:v>
                </c:pt>
                <c:pt idx="225">
                  <c:v>0.814022999265</c:v>
                </c:pt>
                <c:pt idx="226">
                  <c:v>0.81320184721</c:v>
                </c:pt>
                <c:pt idx="227">
                  <c:v>0.81238251822</c:v>
                </c:pt>
                <c:pt idx="228">
                  <c:v>0.811564758594</c:v>
                </c:pt>
                <c:pt idx="229">
                  <c:v>0.810748337293</c:v>
                </c:pt>
                <c:pt idx="230">
                  <c:v>0.809933035814</c:v>
                </c:pt>
                <c:pt idx="231">
                  <c:v>0.809118652063</c:v>
                </c:pt>
                <c:pt idx="232">
                  <c:v>0.808305011474</c:v>
                </c:pt>
                <c:pt idx="233">
                  <c:v>0.807491968453</c:v>
                </c:pt>
                <c:pt idx="234">
                  <c:v>0.806679394588</c:v>
                </c:pt>
                <c:pt idx="235">
                  <c:v>0.80586716725</c:v>
                </c:pt>
                <c:pt idx="236">
                  <c:v>0.805055162135</c:v>
                </c:pt>
                <c:pt idx="237">
                  <c:v>0.804243233111</c:v>
                </c:pt>
                <c:pt idx="238">
                  <c:v>0.803431176231</c:v>
                </c:pt>
                <c:pt idx="239">
                  <c:v>0.802618720698</c:v>
                </c:pt>
                <c:pt idx="240">
                  <c:v>0.801805605316</c:v>
                </c:pt>
                <c:pt idx="241">
                  <c:v>0.800991715699</c:v>
                </c:pt>
                <c:pt idx="242">
                  <c:v>0.800177152148</c:v>
                </c:pt>
                <c:pt idx="243">
                  <c:v>0.799362146147</c:v>
                </c:pt>
                <c:pt idx="244">
                  <c:v>0.798546884933</c:v>
                </c:pt>
                <c:pt idx="245">
                  <c:v>0.797731380629</c:v>
                </c:pt>
                <c:pt idx="246">
                  <c:v>0.796915475707</c:v>
                </c:pt>
                <c:pt idx="247">
                  <c:v>0.796098944358</c:v>
                </c:pt>
                <c:pt idx="248">
                  <c:v>0.795281616156</c:v>
                </c:pt>
                <c:pt idx="249">
                  <c:v>0.794463445715</c:v>
                </c:pt>
                <c:pt idx="250">
                  <c:v>0.793644499154</c:v>
                </c:pt>
                <c:pt idx="251">
                  <c:v>0.792824873309</c:v>
                </c:pt>
                <c:pt idx="252">
                  <c:v>0.792004601858</c:v>
                </c:pt>
                <c:pt idx="253">
                  <c:v>0.791183616235</c:v>
                </c:pt>
                <c:pt idx="254">
                  <c:v>0.790361792551</c:v>
                </c:pt>
                <c:pt idx="255">
                  <c:v>0.789539036213</c:v>
                </c:pt>
                <c:pt idx="256">
                  <c:v>0.788715332259</c:v>
                </c:pt>
                <c:pt idx="257">
                  <c:v>0.787890728419</c:v>
                </c:pt>
                <c:pt idx="258">
                  <c:v>0.787065289066</c:v>
                </c:pt>
                <c:pt idx="259">
                  <c:v>0.786239067442</c:v>
                </c:pt>
                <c:pt idx="260">
                  <c:v>0.785412104899</c:v>
                </c:pt>
                <c:pt idx="261">
                  <c:v>0.784584437473</c:v>
                </c:pt>
                <c:pt idx="262">
                  <c:v>0.783756087846</c:v>
                </c:pt>
                <c:pt idx="263">
                  <c:v>0.782927045293</c:v>
                </c:pt>
                <c:pt idx="264">
                  <c:v>0.782097254946</c:v>
                </c:pt>
                <c:pt idx="265">
                  <c:v>0.781266631932</c:v>
                </c:pt>
                <c:pt idx="266">
                  <c:v>0.780435089985</c:v>
                </c:pt>
                <c:pt idx="267">
                  <c:v>0.779602565333</c:v>
                </c:pt>
                <c:pt idx="268">
                  <c:v>0.77876901953</c:v>
                </c:pt>
                <c:pt idx="269">
                  <c:v>0.777934423789</c:v>
                </c:pt>
                <c:pt idx="270">
                  <c:v>0.777098739979</c:v>
                </c:pt>
                <c:pt idx="271">
                  <c:v>0.776261915812</c:v>
                </c:pt>
                <c:pt idx="272">
                  <c:v>0.775423889676</c:v>
                </c:pt>
                <c:pt idx="273">
                  <c:v>0.774584600198</c:v>
                </c:pt>
                <c:pt idx="274">
                  <c:v>0.773743991559</c:v>
                </c:pt>
                <c:pt idx="275">
                  <c:v>0.772902014593</c:v>
                </c:pt>
                <c:pt idx="276">
                  <c:v>0.772058626312</c:v>
                </c:pt>
                <c:pt idx="277">
                  <c:v>0.771213790334</c:v>
                </c:pt>
                <c:pt idx="278">
                  <c:v>0.77036747776</c:v>
                </c:pt>
                <c:pt idx="279">
                  <c:v>0.769519664994</c:v>
                </c:pt>
                <c:pt idx="280">
                  <c:v>0.768670328288</c:v>
                </c:pt>
                <c:pt idx="281">
                  <c:v>0.76781944013</c:v>
                </c:pt>
                <c:pt idx="282">
                  <c:v>0.766966969818</c:v>
                </c:pt>
                <c:pt idx="283">
                  <c:v>0.766112887138</c:v>
                </c:pt>
                <c:pt idx="284">
                  <c:v>0.765257164973</c:v>
                </c:pt>
                <c:pt idx="285">
                  <c:v>0.764399780501</c:v>
                </c:pt>
                <c:pt idx="286">
                  <c:v>0.7635407142</c:v>
                </c:pt>
                <c:pt idx="287">
                  <c:v>0.762679948017</c:v>
                </c:pt>
                <c:pt idx="288">
                  <c:v>0.761817464488</c:v>
                </c:pt>
                <c:pt idx="289">
                  <c:v>0.760953248115</c:v>
                </c:pt>
                <c:pt idx="290">
                  <c:v>0.760087286109</c:v>
                </c:pt>
                <c:pt idx="291">
                  <c:v>0.759219568949</c:v>
                </c:pt>
                <c:pt idx="292">
                  <c:v>0.758350088666</c:v>
                </c:pt>
                <c:pt idx="293">
                  <c:v>0.757478838571</c:v>
                </c:pt>
                <c:pt idx="294">
                  <c:v>0.756605813334</c:v>
                </c:pt>
                <c:pt idx="295">
                  <c:v>0.755731009263</c:v>
                </c:pt>
                <c:pt idx="296">
                  <c:v>0.754854425367</c:v>
                </c:pt>
                <c:pt idx="297">
                  <c:v>0.753976063382</c:v>
                </c:pt>
                <c:pt idx="298">
                  <c:v>0.753095926247</c:v>
                </c:pt>
                <c:pt idx="299">
                  <c:v>0.752214020026</c:v>
                </c:pt>
                <c:pt idx="300">
                  <c:v>0.751330352798</c:v>
                </c:pt>
                <c:pt idx="301">
                  <c:v>0.750444933877</c:v>
                </c:pt>
                <c:pt idx="302">
                  <c:v>0.749557776659</c:v>
                </c:pt>
                <c:pt idx="303">
                  <c:v>0.748668893154</c:v>
                </c:pt>
                <c:pt idx="304">
                  <c:v>0.747778299147</c:v>
                </c:pt>
                <c:pt idx="305">
                  <c:v>0.746886011008</c:v>
                </c:pt>
                <c:pt idx="306">
                  <c:v>0.745992044597</c:v>
                </c:pt>
                <c:pt idx="307">
                  <c:v>0.745096416855</c:v>
                </c:pt>
                <c:pt idx="308">
                  <c:v>0.744199147061</c:v>
                </c:pt>
                <c:pt idx="309">
                  <c:v>0.743300255189</c:v>
                </c:pt>
                <c:pt idx="310">
                  <c:v>0.742399760337</c:v>
                </c:pt>
                <c:pt idx="311">
                  <c:v>0.741497681477</c:v>
                </c:pt>
                <c:pt idx="312">
                  <c:v>0.740594038033</c:v>
                </c:pt>
                <c:pt idx="313">
                  <c:v>0.739688849264</c:v>
                </c:pt>
                <c:pt idx="314">
                  <c:v>0.738782135128</c:v>
                </c:pt>
                <c:pt idx="315">
                  <c:v>0.73787391718</c:v>
                </c:pt>
                <c:pt idx="316">
                  <c:v>0.736964218516</c:v>
                </c:pt>
                <c:pt idx="317">
                  <c:v>0.736053064345</c:v>
                </c:pt>
                <c:pt idx="318">
                  <c:v>0.735140480578</c:v>
                </c:pt>
                <c:pt idx="319">
                  <c:v>0.734226492852</c:v>
                </c:pt>
                <c:pt idx="320">
                  <c:v>0.733311129935</c:v>
                </c:pt>
                <c:pt idx="321">
                  <c:v>0.732394423204</c:v>
                </c:pt>
                <c:pt idx="322">
                  <c:v>0.731476407938</c:v>
                </c:pt>
                <c:pt idx="323">
                  <c:v>0.730557120953</c:v>
                </c:pt>
                <c:pt idx="324">
                  <c:v>0.72963659848</c:v>
                </c:pt>
                <c:pt idx="325">
                  <c:v>0.728714874453</c:v>
                </c:pt>
                <c:pt idx="326">
                  <c:v>0.727791980108</c:v>
                </c:pt>
                <c:pt idx="327">
                  <c:v>0.726867948019</c:v>
                </c:pt>
                <c:pt idx="328">
                  <c:v>0.725942815882</c:v>
                </c:pt>
                <c:pt idx="329">
                  <c:v>0.725016627518</c:v>
                </c:pt>
                <c:pt idx="330">
                  <c:v>0.724089428802</c:v>
                </c:pt>
                <c:pt idx="331">
                  <c:v>0.723161262576</c:v>
                </c:pt>
                <c:pt idx="332">
                  <c:v>0.722232167351</c:v>
                </c:pt>
                <c:pt idx="333">
                  <c:v>0.721302177883</c:v>
                </c:pt>
                <c:pt idx="334">
                  <c:v>0.720371327959</c:v>
                </c:pt>
                <c:pt idx="335">
                  <c:v>0.719439655104</c:v>
                </c:pt>
                <c:pt idx="336">
                  <c:v>0.718507204792</c:v>
                </c:pt>
                <c:pt idx="337">
                  <c:v>0.717574021109</c:v>
                </c:pt>
                <c:pt idx="338">
                  <c:v>0.716640145121</c:v>
                </c:pt>
                <c:pt idx="339">
                  <c:v>0.715705623274</c:v>
                </c:pt>
                <c:pt idx="340">
                  <c:v>0.714770495916</c:v>
                </c:pt>
                <c:pt idx="341">
                  <c:v>0.713834797521</c:v>
                </c:pt>
                <c:pt idx="342">
                  <c:v>0.712898570795</c:v>
                </c:pt>
                <c:pt idx="343">
                  <c:v>0.71196186211</c:v>
                </c:pt>
                <c:pt idx="344">
                  <c:v>0.711024710084</c:v>
                </c:pt>
                <c:pt idx="345">
                  <c:v>0.71008716061</c:v>
                </c:pt>
                <c:pt idx="346">
                  <c:v>0.709149256169</c:v>
                </c:pt>
                <c:pt idx="347">
                  <c:v>0.708211035334</c:v>
                </c:pt>
                <c:pt idx="348">
                  <c:v>0.707272542314</c:v>
                </c:pt>
                <c:pt idx="349">
                  <c:v>0.706333821572</c:v>
                </c:pt>
                <c:pt idx="350">
                  <c:v>0.705394913504</c:v>
                </c:pt>
                <c:pt idx="351">
                  <c:v>0.704455858732</c:v>
                </c:pt>
                <c:pt idx="352">
                  <c:v>0.703516696254</c:v>
                </c:pt>
                <c:pt idx="353">
                  <c:v>0.702577464708</c:v>
                </c:pt>
                <c:pt idx="354">
                  <c:v>0.701638199157</c:v>
                </c:pt>
                <c:pt idx="355">
                  <c:v>0.700698941047</c:v>
                </c:pt>
                <c:pt idx="356">
                  <c:v>0.6997597237</c:v>
                </c:pt>
                <c:pt idx="357">
                  <c:v>0.6988205871</c:v>
                </c:pt>
                <c:pt idx="358">
                  <c:v>0.697881576216</c:v>
                </c:pt>
                <c:pt idx="359">
                  <c:v>0.696942726947</c:v>
                </c:pt>
                <c:pt idx="360">
                  <c:v>0.696004070575</c:v>
                </c:pt>
                <c:pt idx="361">
                  <c:v>0.695065645559</c:v>
                </c:pt>
                <c:pt idx="362">
                  <c:v>0.694127487374</c:v>
                </c:pt>
                <c:pt idx="363">
                  <c:v>0.693189629606</c:v>
                </c:pt>
                <c:pt idx="364">
                  <c:v>0.692252109852</c:v>
                </c:pt>
                <c:pt idx="365">
                  <c:v>0.691314964661</c:v>
                </c:pt>
                <c:pt idx="366">
                  <c:v>0.690378222093</c:v>
                </c:pt>
                <c:pt idx="367">
                  <c:v>0.689441915852</c:v>
                </c:pt>
                <c:pt idx="368">
                  <c:v>0.688506078282</c:v>
                </c:pt>
                <c:pt idx="369">
                  <c:v>0.687570736187</c:v>
                </c:pt>
                <c:pt idx="370">
                  <c:v>0.686635918025</c:v>
                </c:pt>
                <c:pt idx="371">
                  <c:v>0.685701652635</c:v>
                </c:pt>
                <c:pt idx="372">
                  <c:v>0.684767966693</c:v>
                </c:pt>
                <c:pt idx="373">
                  <c:v>0.683834883298</c:v>
                </c:pt>
                <c:pt idx="374">
                  <c:v>0.682902431851</c:v>
                </c:pt>
                <c:pt idx="375">
                  <c:v>0.681970627924</c:v>
                </c:pt>
                <c:pt idx="376">
                  <c:v>0.681039501345</c:v>
                </c:pt>
                <c:pt idx="377">
                  <c:v>0.680109082069</c:v>
                </c:pt>
                <c:pt idx="378">
                  <c:v>0.679179390896</c:v>
                </c:pt>
                <c:pt idx="379">
                  <c:v>0.678250450527</c:v>
                </c:pt>
                <c:pt idx="380">
                  <c:v>0.677322283907</c:v>
                </c:pt>
                <c:pt idx="381">
                  <c:v>0.676394907778</c:v>
                </c:pt>
                <c:pt idx="382">
                  <c:v>0.6754683413</c:v>
                </c:pt>
                <c:pt idx="383">
                  <c:v>0.674542604587</c:v>
                </c:pt>
                <c:pt idx="384">
                  <c:v>0.673617715174</c:v>
                </c:pt>
                <c:pt idx="385">
                  <c:v>0.67269368983</c:v>
                </c:pt>
                <c:pt idx="386">
                  <c:v>0.671770547134</c:v>
                </c:pt>
                <c:pt idx="387">
                  <c:v>0.670848300257</c:v>
                </c:pt>
                <c:pt idx="388">
                  <c:v>0.669926966587</c:v>
                </c:pt>
                <c:pt idx="389">
                  <c:v>0.669006558792</c:v>
                </c:pt>
                <c:pt idx="390">
                  <c:v>0.668087093985</c:v>
                </c:pt>
                <c:pt idx="391">
                  <c:v>0.667168594879</c:v>
                </c:pt>
                <c:pt idx="392">
                  <c:v>0.666251079849</c:v>
                </c:pt>
                <c:pt idx="393">
                  <c:v>0.665334562115</c:v>
                </c:pt>
                <c:pt idx="394">
                  <c:v>0.664419064707</c:v>
                </c:pt>
                <c:pt idx="395">
                  <c:v>0.663504598271</c:v>
                </c:pt>
                <c:pt idx="396">
                  <c:v>0.662591172483</c:v>
                </c:pt>
                <c:pt idx="397">
                  <c:v>0.66167880402</c:v>
                </c:pt>
                <c:pt idx="398">
                  <c:v>0.660767505774</c:v>
                </c:pt>
                <c:pt idx="399">
                  <c:v>0.659857290027</c:v>
                </c:pt>
                <c:pt idx="400">
                  <c:v>0.658948170044</c:v>
                </c:pt>
                <c:pt idx="401">
                  <c:v>0.658040156202</c:v>
                </c:pt>
                <c:pt idx="402">
                  <c:v>0.657133257987</c:v>
                </c:pt>
                <c:pt idx="403">
                  <c:v>0.65622748464</c:v>
                </c:pt>
                <c:pt idx="404">
                  <c:v>0.655322848793</c:v>
                </c:pt>
                <c:pt idx="405">
                  <c:v>0.654419367665</c:v>
                </c:pt>
                <c:pt idx="406">
                  <c:v>0.653517053035</c:v>
                </c:pt>
                <c:pt idx="407">
                  <c:v>0.652615914291</c:v>
                </c:pt>
                <c:pt idx="408">
                  <c:v>0.651715964383</c:v>
                </c:pt>
                <c:pt idx="409">
                  <c:v>0.650817212272</c:v>
                </c:pt>
                <c:pt idx="410">
                  <c:v>0.649919664232</c:v>
                </c:pt>
                <c:pt idx="411">
                  <c:v>0.649023504658</c:v>
                </c:pt>
                <c:pt idx="412">
                  <c:v>0.648129617416</c:v>
                </c:pt>
                <c:pt idx="413">
                  <c:v>0.647240325738</c:v>
                </c:pt>
                <c:pt idx="414">
                  <c:v>0.646359539643</c:v>
                </c:pt>
                <c:pt idx="415">
                  <c:v>0.645491915282</c:v>
                </c:pt>
                <c:pt idx="416">
                  <c:v>0.644641342532</c:v>
                </c:pt>
                <c:pt idx="417">
                  <c:v>0.643809696365</c:v>
                </c:pt>
                <c:pt idx="418">
                  <c:v>0.642997275395</c:v>
                </c:pt>
                <c:pt idx="419">
                  <c:v>0.642204514182</c:v>
                </c:pt>
                <c:pt idx="420">
                  <c:v>0.641433092811</c:v>
                </c:pt>
                <c:pt idx="421">
                  <c:v>0.640686455603</c:v>
                </c:pt>
                <c:pt idx="422">
                  <c:v>0.639969664875</c:v>
                </c:pt>
                <c:pt idx="423">
                  <c:v>0.639289188014</c:v>
                </c:pt>
                <c:pt idx="424">
                  <c:v>0.638652941379</c:v>
                </c:pt>
                <c:pt idx="425">
                  <c:v>0.638070604962</c:v>
                </c:pt>
                <c:pt idx="426">
                  <c:v>0.637554202233</c:v>
                </c:pt>
                <c:pt idx="427">
                  <c:v>0.637119094611</c:v>
                </c:pt>
                <c:pt idx="428">
                  <c:v>0.636785579873</c:v>
                </c:pt>
                <c:pt idx="429">
                  <c:v>0.63658120563</c:v>
                </c:pt>
                <c:pt idx="430">
                  <c:v>0.636543734667</c:v>
                </c:pt>
                <c:pt idx="431">
                  <c:v>0.63672442662</c:v>
                </c:pt>
                <c:pt idx="432">
                  <c:v>0.637191098142</c:v>
                </c:pt>
                <c:pt idx="433">
                  <c:v>0.638030369825</c:v>
                </c:pt>
                <c:pt idx="434">
                  <c:v>0.639348633632</c:v>
                </c:pt>
                <c:pt idx="435">
                  <c:v>0.641271475471</c:v>
                </c:pt>
                <c:pt idx="436">
                  <c:v>0.643941292272</c:v>
                </c:pt>
                <c:pt idx="437">
                  <c:v>0.64751253311</c:v>
                </c:pt>
                <c:pt idx="438">
                  <c:v>0.65214346744</c:v>
                </c:pt>
                <c:pt idx="439">
                  <c:v>0.657983268058</c:v>
                </c:pt>
                <c:pt idx="440">
                  <c:v>0.665154025091</c:v>
                </c:pt>
                <c:pt idx="441">
                  <c:v>0.673729018783</c:v>
                </c:pt>
                <c:pt idx="442">
                  <c:v>0.683710636699</c:v>
                </c:pt>
                <c:pt idx="443">
                  <c:v>0.695013229058</c:v>
                </c:pt>
                <c:pt idx="444">
                  <c:v>0.707456994347</c:v>
                </c:pt>
                <c:pt idx="445">
                  <c:v>0.720777470465</c:v>
                </c:pt>
                <c:pt idx="446">
                  <c:v>0.734650641872</c:v>
                </c:pt>
                <c:pt idx="447">
                  <c:v>0.748728311103</c:v>
                </c:pt>
                <c:pt idx="448">
                  <c:v>0.762675333843</c:v>
                </c:pt>
                <c:pt idx="449">
                  <c:v>0.776199756689</c:v>
                </c:pt>
                <c:pt idx="450">
                  <c:v>0.789071436546</c:v>
                </c:pt>
                <c:pt idx="451">
                  <c:v>0.80112844546</c:v>
                </c:pt>
                <c:pt idx="452">
                  <c:v>0.812273816232</c:v>
                </c:pt>
                <c:pt idx="453">
                  <c:v>0.822466249682</c:v>
                </c:pt>
                <c:pt idx="454">
                  <c:v>0.831708011094</c:v>
                </c:pt>
                <c:pt idx="455">
                  <c:v>0.840032542559</c:v>
                </c:pt>
                <c:pt idx="456">
                  <c:v>0.847493330766</c:v>
                </c:pt>
                <c:pt idx="457">
                  <c:v>0.854154980596</c:v>
                </c:pt>
                <c:pt idx="458">
                  <c:v>0.860086788734</c:v>
                </c:pt>
                <c:pt idx="459">
                  <c:v>0.865358638715</c:v>
                </c:pt>
                <c:pt idx="460">
                  <c:v>0.870038629936</c:v>
                </c:pt>
                <c:pt idx="461">
                  <c:v>0.874191692442</c:v>
                </c:pt>
                <c:pt idx="462">
                  <c:v>0.87787859753</c:v>
                </c:pt>
                <c:pt idx="463">
                  <c:v>0.881155126718</c:v>
                </c:pt>
                <c:pt idx="464">
                  <c:v>0.884071442421</c:v>
                </c:pt>
                <c:pt idx="465">
                  <c:v>0.88667178225</c:v>
                </c:pt>
                <c:pt idx="466">
                  <c:v>0.888994515547</c:v>
                </c:pt>
                <c:pt idx="467">
                  <c:v>0.891072504235</c:v>
                </c:pt>
                <c:pt idx="468">
                  <c:v>0.892933675328</c:v>
                </c:pt>
                <c:pt idx="469">
                  <c:v>0.894601710583</c:v>
                </c:pt>
                <c:pt idx="470">
                  <c:v>0.89609675557</c:v>
                </c:pt>
                <c:pt idx="471">
                  <c:v>0.897436050261</c:v>
                </c:pt>
                <c:pt idx="472">
                  <c:v>0.89863442185</c:v>
                </c:pt>
                <c:pt idx="473">
                  <c:v>0.89970464193</c:v>
                </c:pt>
                <c:pt idx="474">
                  <c:v>0.900657696377</c:v>
                </c:pt>
                <c:pt idx="475">
                  <c:v>0.901503019802</c:v>
                </c:pt>
                <c:pt idx="476">
                  <c:v>0.902248722674</c:v>
                </c:pt>
                <c:pt idx="477">
                  <c:v>0.902901863663</c:v>
                </c:pt>
                <c:pt idx="478">
                  <c:v>0.903469119393</c:v>
                </c:pt>
                <c:pt idx="479">
                  <c:v>0.903955515773</c:v>
                </c:pt>
                <c:pt idx="480">
                  <c:v>0.904365112545</c:v>
                </c:pt>
                <c:pt idx="481">
                  <c:v>0.904702106631</c:v>
                </c:pt>
                <c:pt idx="482">
                  <c:v>0.904970403109</c:v>
                </c:pt>
                <c:pt idx="483">
                  <c:v>0.905173740508</c:v>
                </c:pt>
                <c:pt idx="484">
                  <c:v>0.90531627694</c:v>
                </c:pt>
                <c:pt idx="485">
                  <c:v>0.905401409788</c:v>
                </c:pt>
                <c:pt idx="486">
                  <c:v>0.905432130056</c:v>
                </c:pt>
                <c:pt idx="487">
                  <c:v>0.90541177934</c:v>
                </c:pt>
                <c:pt idx="488">
                  <c:v>0.905343530849</c:v>
                </c:pt>
                <c:pt idx="489">
                  <c:v>0.905230349281</c:v>
                </c:pt>
                <c:pt idx="490">
                  <c:v>0.905075081278</c:v>
                </c:pt>
                <c:pt idx="491">
                  <c:v>0.90487996274</c:v>
                </c:pt>
                <c:pt idx="492">
                  <c:v>0.904647125214</c:v>
                </c:pt>
                <c:pt idx="493">
                  <c:v>0.904378437423</c:v>
                </c:pt>
                <c:pt idx="494">
                  <c:v>0.904075540529</c:v>
                </c:pt>
                <c:pt idx="495">
                  <c:v>0.903739904351</c:v>
                </c:pt>
                <c:pt idx="496">
                  <c:v>0.903372869577</c:v>
                </c:pt>
                <c:pt idx="497">
                  <c:v>0.902975657391</c:v>
                </c:pt>
                <c:pt idx="498">
                  <c:v>0.902549385907</c:v>
                </c:pt>
                <c:pt idx="499">
                  <c:v>0.902095003602</c:v>
                </c:pt>
                <c:pt idx="500">
                  <c:v>0.901613209096</c:v>
                </c:pt>
                <c:pt idx="501">
                  <c:v>0.901104620015</c:v>
                </c:pt>
                <c:pt idx="502">
                  <c:v>0.900570259768</c:v>
                </c:pt>
                <c:pt idx="503">
                  <c:v>0.900011670933</c:v>
                </c:pt>
                <c:pt idx="504">
                  <c:v>0.89943120567</c:v>
                </c:pt>
                <c:pt idx="505">
                  <c:v>0.898830635823</c:v>
                </c:pt>
                <c:pt idx="506">
                  <c:v>0.898210288442</c:v>
                </c:pt>
                <c:pt idx="507">
                  <c:v>0.897569376235</c:v>
                </c:pt>
                <c:pt idx="508">
                  <c:v>0.896906939983</c:v>
                </c:pt>
                <c:pt idx="509">
                  <c:v>0.896222711074</c:v>
                </c:pt>
                <c:pt idx="510">
                  <c:v>0.895517379522</c:v>
                </c:pt>
                <c:pt idx="511">
                  <c:v>0.894792292948</c:v>
                </c:pt>
                <c:pt idx="512">
                  <c:v>0.894048861692</c:v>
                </c:pt>
                <c:pt idx="513">
                  <c:v>0.893287979374</c:v>
                </c:pt>
                <c:pt idx="514">
                  <c:v>0.892509835957</c:v>
                </c:pt>
                <c:pt idx="515">
                  <c:v>0.891714330443</c:v>
                </c:pt>
                <c:pt idx="516">
                  <c:v>0.890901789534</c:v>
                </c:pt>
                <c:pt idx="517">
                  <c:v>0.890073348045</c:v>
                </c:pt>
                <c:pt idx="518">
                  <c:v>0.889230649571</c:v>
                </c:pt>
                <c:pt idx="519">
                  <c:v>0.888375124361</c:v>
                </c:pt>
                <c:pt idx="520">
                  <c:v>0.887507633295</c:v>
                </c:pt>
                <c:pt idx="521">
                  <c:v>0.886628857131</c:v>
                </c:pt>
                <c:pt idx="522">
                  <c:v>0.885739009745</c:v>
                </c:pt>
                <c:pt idx="523">
                  <c:v>0.884838072578</c:v>
                </c:pt>
                <c:pt idx="524">
                  <c:v>0.883925868744</c:v>
                </c:pt>
                <c:pt idx="525">
                  <c:v>0.883002095612</c:v>
                </c:pt>
                <c:pt idx="526">
                  <c:v>0.88206645492</c:v>
                </c:pt>
                <c:pt idx="527">
                  <c:v>0.881118827424</c:v>
                </c:pt>
                <c:pt idx="528">
                  <c:v>0.880159361922</c:v>
                </c:pt>
                <c:pt idx="529">
                  <c:v>0.8791884054</c:v>
                </c:pt>
                <c:pt idx="530">
                  <c:v>0.878206324771</c:v>
                </c:pt>
                <c:pt idx="531">
                  <c:v>0.877213351706</c:v>
                </c:pt>
                <c:pt idx="532">
                  <c:v>0.876209540162</c:v>
                </c:pt>
                <c:pt idx="533">
                  <c:v>0.875194818953</c:v>
                </c:pt>
                <c:pt idx="534">
                  <c:v>0.874169059044</c:v>
                </c:pt>
                <c:pt idx="535">
                  <c:v>0.873132096619</c:v>
                </c:pt>
                <c:pt idx="536">
                  <c:v>0.872083713201</c:v>
                </c:pt>
                <c:pt idx="537">
                  <c:v>0.871023605893</c:v>
                </c:pt>
                <c:pt idx="538">
                  <c:v>0.869951364984</c:v>
                </c:pt>
                <c:pt idx="539">
                  <c:v>0.868866426675</c:v>
                </c:pt>
                <c:pt idx="540">
                  <c:v>0.867767867304</c:v>
                </c:pt>
                <c:pt idx="541">
                  <c:v>0.866654794983</c:v>
                </c:pt>
                <c:pt idx="542">
                  <c:v>0.865526018466</c:v>
                </c:pt>
                <c:pt idx="543">
                  <c:v>0.864379921619</c:v>
                </c:pt>
                <c:pt idx="544">
                  <c:v>0.863214624983</c:v>
                </c:pt>
                <c:pt idx="545">
                  <c:v>0.862028027489</c:v>
                </c:pt>
                <c:pt idx="546">
                  <c:v>0.860817823668</c:v>
                </c:pt>
                <c:pt idx="547">
                  <c:v>0.859581504219</c:v>
                </c:pt>
                <c:pt idx="548">
                  <c:v>0.858316358372</c:v>
                </c:pt>
                <c:pt idx="549">
                  <c:v>0.857019490146</c:v>
                </c:pt>
                <c:pt idx="550">
                  <c:v>0.85568781856</c:v>
                </c:pt>
                <c:pt idx="551">
                  <c:v>0.854318698565</c:v>
                </c:pt>
                <c:pt idx="552">
                  <c:v>0.852911178911</c:v>
                </c:pt>
                <c:pt idx="553">
                  <c:v>0.851466178864</c:v>
                </c:pt>
                <c:pt idx="554">
                  <c:v>0.849985920429</c:v>
                </c:pt>
                <c:pt idx="555">
                  <c:v>0.848473043991</c:v>
                </c:pt>
                <c:pt idx="556">
                  <c:v>0.846929126584</c:v>
                </c:pt>
                <c:pt idx="557">
                  <c:v>0.84535523493</c:v>
                </c:pt>
                <c:pt idx="558">
                  <c:v>0.843754221152</c:v>
                </c:pt>
                <c:pt idx="559">
                  <c:v>0.842133232966</c:v>
                </c:pt>
                <c:pt idx="560">
                  <c:v>0.840503497488</c:v>
                </c:pt>
                <c:pt idx="561">
                  <c:v>0.838880921956</c:v>
                </c:pt>
                <c:pt idx="562">
                  <c:v>0.83728461439</c:v>
                </c:pt>
                <c:pt idx="563">
                  <c:v>0.835732884363</c:v>
                </c:pt>
                <c:pt idx="564">
                  <c:v>0.834238066268</c:v>
                </c:pt>
                <c:pt idx="565">
                  <c:v>0.832801844727</c:v>
                </c:pt>
                <c:pt idx="566">
                  <c:v>0.831416684888</c:v>
                </c:pt>
                <c:pt idx="567">
                  <c:v>0.830072052888</c:v>
                </c:pt>
                <c:pt idx="568">
                  <c:v>0.828761602739</c:v>
                </c:pt>
                <c:pt idx="569">
                  <c:v>0.827484602182</c:v>
                </c:pt>
                <c:pt idx="570">
                  <c:v>0.826240523967</c:v>
                </c:pt>
                <c:pt idx="571">
                  <c:v>0.825023706333</c:v>
                </c:pt>
                <c:pt idx="572">
                  <c:v>0.82382373886</c:v>
                </c:pt>
                <c:pt idx="573">
                  <c:v>0.822630082919</c:v>
                </c:pt>
                <c:pt idx="574">
                  <c:v>0.821436076869</c:v>
                </c:pt>
                <c:pt idx="575">
                  <c:v>0.820239959022</c:v>
                </c:pt>
                <c:pt idx="576">
                  <c:v>0.819043929192</c:v>
                </c:pt>
                <c:pt idx="577">
                  <c:v>0.817852757479</c:v>
                </c:pt>
                <c:pt idx="578">
                  <c:v>0.816672236852</c:v>
                </c:pt>
                <c:pt idx="579">
                  <c:v>0.815507388206</c:v>
                </c:pt>
                <c:pt idx="580">
                  <c:v>0.814360730392</c:v>
                </c:pt>
                <c:pt idx="581">
                  <c:v>0.813231342008</c:v>
                </c:pt>
                <c:pt idx="582">
                  <c:v>0.812115327666</c:v>
                </c:pt>
                <c:pt idx="583">
                  <c:v>0.811007647601</c:v>
                </c:pt>
                <c:pt idx="584">
                  <c:v>0.809904334832</c:v>
                </c:pt>
                <c:pt idx="585">
                  <c:v>0.808803738079</c:v>
                </c:pt>
                <c:pt idx="586">
                  <c:v>0.807706287928</c:v>
                </c:pt>
                <c:pt idx="587">
                  <c:v>0.806613491786</c:v>
                </c:pt>
                <c:pt idx="588">
                  <c:v>0.805527143559</c:v>
                </c:pt>
                <c:pt idx="589">
                  <c:v>0.804449007208</c:v>
                </c:pt>
                <c:pt idx="590">
                  <c:v>0.803380693694</c:v>
                </c:pt>
                <c:pt idx="591">
                  <c:v>0.802323529395</c:v>
                </c:pt>
                <c:pt idx="592">
                  <c:v>0.801278471434</c:v>
                </c:pt>
                <c:pt idx="593">
                  <c:v>0.800246131118</c:v>
                </c:pt>
                <c:pt idx="594">
                  <c:v>0.799226878455</c:v>
                </c:pt>
                <c:pt idx="595">
                  <c:v>0.798220985461</c:v>
                </c:pt>
                <c:pt idx="596">
                  <c:v>0.797228770974</c:v>
                </c:pt>
                <c:pt idx="597">
                  <c:v>0.796250688644</c:v>
                </c:pt>
                <c:pt idx="598">
                  <c:v>0.795287330685</c:v>
                </c:pt>
                <c:pt idx="599">
                  <c:v>0.794339374318</c:v>
                </c:pt>
                <c:pt idx="600">
                  <c:v>0.793407525335</c:v>
                </c:pt>
                <c:pt idx="601">
                  <c:v>0.792492466143</c:v>
                </c:pt>
                <c:pt idx="602">
                  <c:v>0.791594773298</c:v>
                </c:pt>
                <c:pt idx="603">
                  <c:v>0.79071480955</c:v>
                </c:pt>
                <c:pt idx="604">
                  <c:v>0.789852648339</c:v>
                </c:pt>
                <c:pt idx="605">
                  <c:v>0.789008090911</c:v>
                </c:pt>
                <c:pt idx="606">
                  <c:v>0.788180779288</c:v>
                </c:pt>
                <c:pt idx="607">
                  <c:v>0.787370371991</c:v>
                </c:pt>
                <c:pt idx="608">
                  <c:v>0.78657670013</c:v>
                </c:pt>
                <c:pt idx="609">
                  <c:v>0.785799820114</c:v>
                </c:pt>
                <c:pt idx="610">
                  <c:v>0.785039941306</c:v>
                </c:pt>
                <c:pt idx="611">
                  <c:v>0.784297287149</c:v>
                </c:pt>
                <c:pt idx="612">
                  <c:v>0.783571970828</c:v>
                </c:pt>
                <c:pt idx="613">
                  <c:v>0.782863922787</c:v>
                </c:pt>
                <c:pt idx="614">
                  <c:v>0.782172866841</c:v>
                </c:pt>
                <c:pt idx="615">
                  <c:v>0.781498335102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1</c:v>
                </c:pt>
                <c:pt idx="1">
                  <c:v>0.999997336824</c:v>
                </c:pt>
                <c:pt idx="2">
                  <c:v>0.999993268607</c:v>
                </c:pt>
                <c:pt idx="3">
                  <c:v>0.99998733302</c:v>
                </c:pt>
                <c:pt idx="4">
                  <c:v>0.999978644979</c:v>
                </c:pt>
                <c:pt idx="5">
                  <c:v>0.99996555696</c:v>
                </c:pt>
                <c:pt idx="6">
                  <c:v>0.999945329255</c:v>
                </c:pt>
                <c:pt idx="7">
                  <c:v>0.999913930712</c:v>
                </c:pt>
                <c:pt idx="8">
                  <c:v>0.999865958993</c:v>
                </c:pt>
                <c:pt idx="9">
                  <c:v>0.99979445689</c:v>
                </c:pt>
                <c:pt idx="10">
                  <c:v>0.999690477047</c:v>
                </c:pt>
                <c:pt idx="11">
                  <c:v>0.99954274904</c:v>
                </c:pt>
                <c:pt idx="12">
                  <c:v>0.999338171876</c:v>
                </c:pt>
                <c:pt idx="13">
                  <c:v>0.999063535322</c:v>
                </c:pt>
                <c:pt idx="14">
                  <c:v>0.9987080362</c:v>
                </c:pt>
                <c:pt idx="15">
                  <c:v>0.998265497524</c:v>
                </c:pt>
                <c:pt idx="16">
                  <c:v>0.997735284948</c:v>
                </c:pt>
                <c:pt idx="17">
                  <c:v>0.99712167206</c:v>
                </c:pt>
                <c:pt idx="18">
                  <c:v>0.996432220802</c:v>
                </c:pt>
                <c:pt idx="19">
                  <c:v>0.995676060688</c:v>
                </c:pt>
                <c:pt idx="20">
                  <c:v>0.994862700268</c:v>
                </c:pt>
                <c:pt idx="21">
                  <c:v>0.994001476901</c:v>
                </c:pt>
                <c:pt idx="22">
                  <c:v>0.993101278744</c:v>
                </c:pt>
                <c:pt idx="23">
                  <c:v>0.992170019755</c:v>
                </c:pt>
                <c:pt idx="24">
                  <c:v>0.991213624057</c:v>
                </c:pt>
                <c:pt idx="25">
                  <c:v>0.990234768395</c:v>
                </c:pt>
                <c:pt idx="26">
                  <c:v>0.989231937257</c:v>
                </c:pt>
                <c:pt idx="27">
                  <c:v>0.98819923988</c:v>
                </c:pt>
                <c:pt idx="28">
                  <c:v>0.987127076289</c:v>
                </c:pt>
                <c:pt idx="29">
                  <c:v>0.986003426609</c:v>
                </c:pt>
                <c:pt idx="30">
                  <c:v>0.984815431846</c:v>
                </c:pt>
                <c:pt idx="31">
                  <c:v>0.983550992885</c:v>
                </c:pt>
                <c:pt idx="32">
                  <c:v>0.982200221041</c:v>
                </c:pt>
                <c:pt idx="33">
                  <c:v>0.980756652259</c:v>
                </c:pt>
                <c:pt idx="34">
                  <c:v>0.979218166476</c:v>
                </c:pt>
                <c:pt idx="35">
                  <c:v>0.977587545025</c:v>
                </c:pt>
                <c:pt idx="36">
                  <c:v>0.975872612827</c:v>
                </c:pt>
                <c:pt idx="37">
                  <c:v>0.974085952781</c:v>
                </c:pt>
                <c:pt idx="38">
                  <c:v>0.972244222567</c:v>
                </c:pt>
                <c:pt idx="39">
                  <c:v>0.97036723069</c:v>
                </c:pt>
                <c:pt idx="40">
                  <c:v>0.968476894896</c:v>
                </c:pt>
                <c:pt idx="41">
                  <c:v>0.966596216345</c:v>
                </c:pt>
                <c:pt idx="42">
                  <c:v>0.964748343811</c:v>
                </c:pt>
                <c:pt idx="43">
                  <c:v>0.962955760586</c:v>
                </c:pt>
                <c:pt idx="44">
                  <c:v>0.961239598426</c:v>
                </c:pt>
                <c:pt idx="45">
                  <c:v>0.959619045966</c:v>
                </c:pt>
                <c:pt idx="46">
                  <c:v>0.958110818356</c:v>
                </c:pt>
                <c:pt idx="47">
                  <c:v>0.95672865981</c:v>
                </c:pt>
                <c:pt idx="48">
                  <c:v>0.955482906442</c:v>
                </c:pt>
                <c:pt idx="49">
                  <c:v>0.954380183628</c:v>
                </c:pt>
                <c:pt idx="50">
                  <c:v>0.953423332307</c:v>
                </c:pt>
                <c:pt idx="51">
                  <c:v>0.952611617031</c:v>
                </c:pt>
                <c:pt idx="52">
                  <c:v>0.951941181653</c:v>
                </c:pt>
                <c:pt idx="53">
                  <c:v>0.95140564136</c:v>
                </c:pt>
                <c:pt idx="54">
                  <c:v>0.950996681737</c:v>
                </c:pt>
                <c:pt idx="55">
                  <c:v>0.950704577636</c:v>
                </c:pt>
                <c:pt idx="56">
                  <c:v>0.950518609009</c:v>
                </c:pt>
                <c:pt idx="57">
                  <c:v>0.950427398003</c:v>
                </c:pt>
                <c:pt idx="58">
                  <c:v>0.950419208224</c:v>
                </c:pt>
                <c:pt idx="59">
                  <c:v>0.950482234223</c:v>
                </c:pt>
                <c:pt idx="60">
                  <c:v>0.950604883792</c:v>
                </c:pt>
                <c:pt idx="61">
                  <c:v>0.950776031088</c:v>
                </c:pt>
                <c:pt idx="62">
                  <c:v>0.950985210811</c:v>
                </c:pt>
                <c:pt idx="63">
                  <c:v>0.951222738901</c:v>
                </c:pt>
                <c:pt idx="64">
                  <c:v>0.951479767058</c:v>
                </c:pt>
                <c:pt idx="65">
                  <c:v>0.951748293974</c:v>
                </c:pt>
                <c:pt idx="66">
                  <c:v>0.952021154965</c:v>
                </c:pt>
                <c:pt idx="67">
                  <c:v>0.952292001266</c:v>
                </c:pt>
                <c:pt idx="68">
                  <c:v>0.952555272112</c:v>
                </c:pt>
                <c:pt idx="69">
                  <c:v>0.952806162117</c:v>
                </c:pt>
                <c:pt idx="70">
                  <c:v>0.953040590962</c:v>
                </c:pt>
                <c:pt idx="71">
                  <c:v>0.953255178712</c:v>
                </c:pt>
                <c:pt idx="72">
                  <c:v>0.953447224562</c:v>
                </c:pt>
                <c:pt idx="73">
                  <c:v>0.953614678631</c:v>
                </c:pt>
                <c:pt idx="74">
                  <c:v>0.953756096889</c:v>
                </c:pt>
                <c:pt idx="75">
                  <c:v>0.953870575521</c:v>
                </c:pt>
                <c:pt idx="76">
                  <c:v>0.953957669061</c:v>
                </c:pt>
                <c:pt idx="77">
                  <c:v>0.954017300732</c:v>
                </c:pt>
                <c:pt idx="78">
                  <c:v>0.954049672873</c:v>
                </c:pt>
                <c:pt idx="79">
                  <c:v>0.954055183919</c:v>
                </c:pt>
                <c:pt idx="80">
                  <c:v>0.95403435574</c:v>
                </c:pt>
                <c:pt idx="81">
                  <c:v>0.953987776043</c:v>
                </c:pt>
                <c:pt idx="82">
                  <c:v>0.953916058542</c:v>
                </c:pt>
                <c:pt idx="83">
                  <c:v>0.953819822161</c:v>
                </c:pt>
                <c:pt idx="84">
                  <c:v>0.95369968382</c:v>
                </c:pt>
                <c:pt idx="85">
                  <c:v>0.953556257097</c:v>
                </c:pt>
                <c:pt idx="86">
                  <c:v>0.95339015364</c:v>
                </c:pt>
                <c:pt idx="87">
                  <c:v>0.95320198274</c:v>
                </c:pt>
                <c:pt idx="88">
                  <c:v>0.952992332786</c:v>
                </c:pt>
                <c:pt idx="89">
                  <c:v>0.952761729568</c:v>
                </c:pt>
                <c:pt idx="90">
                  <c:v>0.952510619836</c:v>
                </c:pt>
                <c:pt idx="91">
                  <c:v>0.952239455438</c:v>
                </c:pt>
                <c:pt idx="92">
                  <c:v>0.95194886101</c:v>
                </c:pt>
                <c:pt idx="93">
                  <c:v>0.951639729303</c:v>
                </c:pt>
                <c:pt idx="94">
                  <c:v>0.951313081688</c:v>
                </c:pt>
                <c:pt idx="95">
                  <c:v>0.950969729731</c:v>
                </c:pt>
                <c:pt idx="96">
                  <c:v>0.950609993319</c:v>
                </c:pt>
                <c:pt idx="97">
                  <c:v>0.950233712667</c:v>
                </c:pt>
                <c:pt idx="98">
                  <c:v>0.949840550709</c:v>
                </c:pt>
                <c:pt idx="99">
                  <c:v>0.94943036255</c:v>
                </c:pt>
                <c:pt idx="100">
                  <c:v>0.949003394018</c:v>
                </c:pt>
                <c:pt idx="101">
                  <c:v>0.94856021935</c:v>
                </c:pt>
                <c:pt idx="102">
                  <c:v>0.948101492128</c:v>
                </c:pt>
                <c:pt idx="103">
                  <c:v>0.947627680752</c:v>
                </c:pt>
                <c:pt idx="104">
                  <c:v>0.947138967295</c:v>
                </c:pt>
                <c:pt idx="105">
                  <c:v>0.946635378891</c:v>
                </c:pt>
                <c:pt idx="106">
                  <c:v>0.946117042917</c:v>
                </c:pt>
                <c:pt idx="107">
                  <c:v>0.945584355143</c:v>
                </c:pt>
                <c:pt idx="108">
                  <c:v>0.945037930702</c:v>
                </c:pt>
                <c:pt idx="109">
                  <c:v>0.944478399843</c:v>
                </c:pt>
                <c:pt idx="110">
                  <c:v>0.943906220166</c:v>
                </c:pt>
                <c:pt idx="111">
                  <c:v>0.9433216164</c:v>
                </c:pt>
                <c:pt idx="112">
                  <c:v>0.942724629186</c:v>
                </c:pt>
                <c:pt idx="113">
                  <c:v>0.94211519213</c:v>
                </c:pt>
                <c:pt idx="114">
                  <c:v>0.941493188808</c:v>
                </c:pt>
                <c:pt idx="115">
                  <c:v>0.940858495687</c:v>
                </c:pt>
                <c:pt idx="116">
                  <c:v>0.940211029032</c:v>
                </c:pt>
                <c:pt idx="117">
                  <c:v>0.939550789099</c:v>
                </c:pt>
                <c:pt idx="118">
                  <c:v>0.938877876132</c:v>
                </c:pt>
                <c:pt idx="119">
                  <c:v>0.938192463715</c:v>
                </c:pt>
                <c:pt idx="120">
                  <c:v>0.937494744889</c:v>
                </c:pt>
                <c:pt idx="121">
                  <c:v>0.936784884689</c:v>
                </c:pt>
                <c:pt idx="122">
                  <c:v>0.936063003407</c:v>
                </c:pt>
                <c:pt idx="123">
                  <c:v>0.935329188909</c:v>
                </c:pt>
                <c:pt idx="124">
                  <c:v>0.934583518128</c:v>
                </c:pt>
                <c:pt idx="125">
                  <c:v>0.933826069977</c:v>
                </c:pt>
                <c:pt idx="126">
                  <c:v>0.933056926103</c:v>
                </c:pt>
                <c:pt idx="127">
                  <c:v>0.932276165794</c:v>
                </c:pt>
                <c:pt idx="128">
                  <c:v>0.931483860061</c:v>
                </c:pt>
                <c:pt idx="129">
                  <c:v>0.930680063881</c:v>
                </c:pt>
                <c:pt idx="130">
                  <c:v>0.929864804723</c:v>
                </c:pt>
                <c:pt idx="131">
                  <c:v>0.929038071012</c:v>
                </c:pt>
                <c:pt idx="132">
                  <c:v>0.92819980855</c:v>
                </c:pt>
                <c:pt idx="133">
                  <c:v>0.927349929265</c:v>
                </c:pt>
                <c:pt idx="134">
                  <c:v>0.926488328115</c:v>
                </c:pt>
                <c:pt idx="135">
                  <c:v>0.92561489912</c:v>
                </c:pt>
                <c:pt idx="136">
                  <c:v>0.924729544318</c:v>
                </c:pt>
                <c:pt idx="137">
                  <c:v>0.92383217555</c:v>
                </c:pt>
                <c:pt idx="138">
                  <c:v>0.922922712562</c:v>
                </c:pt>
                <c:pt idx="139">
                  <c:v>0.922001080442</c:v>
                </c:pt>
                <c:pt idx="140">
                  <c:v>0.92106720094</c:v>
                </c:pt>
                <c:pt idx="141">
                  <c:v>0.920121074638</c:v>
                </c:pt>
                <c:pt idx="142">
                  <c:v>0.919163035929</c:v>
                </c:pt>
                <c:pt idx="143">
                  <c:v>0.918193812704</c:v>
                </c:pt>
                <c:pt idx="144">
                  <c:v>0.917215330389</c:v>
                </c:pt>
                <c:pt idx="145">
                  <c:v>0.916224939441</c:v>
                </c:pt>
                <c:pt idx="146">
                  <c:v>0.915223254643</c:v>
                </c:pt>
                <c:pt idx="147">
                  <c:v>0.91421070774</c:v>
                </c:pt>
                <c:pt idx="148">
                  <c:v>0.913188043213</c:v>
                </c:pt>
                <c:pt idx="149">
                  <c:v>0.91215684414</c:v>
                </c:pt>
                <c:pt idx="150">
                  <c:v>0.911119723713</c:v>
                </c:pt>
                <c:pt idx="151">
                  <c:v>0.910080532033</c:v>
                </c:pt>
                <c:pt idx="152">
                  <c:v>0.90904425811</c:v>
                </c:pt>
                <c:pt idx="153">
                  <c:v>0.908016209737</c:v>
                </c:pt>
                <c:pt idx="154">
                  <c:v>0.907000427638</c:v>
                </c:pt>
                <c:pt idx="155">
                  <c:v>0.905997994286</c:v>
                </c:pt>
                <c:pt idx="156">
                  <c:v>0.905007156426</c:v>
                </c:pt>
                <c:pt idx="157">
                  <c:v>0.904025059301</c:v>
                </c:pt>
                <c:pt idx="158">
                  <c:v>0.903048056066</c:v>
                </c:pt>
                <c:pt idx="159">
                  <c:v>0.902074928429</c:v>
                </c:pt>
                <c:pt idx="160">
                  <c:v>0.90110529571</c:v>
                </c:pt>
                <c:pt idx="161">
                  <c:v>0.900137919839</c:v>
                </c:pt>
                <c:pt idx="162">
                  <c:v>0.899170761326</c:v>
                </c:pt>
                <c:pt idx="163">
                  <c:v>0.898201804563</c:v>
                </c:pt>
                <c:pt idx="164">
                  <c:v>0.897229814757</c:v>
                </c:pt>
                <c:pt idx="165">
                  <c:v>0.896254541573</c:v>
                </c:pt>
                <c:pt idx="166">
                  <c:v>0.895276490298</c:v>
                </c:pt>
                <c:pt idx="167">
                  <c:v>0.894296562788</c:v>
                </c:pt>
                <c:pt idx="168">
                  <c:v>0.893315717193</c:v>
                </c:pt>
                <c:pt idx="169">
                  <c:v>0.892334674097</c:v>
                </c:pt>
                <c:pt idx="170">
                  <c:v>0.891353700094</c:v>
                </c:pt>
                <c:pt idx="171">
                  <c:v>0.890372553684</c:v>
                </c:pt>
                <c:pt idx="172">
                  <c:v>0.889390640694</c:v>
                </c:pt>
                <c:pt idx="173">
                  <c:v>0.888407309196</c:v>
                </c:pt>
                <c:pt idx="174">
                  <c:v>0.887422119143</c:v>
                </c:pt>
                <c:pt idx="175">
                  <c:v>0.886434950044</c:v>
                </c:pt>
                <c:pt idx="176">
                  <c:v>0.885445933037</c:v>
                </c:pt>
                <c:pt idx="177">
                  <c:v>0.884455313083</c:v>
                </c:pt>
                <c:pt idx="178">
                  <c:v>0.8834633445</c:v>
                </c:pt>
                <c:pt idx="179">
                  <c:v>0.882470248167</c:v>
                </c:pt>
                <c:pt idx="180">
                  <c:v>0.881476202741</c:v>
                </c:pt>
                <c:pt idx="181">
                  <c:v>0.880481341483</c:v>
                </c:pt>
                <c:pt idx="182">
                  <c:v>0.879485750387</c:v>
                </c:pt>
                <c:pt idx="183">
                  <c:v>0.878489473431</c:v>
                </c:pt>
                <c:pt idx="184">
                  <c:v>0.877492525981</c:v>
                </c:pt>
                <c:pt idx="185">
                  <c:v>0.876494912107</c:v>
                </c:pt>
                <c:pt idx="186">
                  <c:v>0.87549663946</c:v>
                </c:pt>
                <c:pt idx="187">
                  <c:v>0.874497726138</c:v>
                </c:pt>
                <c:pt idx="188">
                  <c:v>0.873498198996</c:v>
                </c:pt>
                <c:pt idx="189">
                  <c:v>0.872498086275</c:v>
                </c:pt>
                <c:pt idx="190">
                  <c:v>0.871497411165</c:v>
                </c:pt>
                <c:pt idx="191">
                  <c:v>0.870496186341</c:v>
                </c:pt>
                <c:pt idx="192">
                  <c:v>0.869494411145</c:v>
                </c:pt>
                <c:pt idx="193">
                  <c:v>0.868492072662</c:v>
                </c:pt>
                <c:pt idx="194">
                  <c:v>0.867489154197</c:v>
                </c:pt>
                <c:pt idx="195">
                  <c:v>0.866485648537</c:v>
                </c:pt>
                <c:pt idx="196">
                  <c:v>0.865481571277</c:v>
                </c:pt>
                <c:pt idx="197">
                  <c:v>0.864476965275</c:v>
                </c:pt>
                <c:pt idx="198">
                  <c:v>0.863471891628</c:v>
                </c:pt>
                <c:pt idx="199">
                  <c:v>0.86246641</c:v>
                </c:pt>
                <c:pt idx="200">
                  <c:v>0.861460558285</c:v>
                </c:pt>
                <c:pt idx="201">
                  <c:v>0.860454342121</c:v>
                </c:pt>
                <c:pt idx="202">
                  <c:v>0.859447738116</c:v>
                </c:pt>
                <c:pt idx="203">
                  <c:v>0.858440706964</c:v>
                </c:pt>
                <c:pt idx="204">
                  <c:v>0.857433209251</c:v>
                </c:pt>
                <c:pt idx="205">
                  <c:v>0.856425218146</c:v>
                </c:pt>
                <c:pt idx="206">
                  <c:v>0.85541672567</c:v>
                </c:pt>
                <c:pt idx="207">
                  <c:v>0.854407742004</c:v>
                </c:pt>
                <c:pt idx="208">
                  <c:v>0.853398289771</c:v>
                </c:pt>
                <c:pt idx="209">
                  <c:v>0.852388397179</c:v>
                </c:pt>
                <c:pt idx="210">
                  <c:v>0.851378093812</c:v>
                </c:pt>
                <c:pt idx="211">
                  <c:v>0.850367410461</c:v>
                </c:pt>
                <c:pt idx="212">
                  <c:v>0.849356381383</c:v>
                </c:pt>
                <c:pt idx="213">
                  <c:v>0.848345045893</c:v>
                </c:pt>
                <c:pt idx="214">
                  <c:v>0.847333447848</c:v>
                </c:pt>
                <c:pt idx="215">
                  <c:v>0.846321632979</c:v>
                </c:pt>
                <c:pt idx="216">
                  <c:v>0.845309646075</c:v>
                </c:pt>
                <c:pt idx="217">
                  <c:v>0.844297528974</c:v>
                </c:pt>
                <c:pt idx="218">
                  <c:v>0.843285319218</c:v>
                </c:pt>
                <c:pt idx="219">
                  <c:v>0.842273048418</c:v>
                </c:pt>
                <c:pt idx="220">
                  <c:v>0.84126073992</c:v>
                </c:pt>
                <c:pt idx="221">
                  <c:v>0.840248406408</c:v>
                </c:pt>
                <c:pt idx="222">
                  <c:v>0.839236048494</c:v>
                </c:pt>
                <c:pt idx="223">
                  <c:v>0.838223654876</c:v>
                </c:pt>
                <c:pt idx="224">
                  <c:v>0.837211204461</c:v>
                </c:pt>
                <c:pt idx="225">
                  <c:v>0.836198670716</c:v>
                </c:pt>
                <c:pt idx="226">
                  <c:v>0.835186028421</c:v>
                </c:pt>
                <c:pt idx="227">
                  <c:v>0.834173259677</c:v>
                </c:pt>
                <c:pt idx="228">
                  <c:v>0.833160356286</c:v>
                </c:pt>
                <c:pt idx="229">
                  <c:v>0.832147316974</c:v>
                </c:pt>
                <c:pt idx="230">
                  <c:v>0.831134143214</c:v>
                </c:pt>
                <c:pt idx="231">
                  <c:v>0.83012083836</c:v>
                </c:pt>
                <c:pt idx="232">
                  <c:v>0.829107410632</c:v>
                </c:pt>
                <c:pt idx="233">
                  <c:v>0.828093875819</c:v>
                </c:pt>
                <c:pt idx="234">
                  <c:v>0.827080256252</c:v>
                </c:pt>
                <c:pt idx="235">
                  <c:v>0.826066576503</c:v>
                </c:pt>
                <c:pt idx="236">
                  <c:v>0.825052854583</c:v>
                </c:pt>
                <c:pt idx="237">
                  <c:v>0.824039084462</c:v>
                </c:pt>
                <c:pt idx="238">
                  <c:v>0.823025212584</c:v>
                </c:pt>
                <c:pt idx="239">
                  <c:v>0.822011131673</c:v>
                </c:pt>
                <c:pt idx="240">
                  <c:v>0.820996719457</c:v>
                </c:pt>
                <c:pt idx="241">
                  <c:v>0.819981917198</c:v>
                </c:pt>
                <c:pt idx="242">
                  <c:v>0.818966793757</c:v>
                </c:pt>
                <c:pt idx="243">
                  <c:v>0.817951538599</c:v>
                </c:pt>
                <c:pt idx="244">
                  <c:v>0.816936370108</c:v>
                </c:pt>
                <c:pt idx="245">
                  <c:v>0.815921419328</c:v>
                </c:pt>
                <c:pt idx="246">
                  <c:v>0.814906666808</c:v>
                </c:pt>
                <c:pt idx="247">
                  <c:v>0.813891970289</c:v>
                </c:pt>
                <c:pt idx="248">
                  <c:v>0.812877164033</c:v>
                </c:pt>
                <c:pt idx="249">
                  <c:v>0.811862161816</c:v>
                </c:pt>
                <c:pt idx="250">
                  <c:v>0.810847002507</c:v>
                </c:pt>
                <c:pt idx="251">
                  <c:v>0.809831806923</c:v>
                </c:pt>
                <c:pt idx="252">
                  <c:v>0.808816678855</c:v>
                </c:pt>
                <c:pt idx="253">
                  <c:v>0.807801623021</c:v>
                </c:pt>
                <c:pt idx="254">
                  <c:v>0.806786540107</c:v>
                </c:pt>
                <c:pt idx="255">
                  <c:v>0.805771296243</c:v>
                </c:pt>
                <c:pt idx="256">
                  <c:v>0.804755809678</c:v>
                </c:pt>
                <c:pt idx="257">
                  <c:v>0.803740094445</c:v>
                </c:pt>
                <c:pt idx="258">
                  <c:v>0.802724247971</c:v>
                </c:pt>
                <c:pt idx="259">
                  <c:v>0.801708411914</c:v>
                </c:pt>
                <c:pt idx="260">
                  <c:v>0.800692739275</c:v>
                </c:pt>
                <c:pt idx="261">
                  <c:v>0.799677375369</c:v>
                </c:pt>
                <c:pt idx="262">
                  <c:v>0.798662439935</c:v>
                </c:pt>
                <c:pt idx="263">
                  <c:v>0.797648004896</c:v>
                </c:pt>
                <c:pt idx="264">
                  <c:v>0.796634077801</c:v>
                </c:pt>
                <c:pt idx="265">
                  <c:v>0.795620608763</c:v>
                </c:pt>
                <c:pt idx="266">
                  <c:v>0.794607524831</c:v>
                </c:pt>
                <c:pt idx="267">
                  <c:v>0.793594772082</c:v>
                </c:pt>
                <c:pt idx="268">
                  <c:v>0.792582339733</c:v>
                </c:pt>
                <c:pt idx="269">
                  <c:v>0.791570251166</c:v>
                </c:pt>
                <c:pt idx="270">
                  <c:v>0.79055853572</c:v>
                </c:pt>
                <c:pt idx="271">
                  <c:v>0.789547197979</c:v>
                </c:pt>
                <c:pt idx="272">
                  <c:v>0.788536206364</c:v>
                </c:pt>
                <c:pt idx="273">
                  <c:v>0.787525499029</c:v>
                </c:pt>
                <c:pt idx="274">
                  <c:v>0.786515000221</c:v>
                </c:pt>
                <c:pt idx="275">
                  <c:v>0.785504638587</c:v>
                </c:pt>
                <c:pt idx="276">
                  <c:v>0.784494363712</c:v>
                </c:pt>
                <c:pt idx="277">
                  <c:v>0.783484158695</c:v>
                </c:pt>
                <c:pt idx="278">
                  <c:v>0.782474044613</c:v>
                </c:pt>
                <c:pt idx="279">
                  <c:v>0.781464072805</c:v>
                </c:pt>
                <c:pt idx="280">
                  <c:v>0.780454306401</c:v>
                </c:pt>
                <c:pt idx="281">
                  <c:v>0.779444799894</c:v>
                </c:pt>
                <c:pt idx="282">
                  <c:v>0.77843558757</c:v>
                </c:pt>
                <c:pt idx="283">
                  <c:v>0.77742668564</c:v>
                </c:pt>
                <c:pt idx="284">
                  <c:v>0.776418104207</c:v>
                </c:pt>
                <c:pt idx="285">
                  <c:v>0.775409859782</c:v>
                </c:pt>
                <c:pt idx="286">
                  <c:v>0.774401980895</c:v>
                </c:pt>
                <c:pt idx="287">
                  <c:v>0.773394505374</c:v>
                </c:pt>
                <c:pt idx="288">
                  <c:v>0.772387474048</c:v>
                </c:pt>
                <c:pt idx="289">
                  <c:v>0.771380926703</c:v>
                </c:pt>
                <c:pt idx="290">
                  <c:v>0.770374902913</c:v>
                </c:pt>
                <c:pt idx="291">
                  <c:v>0.769369443624</c:v>
                </c:pt>
                <c:pt idx="292">
                  <c:v>0.768364591653</c:v>
                </c:pt>
                <c:pt idx="293">
                  <c:v>0.767360388482</c:v>
                </c:pt>
                <c:pt idx="294">
                  <c:v>0.766356870993</c:v>
                </c:pt>
                <c:pt idx="295">
                  <c:v>0.765354069519</c:v>
                </c:pt>
                <c:pt idx="296">
                  <c:v>0.764352007194</c:v>
                </c:pt>
                <c:pt idx="297">
                  <c:v>0.763350699077</c:v>
                </c:pt>
                <c:pt idx="298">
                  <c:v>0.76235015043</c:v>
                </c:pt>
                <c:pt idx="299">
                  <c:v>0.761350355478</c:v>
                </c:pt>
                <c:pt idx="300">
                  <c:v>0.760351298924</c:v>
                </c:pt>
                <c:pt idx="301">
                  <c:v>0.759352961483</c:v>
                </c:pt>
                <c:pt idx="302">
                  <c:v>0.75835532754</c:v>
                </c:pt>
                <c:pt idx="303">
                  <c:v>0.757358390512</c:v>
                </c:pt>
                <c:pt idx="304">
                  <c:v>0.756362152117</c:v>
                </c:pt>
                <c:pt idx="305">
                  <c:v>0.755366616508</c:v>
                </c:pt>
                <c:pt idx="306">
                  <c:v>0.754371784546</c:v>
                </c:pt>
                <c:pt idx="307">
                  <c:v>0.753377652972</c:v>
                </c:pt>
                <c:pt idx="308">
                  <c:v>0.752384218898</c:v>
                </c:pt>
                <c:pt idx="309">
                  <c:v>0.751391486029</c:v>
                </c:pt>
                <c:pt idx="310">
                  <c:v>0.750399469205</c:v>
                </c:pt>
                <c:pt idx="311">
                  <c:v>0.749408195893</c:v>
                </c:pt>
                <c:pt idx="312">
                  <c:v>0.748417703959</c:v>
                </c:pt>
                <c:pt idx="313">
                  <c:v>0.74742803518</c:v>
                </c:pt>
                <c:pt idx="314">
                  <c:v>0.746439226182</c:v>
                </c:pt>
                <c:pt idx="315">
                  <c:v>0.745451302527</c:v>
                </c:pt>
                <c:pt idx="316">
                  <c:v>0.74446428158</c:v>
                </c:pt>
                <c:pt idx="317">
                  <c:v>0.743478182867</c:v>
                </c:pt>
                <c:pt idx="318">
                  <c:v>0.742493035522</c:v>
                </c:pt>
                <c:pt idx="319">
                  <c:v>0.741508872241</c:v>
                </c:pt>
                <c:pt idx="320">
                  <c:v>0.740525711315</c:v>
                </c:pt>
                <c:pt idx="321">
                  <c:v>0.739543541858</c:v>
                </c:pt>
                <c:pt idx="322">
                  <c:v>0.738562328581</c:v>
                </c:pt>
                <c:pt idx="323">
                  <c:v>0.737582037024</c:v>
                </c:pt>
                <c:pt idx="324">
                  <c:v>0.73660266182</c:v>
                </c:pt>
                <c:pt idx="325">
                  <c:v>0.735624235106</c:v>
                </c:pt>
                <c:pt idx="326">
                  <c:v>0.734646807263</c:v>
                </c:pt>
                <c:pt idx="327">
                  <c:v>0.733670412096</c:v>
                </c:pt>
                <c:pt idx="328">
                  <c:v>0.732695041964</c:v>
                </c:pt>
                <c:pt idx="329">
                  <c:v>0.731720650883</c:v>
                </c:pt>
                <c:pt idx="330">
                  <c:v>0.730747185561</c:v>
                </c:pt>
                <c:pt idx="331">
                  <c:v>0.729774622652</c:v>
                </c:pt>
                <c:pt idx="332">
                  <c:v>0.72880298556</c:v>
                </c:pt>
                <c:pt idx="333">
                  <c:v>0.727832327461</c:v>
                </c:pt>
                <c:pt idx="334">
                  <c:v>0.72686269413</c:v>
                </c:pt>
                <c:pt idx="335">
                  <c:v>0.725894095139</c:v>
                </c:pt>
                <c:pt idx="336">
                  <c:v>0.724926504773</c:v>
                </c:pt>
                <c:pt idx="337">
                  <c:v>0.723959888565</c:v>
                </c:pt>
                <c:pt idx="338">
                  <c:v>0.722994231435</c:v>
                </c:pt>
                <c:pt idx="339">
                  <c:v>0.722029546383</c:v>
                </c:pt>
                <c:pt idx="340">
                  <c:v>0.72106586191</c:v>
                </c:pt>
                <c:pt idx="341">
                  <c:v>0.720103203163</c:v>
                </c:pt>
                <c:pt idx="342">
                  <c:v>0.71914158244</c:v>
                </c:pt>
                <c:pt idx="343">
                  <c:v>0.718181002801</c:v>
                </c:pt>
                <c:pt idx="344">
                  <c:v>0.717221466961</c:v>
                </c:pt>
                <c:pt idx="345">
                  <c:v>0.716262981604</c:v>
                </c:pt>
                <c:pt idx="346">
                  <c:v>0.715305553849</c:v>
                </c:pt>
                <c:pt idx="347">
                  <c:v>0.71434918464</c:v>
                </c:pt>
                <c:pt idx="348">
                  <c:v>0.713393866272</c:v>
                </c:pt>
                <c:pt idx="349">
                  <c:v>0.712439587135</c:v>
                </c:pt>
                <c:pt idx="350">
                  <c:v>0.711486340022</c:v>
                </c:pt>
                <c:pt idx="351">
                  <c:v>0.710534127337</c:v>
                </c:pt>
                <c:pt idx="352">
                  <c:v>0.709582959342</c:v>
                </c:pt>
                <c:pt idx="353">
                  <c:v>0.708632847198</c:v>
                </c:pt>
                <c:pt idx="354">
                  <c:v>0.707683796066</c:v>
                </c:pt>
                <c:pt idx="355">
                  <c:v>0.706735802559</c:v>
                </c:pt>
                <c:pt idx="356">
                  <c:v>0.705788857425</c:v>
                </c:pt>
                <c:pt idx="357">
                  <c:v>0.704842951206</c:v>
                </c:pt>
                <c:pt idx="358">
                  <c:v>0.703898079486</c:v>
                </c:pt>
                <c:pt idx="359">
                  <c:v>0.702954245198</c:v>
                </c:pt>
                <c:pt idx="360">
                  <c:v>0.702011457266</c:v>
                </c:pt>
                <c:pt idx="361">
                  <c:v>0.701069726744</c:v>
                </c:pt>
                <c:pt idx="362">
                  <c:v>0.700129062322</c:v>
                </c:pt>
                <c:pt idx="363">
                  <c:v>0.699189466989</c:v>
                </c:pt>
                <c:pt idx="364">
                  <c:v>0.698250936852</c:v>
                </c:pt>
                <c:pt idx="365">
                  <c:v>0.69731346248</c:v>
                </c:pt>
                <c:pt idx="366">
                  <c:v>0.696377032372</c:v>
                </c:pt>
                <c:pt idx="367">
                  <c:v>0.695441637084</c:v>
                </c:pt>
                <c:pt idx="368">
                  <c:v>0.69450727197</c:v>
                </c:pt>
                <c:pt idx="369">
                  <c:v>0.693573937146</c:v>
                </c:pt>
                <c:pt idx="370">
                  <c:v>0.692641634963</c:v>
                </c:pt>
                <c:pt idx="371">
                  <c:v>0.691710366812</c:v>
                </c:pt>
                <c:pt idx="372">
                  <c:v>0.690780131282</c:v>
                </c:pt>
                <c:pt idx="373">
                  <c:v>0.68985092463</c:v>
                </c:pt>
                <c:pt idx="374">
                  <c:v>0.688922742984</c:v>
                </c:pt>
                <c:pt idx="375">
                  <c:v>0.687995584819</c:v>
                </c:pt>
                <c:pt idx="376">
                  <c:v>0.687069452326</c:v>
                </c:pt>
                <c:pt idx="377">
                  <c:v>0.686144351266</c:v>
                </c:pt>
                <c:pt idx="378">
                  <c:v>0.6852202898</c:v>
                </c:pt>
                <c:pt idx="379">
                  <c:v>0.684297277059</c:v>
                </c:pt>
                <c:pt idx="380">
                  <c:v>0.683375321772</c:v>
                </c:pt>
                <c:pt idx="381">
                  <c:v>0.682454431059</c:v>
                </c:pt>
                <c:pt idx="382">
                  <c:v>0.681534609702</c:v>
                </c:pt>
                <c:pt idx="383">
                  <c:v>0.680615860369</c:v>
                </c:pt>
                <c:pt idx="384">
                  <c:v>0.679698184965</c:v>
                </c:pt>
                <c:pt idx="385">
                  <c:v>0.678781586316</c:v>
                </c:pt>
                <c:pt idx="386">
                  <c:v>0.677866069062</c:v>
                </c:pt>
                <c:pt idx="387">
                  <c:v>0.676951639032</c:v>
                </c:pt>
                <c:pt idx="388">
                  <c:v>0.676038301388</c:v>
                </c:pt>
                <c:pt idx="389">
                  <c:v>0.6751260586</c:v>
                </c:pt>
                <c:pt idx="390">
                  <c:v>0.674214909453</c:v>
                </c:pt>
                <c:pt idx="391">
                  <c:v>0.67330484976</c:v>
                </c:pt>
                <c:pt idx="392">
                  <c:v>0.672395874684</c:v>
                </c:pt>
                <c:pt idx="393">
                  <c:v>0.671487981513</c:v>
                </c:pt>
                <c:pt idx="394">
                  <c:v>0.670581171161</c:v>
                </c:pt>
                <c:pt idx="395">
                  <c:v>0.669675447038</c:v>
                </c:pt>
                <c:pt idx="396">
                  <c:v>0.668770811665</c:v>
                </c:pt>
                <c:pt idx="397">
                  <c:v>0.667867263312</c:v>
                </c:pt>
                <c:pt idx="398">
                  <c:v>0.666964795488</c:v>
                </c:pt>
                <c:pt idx="399">
                  <c:v>0.666063400272</c:v>
                </c:pt>
                <c:pt idx="400">
                  <c:v>0.665163073403</c:v>
                </c:pt>
                <c:pt idx="401">
                  <c:v>0.664263817213</c:v>
                </c:pt>
                <c:pt idx="402">
                  <c:v>0.66336563889</c:v>
                </c:pt>
                <c:pt idx="403">
                  <c:v>0.662468545164</c:v>
                </c:pt>
                <c:pt idx="404">
                  <c:v>0.661572537557</c:v>
                </c:pt>
                <c:pt idx="405">
                  <c:v>0.660677612168</c:v>
                </c:pt>
                <c:pt idx="406">
                  <c:v>0.659783764615</c:v>
                </c:pt>
                <c:pt idx="407">
                  <c:v>0.658890996819</c:v>
                </c:pt>
                <c:pt idx="408">
                  <c:v>0.657999320756</c:v>
                </c:pt>
                <c:pt idx="409">
                  <c:v>0.657108756962</c:v>
                </c:pt>
                <c:pt idx="410">
                  <c:v>0.656219336444</c:v>
                </c:pt>
                <c:pt idx="411">
                  <c:v>0.655329148715</c:v>
                </c:pt>
                <c:pt idx="412">
                  <c:v>0.654430154139</c:v>
                </c:pt>
                <c:pt idx="413">
                  <c:v>0.653502844668</c:v>
                </c:pt>
                <c:pt idx="414">
                  <c:v>0.652515760706</c:v>
                </c:pt>
                <c:pt idx="415">
                  <c:v>0.651432598178</c:v>
                </c:pt>
                <c:pt idx="416">
                  <c:v>0.650224508636</c:v>
                </c:pt>
                <c:pt idx="417">
                  <c:v>0.648878952586</c:v>
                </c:pt>
                <c:pt idx="418">
                  <c:v>0.647398211627</c:v>
                </c:pt>
                <c:pt idx="419">
                  <c:v>0.645790256232</c:v>
                </c:pt>
                <c:pt idx="420">
                  <c:v>0.644061451819</c:v>
                </c:pt>
                <c:pt idx="421">
                  <c:v>0.642217566011</c:v>
                </c:pt>
                <c:pt idx="422">
                  <c:v>0.640271111441</c:v>
                </c:pt>
                <c:pt idx="423">
                  <c:v>0.638248332452</c:v>
                </c:pt>
                <c:pt idx="424">
                  <c:v>0.636191086947</c:v>
                </c:pt>
                <c:pt idx="425">
                  <c:v>0.634153523064</c:v>
                </c:pt>
                <c:pt idx="426">
                  <c:v>0.632196441138</c:v>
                </c:pt>
                <c:pt idx="427">
                  <c:v>0.630382565281</c:v>
                </c:pt>
                <c:pt idx="428">
                  <c:v>0.628774737864</c:v>
                </c:pt>
                <c:pt idx="429">
                  <c:v>0.627437380925</c:v>
                </c:pt>
                <c:pt idx="430">
                  <c:v>0.626440038708</c:v>
                </c:pt>
                <c:pt idx="431">
                  <c:v>0.625860768317</c:v>
                </c:pt>
                <c:pt idx="432">
                  <c:v>0.625786918236</c:v>
                </c:pt>
                <c:pt idx="433">
                  <c:v>0.626311798962</c:v>
                </c:pt>
                <c:pt idx="434">
                  <c:v>0.627527738812</c:v>
                </c:pt>
                <c:pt idx="435">
                  <c:v>0.629517913354</c:v>
                </c:pt>
                <c:pt idx="436">
                  <c:v>0.63234977082</c:v>
                </c:pt>
                <c:pt idx="437">
                  <c:v>0.636071547779</c:v>
                </c:pt>
                <c:pt idx="438">
                  <c:v>0.640711440678</c:v>
                </c:pt>
                <c:pt idx="439">
                  <c:v>0.646278012787</c:v>
                </c:pt>
                <c:pt idx="440">
                  <c:v>0.652760808305</c:v>
                </c:pt>
                <c:pt idx="441">
                  <c:v>0.660130982865</c:v>
                </c:pt>
                <c:pt idx="442">
                  <c:v>0.668342105559</c:v>
                </c:pt>
                <c:pt idx="443">
                  <c:v>0.677331175913</c:v>
                </c:pt>
                <c:pt idx="444">
                  <c:v>0.687019882031</c:v>
                </c:pt>
                <c:pt idx="445">
                  <c:v>0.697316426506</c:v>
                </c:pt>
                <c:pt idx="446">
                  <c:v>0.708118224902</c:v>
                </c:pt>
                <c:pt idx="447">
                  <c:v>0.719315535002</c:v>
                </c:pt>
                <c:pt idx="448">
                  <c:v>0.73079592322</c:v>
                </c:pt>
                <c:pt idx="449">
                  <c:v>0.742448476291</c:v>
                </c:pt>
                <c:pt idx="450">
                  <c:v>0.754167390029</c:v>
                </c:pt>
                <c:pt idx="451">
                  <c:v>0.765854492061</c:v>
                </c:pt>
                <c:pt idx="452">
                  <c:v>0.77742072479</c:v>
                </c:pt>
                <c:pt idx="453">
                  <c:v>0.788786734964</c:v>
                </c:pt>
                <c:pt idx="454">
                  <c:v>0.799882652527</c:v>
                </c:pt>
                <c:pt idx="455">
                  <c:v>0.810647383118</c:v>
                </c:pt>
                <c:pt idx="456">
                  <c:v>0.821027650365</c:v>
                </c:pt>
                <c:pt idx="457">
                  <c:v>0.830977392159</c:v>
                </c:pt>
                <c:pt idx="458">
                  <c:v>0.840457796494</c:v>
                </c:pt>
                <c:pt idx="459">
                  <c:v>0.849438055609</c:v>
                </c:pt>
                <c:pt idx="460">
                  <c:v>0.857896454447</c:v>
                </c:pt>
                <c:pt idx="461">
                  <c:v>0.865821155385</c:v>
                </c:pt>
                <c:pt idx="462">
                  <c:v>0.873210117645</c:v>
                </c:pt>
                <c:pt idx="463">
                  <c:v>0.880070004437</c:v>
                </c:pt>
                <c:pt idx="464">
                  <c:v>0.886414375324</c:v>
                </c:pt>
                <c:pt idx="465">
                  <c:v>0.892261674882</c:v>
                </c:pt>
                <c:pt idx="466">
                  <c:v>0.897633460807</c:v>
                </c:pt>
                <c:pt idx="467">
                  <c:v>0.90255309427</c:v>
                </c:pt>
                <c:pt idx="468">
                  <c:v>0.907044910166</c:v>
                </c:pt>
                <c:pt idx="469">
                  <c:v>0.911133743914</c:v>
                </c:pt>
                <c:pt idx="470">
                  <c:v>0.91484464628</c:v>
                </c:pt>
                <c:pt idx="471">
                  <c:v>0.918202635226</c:v>
                </c:pt>
                <c:pt idx="472">
                  <c:v>0.921232404027</c:v>
                </c:pt>
                <c:pt idx="473">
                  <c:v>0.923957995391</c:v>
                </c:pt>
                <c:pt idx="474">
                  <c:v>0.926402498209</c:v>
                </c:pt>
                <c:pt idx="475">
                  <c:v>0.928587823784</c:v>
                </c:pt>
                <c:pt idx="476">
                  <c:v>0.930534579676</c:v>
                </c:pt>
                <c:pt idx="477">
                  <c:v>0.932262023139</c:v>
                </c:pt>
                <c:pt idx="478">
                  <c:v>0.933788065644</c:v>
                </c:pt>
                <c:pt idx="479">
                  <c:v>0.935129310517</c:v>
                </c:pt>
                <c:pt idx="480">
                  <c:v>0.936301121676</c:v>
                </c:pt>
                <c:pt idx="481">
                  <c:v>0.937317716305</c:v>
                </c:pt>
                <c:pt idx="482">
                  <c:v>0.938192268214</c:v>
                </c:pt>
                <c:pt idx="483">
                  <c:v>0.938936999789</c:v>
                </c:pt>
                <c:pt idx="484">
                  <c:v>0.939563247799</c:v>
                </c:pt>
                <c:pt idx="485">
                  <c:v>0.940081501196</c:v>
                </c:pt>
                <c:pt idx="486">
                  <c:v>0.940501420435</c:v>
                </c:pt>
                <c:pt idx="487">
                  <c:v>0.940831850639</c:v>
                </c:pt>
                <c:pt idx="488">
                  <c:v>0.941080837058</c:v>
                </c:pt>
                <c:pt idx="489">
                  <c:v>0.94125564783</c:v>
                </c:pt>
                <c:pt idx="490">
                  <c:v>0.94136280517</c:v>
                </c:pt>
                <c:pt idx="491">
                  <c:v>0.941408128312</c:v>
                </c:pt>
                <c:pt idx="492">
                  <c:v>0.94139678899</c:v>
                </c:pt>
                <c:pt idx="493">
                  <c:v>0.941333379458</c:v>
                </c:pt>
                <c:pt idx="494">
                  <c:v>0.941221985462</c:v>
                </c:pt>
                <c:pt idx="495">
                  <c:v>0.941066254859</c:v>
                </c:pt>
                <c:pt idx="496">
                  <c:v>0.940869459673</c:v>
                </c:pt>
                <c:pt idx="497">
                  <c:v>0.940634547228</c:v>
                </c:pt>
                <c:pt idx="498">
                  <c:v>0.940364161739</c:v>
                </c:pt>
                <c:pt idx="499">
                  <c:v>0.940060632587</c:v>
                </c:pt>
                <c:pt idx="500">
                  <c:v>0.939725990831</c:v>
                </c:pt>
                <c:pt idx="501">
                  <c:v>0.939362103505</c:v>
                </c:pt>
                <c:pt idx="502">
                  <c:v>0.938970900434</c:v>
                </c:pt>
                <c:pt idx="503">
                  <c:v>0.938554504183</c:v>
                </c:pt>
                <c:pt idx="504">
                  <c:v>0.938115074657</c:v>
                </c:pt>
                <c:pt idx="505">
                  <c:v>0.937654419926</c:v>
                </c:pt>
                <c:pt idx="506">
                  <c:v>0.937173679582</c:v>
                </c:pt>
                <c:pt idx="507">
                  <c:v>0.936673356747</c:v>
                </c:pt>
                <c:pt idx="508">
                  <c:v>0.936153688635</c:v>
                </c:pt>
                <c:pt idx="509">
                  <c:v>0.935615091023</c:v>
                </c:pt>
                <c:pt idx="510">
                  <c:v>0.935058398407</c:v>
                </c:pt>
                <c:pt idx="511">
                  <c:v>0.934484794879</c:v>
                </c:pt>
                <c:pt idx="512">
                  <c:v>0.933895521876</c:v>
                </c:pt>
                <c:pt idx="513">
                  <c:v>0.933291564029</c:v>
                </c:pt>
                <c:pt idx="514">
                  <c:v>0.932673527129</c:v>
                </c:pt>
                <c:pt idx="515">
                  <c:v>0.932041795586</c:v>
                </c:pt>
                <c:pt idx="516">
                  <c:v>0.931396844653</c:v>
                </c:pt>
                <c:pt idx="517">
                  <c:v>0.930739454695</c:v>
                </c:pt>
                <c:pt idx="518">
                  <c:v>0.930070663707</c:v>
                </c:pt>
                <c:pt idx="519">
                  <c:v>0.929391523731</c:v>
                </c:pt>
                <c:pt idx="520">
                  <c:v>0.928702866417</c:v>
                </c:pt>
                <c:pt idx="521">
                  <c:v>0.928005218043</c:v>
                </c:pt>
                <c:pt idx="522">
                  <c:v>0.92729884904</c:v>
                </c:pt>
                <c:pt idx="523">
                  <c:v>0.926583862717</c:v>
                </c:pt>
                <c:pt idx="524">
                  <c:v>0.925860263268</c:v>
                </c:pt>
                <c:pt idx="525">
                  <c:v>0.925128009586</c:v>
                </c:pt>
                <c:pt idx="526">
                  <c:v>0.92438707787</c:v>
                </c:pt>
                <c:pt idx="527">
                  <c:v>0.923637524503</c:v>
                </c:pt>
                <c:pt idx="528">
                  <c:v>0.922879514066</c:v>
                </c:pt>
                <c:pt idx="529">
                  <c:v>0.922113289207</c:v>
                </c:pt>
                <c:pt idx="530">
                  <c:v>0.921339098733</c:v>
                </c:pt>
                <c:pt idx="531">
                  <c:v>0.920557128532</c:v>
                </c:pt>
                <c:pt idx="532">
                  <c:v>0.919767471721</c:v>
                </c:pt>
                <c:pt idx="533">
                  <c:v>0.918970140228</c:v>
                </c:pt>
                <c:pt idx="534">
                  <c:v>0.918165092269</c:v>
                </c:pt>
                <c:pt idx="535">
                  <c:v>0.91735224942</c:v>
                </c:pt>
                <c:pt idx="536">
                  <c:v>0.916531495544</c:v>
                </c:pt>
                <c:pt idx="537">
                  <c:v>0.915702664972</c:v>
                </c:pt>
                <c:pt idx="538">
                  <c:v>0.914865526824</c:v>
                </c:pt>
                <c:pt idx="539">
                  <c:v>0.914019763502</c:v>
                </c:pt>
                <c:pt idx="540">
                  <c:v>0.913164939596</c:v>
                </c:pt>
                <c:pt idx="541">
                  <c:v>0.912300466668</c:v>
                </c:pt>
                <c:pt idx="542">
                  <c:v>0.911425578662</c:v>
                </c:pt>
                <c:pt idx="543">
                  <c:v>0.910539329028</c:v>
                </c:pt>
                <c:pt idx="544">
                  <c:v>0.909640606195</c:v>
                </c:pt>
                <c:pt idx="545">
                  <c:v>0.908728153095</c:v>
                </c:pt>
                <c:pt idx="546">
                  <c:v>0.9078005785</c:v>
                </c:pt>
                <c:pt idx="547">
                  <c:v>0.906856358448</c:v>
                </c:pt>
                <c:pt idx="548">
                  <c:v>0.905893834289</c:v>
                </c:pt>
                <c:pt idx="549">
                  <c:v>0.904911215322</c:v>
                </c:pt>
                <c:pt idx="550">
                  <c:v>0.903906574323</c:v>
                </c:pt>
                <c:pt idx="551">
                  <c:v>0.902878103468</c:v>
                </c:pt>
                <c:pt idx="552">
                  <c:v>0.901824884204</c:v>
                </c:pt>
                <c:pt idx="553">
                  <c:v>0.900747153256</c:v>
                </c:pt>
                <c:pt idx="554">
                  <c:v>0.899649506698</c:v>
                </c:pt>
                <c:pt idx="555">
                  <c:v>0.898529052108</c:v>
                </c:pt>
                <c:pt idx="556">
                  <c:v>0.89738628338</c:v>
                </c:pt>
                <c:pt idx="557">
                  <c:v>0.89622142244</c:v>
                </c:pt>
                <c:pt idx="558">
                  <c:v>0.895035512344</c:v>
                </c:pt>
                <c:pt idx="559">
                  <c:v>0.893831628664</c:v>
                </c:pt>
                <c:pt idx="560">
                  <c:v>0.89261534263</c:v>
                </c:pt>
                <c:pt idx="561">
                  <c:v>0.891395189752</c:v>
                </c:pt>
                <c:pt idx="562">
                  <c:v>0.890182370519</c:v>
                </c:pt>
                <c:pt idx="563">
                  <c:v>0.888988829752</c:v>
                </c:pt>
                <c:pt idx="564">
                  <c:v>0.887823701489</c:v>
                </c:pt>
                <c:pt idx="565">
                  <c:v>0.88668957138</c:v>
                </c:pt>
                <c:pt idx="566">
                  <c:v>0.885582736211</c:v>
                </c:pt>
                <c:pt idx="567">
                  <c:v>0.88449707513</c:v>
                </c:pt>
                <c:pt idx="568">
                  <c:v>0.883427639597</c:v>
                </c:pt>
                <c:pt idx="569">
                  <c:v>0.882372990934</c:v>
                </c:pt>
                <c:pt idx="570">
                  <c:v>0.881333699064</c:v>
                </c:pt>
                <c:pt idx="571">
                  <c:v>0.880307508031</c:v>
                </c:pt>
                <c:pt idx="572">
                  <c:v>0.879288646117</c:v>
                </c:pt>
                <c:pt idx="573">
                  <c:v>0.878270097767</c:v>
                </c:pt>
                <c:pt idx="574">
                  <c:v>0.877246523138</c:v>
                </c:pt>
                <c:pt idx="575">
                  <c:v>0.876215817323</c:v>
                </c:pt>
                <c:pt idx="576">
                  <c:v>0.875179030776</c:v>
                </c:pt>
                <c:pt idx="577">
                  <c:v>0.874139372599</c:v>
                </c:pt>
                <c:pt idx="578">
                  <c:v>0.873100898377</c:v>
                </c:pt>
                <c:pt idx="579">
                  <c:v>0.87206715595</c:v>
                </c:pt>
                <c:pt idx="580">
                  <c:v>0.871040000489</c:v>
                </c:pt>
                <c:pt idx="581">
                  <c:v>0.87001897649</c:v>
                </c:pt>
                <c:pt idx="582">
                  <c:v>0.869001595762</c:v>
                </c:pt>
                <c:pt idx="583">
                  <c:v>0.867984437041</c:v>
                </c:pt>
                <c:pt idx="584">
                  <c:v>0.866964511562</c:v>
                </c:pt>
                <c:pt idx="585">
                  <c:v>0.865940189505</c:v>
                </c:pt>
                <c:pt idx="586">
                  <c:v>0.864911308613</c:v>
                </c:pt>
                <c:pt idx="587">
                  <c:v>0.863878684306</c:v>
                </c:pt>
                <c:pt idx="588">
                  <c:v>0.862843503248</c:v>
                </c:pt>
                <c:pt idx="589">
                  <c:v>0.861806920594</c:v>
                </c:pt>
                <c:pt idx="590">
                  <c:v>0.860769889249</c:v>
                </c:pt>
                <c:pt idx="591">
                  <c:v>0.859733106821</c:v>
                </c:pt>
                <c:pt idx="592">
                  <c:v>0.85869700889</c:v>
                </c:pt>
                <c:pt idx="593">
                  <c:v>0.857661796285</c:v>
                </c:pt>
                <c:pt idx="594">
                  <c:v>0.856627493413</c:v>
                </c:pt>
                <c:pt idx="595">
                  <c:v>0.855594028212</c:v>
                </c:pt>
                <c:pt idx="596">
                  <c:v>0.85456131888</c:v>
                </c:pt>
                <c:pt idx="597">
                  <c:v>0.853529344837</c:v>
                </c:pt>
                <c:pt idx="598">
                  <c:v>0.852498188043</c:v>
                </c:pt>
                <c:pt idx="599">
                  <c:v>0.851468031749</c:v>
                </c:pt>
                <c:pt idx="600">
                  <c:v>0.850439145057</c:v>
                </c:pt>
                <c:pt idx="601">
                  <c:v>0.849411838536</c:v>
                </c:pt>
                <c:pt idx="602">
                  <c:v>0.848386390781</c:v>
                </c:pt>
                <c:pt idx="603">
                  <c:v>0.847362940017</c:v>
                </c:pt>
                <c:pt idx="604">
                  <c:v>0.846341391499</c:v>
                </c:pt>
                <c:pt idx="605">
                  <c:v>0.845321377996</c:v>
                </c:pt>
                <c:pt idx="606">
                  <c:v>0.844302332899</c:v>
                </c:pt>
                <c:pt idx="607">
                  <c:v>0.843283657103</c:v>
                </c:pt>
                <c:pt idx="608">
                  <c:v>0.84226492006</c:v>
                </c:pt>
                <c:pt idx="609">
                  <c:v>0.841246004918</c:v>
                </c:pt>
                <c:pt idx="610">
                  <c:v>0.840227135968</c:v>
                </c:pt>
                <c:pt idx="611">
                  <c:v>0.839208790416</c:v>
                </c:pt>
                <c:pt idx="612">
                  <c:v>0.838191550547</c:v>
                </c:pt>
                <c:pt idx="613">
                  <c:v>0.837175953046</c:v>
                </c:pt>
                <c:pt idx="614">
                  <c:v>0.836162384827</c:v>
                </c:pt>
                <c:pt idx="615">
                  <c:v>0.835151034536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1</c:v>
                </c:pt>
                <c:pt idx="1">
                  <c:v>0.999997099293</c:v>
                </c:pt>
                <c:pt idx="2">
                  <c:v>0.999992284401</c:v>
                </c:pt>
                <c:pt idx="3">
                  <c:v>0.999984737707</c:v>
                </c:pt>
                <c:pt idx="4">
                  <c:v>0.999973108268</c:v>
                </c:pt>
                <c:pt idx="5">
                  <c:v>0.99995511155</c:v>
                </c:pt>
                <c:pt idx="6">
                  <c:v>0.999927107454</c:v>
                </c:pt>
                <c:pt idx="7">
                  <c:v>0.99988383409</c:v>
                </c:pt>
                <c:pt idx="8">
                  <c:v>0.999818524186</c:v>
                </c:pt>
                <c:pt idx="9">
                  <c:v>0.999723139472</c:v>
                </c:pt>
                <c:pt idx="10">
                  <c:v>0.99958835634</c:v>
                </c:pt>
                <c:pt idx="11">
                  <c:v>0.999403699295</c:v>
                </c:pt>
                <c:pt idx="12">
                  <c:v>0.999158513572</c:v>
                </c:pt>
                <c:pt idx="13">
                  <c:v>0.998843888285</c:v>
                </c:pt>
                <c:pt idx="14">
                  <c:v>0.998454783512</c:v>
                </c:pt>
                <c:pt idx="15">
                  <c:v>0.997991266075</c:v>
                </c:pt>
                <c:pt idx="16">
                  <c:v>0.997458205775</c:v>
                </c:pt>
                <c:pt idx="17">
                  <c:v>0.996863633206</c:v>
                </c:pt>
                <c:pt idx="18">
                  <c:v>0.996216568818</c:v>
                </c:pt>
                <c:pt idx="19">
                  <c:v>0.995525164458</c:v>
                </c:pt>
                <c:pt idx="20">
                  <c:v>0.994795597847</c:v>
                </c:pt>
                <c:pt idx="21">
                  <c:v>0.994031680872</c:v>
                </c:pt>
                <c:pt idx="22">
                  <c:v>0.993234840102</c:v>
                </c:pt>
                <c:pt idx="23">
                  <c:v>0.992404101649</c:v>
                </c:pt>
                <c:pt idx="24">
                  <c:v>0.991535932257</c:v>
                </c:pt>
                <c:pt idx="25">
                  <c:v>0.990624080297</c:v>
                </c:pt>
                <c:pt idx="26">
                  <c:v>0.989659705658</c:v>
                </c:pt>
                <c:pt idx="27">
                  <c:v>0.988632003552</c:v>
                </c:pt>
                <c:pt idx="28">
                  <c:v>0.987529325581</c:v>
                </c:pt>
                <c:pt idx="29">
                  <c:v>0.986340643997</c:v>
                </c:pt>
                <c:pt idx="30">
                  <c:v>0.985057157345</c:v>
                </c:pt>
                <c:pt idx="31">
                  <c:v>0.983673866984</c:v>
                </c:pt>
                <c:pt idx="32">
                  <c:v>0.982190993016</c:v>
                </c:pt>
                <c:pt idx="33">
                  <c:v>0.980615101029</c:v>
                </c:pt>
                <c:pt idx="34">
                  <c:v>0.978959770556</c:v>
                </c:pt>
                <c:pt idx="35">
                  <c:v>0.977245591257</c:v>
                </c:pt>
                <c:pt idx="36">
                  <c:v>0.975499319733</c:v>
                </c:pt>
                <c:pt idx="37">
                  <c:v>0.973752172181</c:v>
                </c:pt>
                <c:pt idx="38">
                  <c:v>0.972037412439</c:v>
                </c:pt>
                <c:pt idx="39">
                  <c:v>0.970387621475</c:v>
                </c:pt>
                <c:pt idx="40">
                  <c:v>0.968832049557</c:v>
                </c:pt>
                <c:pt idx="41">
                  <c:v>0.967394435953</c:v>
                </c:pt>
                <c:pt idx="42">
                  <c:v>0.966091549692</c:v>
                </c:pt>
                <c:pt idx="43">
                  <c:v>0.9649325579</c:v>
                </c:pt>
                <c:pt idx="44">
                  <c:v>0.963919180911</c:v>
                </c:pt>
                <c:pt idx="45">
                  <c:v>0.963046472742</c:v>
                </c:pt>
                <c:pt idx="46">
                  <c:v>0.96230401428</c:v>
                </c:pt>
                <c:pt idx="47">
                  <c:v>0.961677324026</c:v>
                </c:pt>
                <c:pt idx="48">
                  <c:v>0.961149337023</c:v>
                </c:pt>
                <c:pt idx="49">
                  <c:v>0.960701842321</c:v>
                </c:pt>
                <c:pt idx="50">
                  <c:v>0.960316781337</c:v>
                </c:pt>
                <c:pt idx="51">
                  <c:v>0.959977316271</c:v>
                </c:pt>
                <c:pt idx="52">
                  <c:v>0.959668597249</c:v>
                </c:pt>
                <c:pt idx="53">
                  <c:v>0.959378201219</c:v>
                </c:pt>
                <c:pt idx="54">
                  <c:v>0.959096265205</c:v>
                </c:pt>
                <c:pt idx="55">
                  <c:v>0.958815379409</c:v>
                </c:pt>
                <c:pt idx="56">
                  <c:v>0.958530317706</c:v>
                </c:pt>
                <c:pt idx="57">
                  <c:v>0.958237683652</c:v>
                </c:pt>
                <c:pt idx="58">
                  <c:v>0.957935529249</c:v>
                </c:pt>
                <c:pt idx="59">
                  <c:v>0.957622993476</c:v>
                </c:pt>
                <c:pt idx="60">
                  <c:v>0.957299984223</c:v>
                </c:pt>
                <c:pt idx="61">
                  <c:v>0.956966913294</c:v>
                </c:pt>
                <c:pt idx="62">
                  <c:v>0.956624483925</c:v>
                </c:pt>
                <c:pt idx="63">
                  <c:v>0.956273522015</c:v>
                </c:pt>
                <c:pt idx="64">
                  <c:v>0.955914850837</c:v>
                </c:pt>
                <c:pt idx="65">
                  <c:v>0.95554920558</c:v>
                </c:pt>
                <c:pt idx="66">
                  <c:v>0.955177182421</c:v>
                </c:pt>
                <c:pt idx="67">
                  <c:v>0.954799217849</c:v>
                </c:pt>
                <c:pt idx="68">
                  <c:v>0.954415586386</c:v>
                </c:pt>
                <c:pt idx="69">
                  <c:v>0.954026410699</c:v>
                </c:pt>
                <c:pt idx="70">
                  <c:v>0.953631682622</c:v>
                </c:pt>
                <c:pt idx="71">
                  <c:v>0.953231289831</c:v>
                </c:pt>
                <c:pt idx="72">
                  <c:v>0.952825046638</c:v>
                </c:pt>
                <c:pt idx="73">
                  <c:v>0.952412724642</c:v>
                </c:pt>
                <c:pt idx="74">
                  <c:v>0.951994074999</c:v>
                </c:pt>
                <c:pt idx="75">
                  <c:v>0.951568843568</c:v>
                </c:pt>
                <c:pt idx="76">
                  <c:v>0.951136774333</c:v>
                </c:pt>
                <c:pt idx="77">
                  <c:v>0.950697610209</c:v>
                </c:pt>
                <c:pt idx="78">
                  <c:v>0.950251092424</c:v>
                </c:pt>
                <c:pt idx="79">
                  <c:v>0.949796958253</c:v>
                </c:pt>
                <c:pt idx="80">
                  <c:v>0.949334938371</c:v>
                </c:pt>
                <c:pt idx="81">
                  <c:v>0.948864758627</c:v>
                </c:pt>
                <c:pt idx="82">
                  <c:v>0.948386142486</c:v>
                </c:pt>
                <c:pt idx="83">
                  <c:v>0.947898817146</c:v>
                </c:pt>
                <c:pt idx="84">
                  <c:v>0.947402523686</c:v>
                </c:pt>
                <c:pt idx="85">
                  <c:v>0.946897023393</c:v>
                </c:pt>
                <c:pt idx="86">
                  <c:v>0.946382101245</c:v>
                </c:pt>
                <c:pt idx="87">
                  <c:v>0.945857564509</c:v>
                </c:pt>
                <c:pt idx="88">
                  <c:v>0.94532323218</c:v>
                </c:pt>
                <c:pt idx="89">
                  <c:v>0.944778904804</c:v>
                </c:pt>
                <c:pt idx="90">
                  <c:v>0.944224347505</c:v>
                </c:pt>
                <c:pt idx="91">
                  <c:v>0.943659328748</c:v>
                </c:pt>
                <c:pt idx="92">
                  <c:v>0.943083730427</c:v>
                </c:pt>
                <c:pt idx="93">
                  <c:v>0.942497638169</c:v>
                </c:pt>
                <c:pt idx="94">
                  <c:v>0.941901270723</c:v>
                </c:pt>
                <c:pt idx="95">
                  <c:v>0.941294758763</c:v>
                </c:pt>
                <c:pt idx="96">
                  <c:v>0.940677942565</c:v>
                </c:pt>
                <c:pt idx="97">
                  <c:v>0.940050388949</c:v>
                </c:pt>
                <c:pt idx="98">
                  <c:v>0.93941161927</c:v>
                </c:pt>
                <c:pt idx="99">
                  <c:v>0.938761355954</c:v>
                </c:pt>
                <c:pt idx="100">
                  <c:v>0.938099621754</c:v>
                </c:pt>
                <c:pt idx="101">
                  <c:v>0.937426664275</c:v>
                </c:pt>
                <c:pt idx="102">
                  <c:v>0.936742797158</c:v>
                </c:pt>
                <c:pt idx="103">
                  <c:v>0.936048254569</c:v>
                </c:pt>
                <c:pt idx="104">
                  <c:v>0.935343146612</c:v>
                </c:pt>
                <c:pt idx="105">
                  <c:v>0.934627536783</c:v>
                </c:pt>
                <c:pt idx="106">
                  <c:v>0.933901573476</c:v>
                </c:pt>
                <c:pt idx="107">
                  <c:v>0.933165560601</c:v>
                </c:pt>
                <c:pt idx="108">
                  <c:v>0.932419903344</c:v>
                </c:pt>
                <c:pt idx="109">
                  <c:v>0.931664988242</c:v>
                </c:pt>
                <c:pt idx="110">
                  <c:v>0.930901097436</c:v>
                </c:pt>
                <c:pt idx="111">
                  <c:v>0.930128407429</c:v>
                </c:pt>
                <c:pt idx="112">
                  <c:v>0.929347029771</c:v>
                </c:pt>
                <c:pt idx="113">
                  <c:v>0.928557040963</c:v>
                </c:pt>
                <c:pt idx="114">
                  <c:v>0.92775849133</c:v>
                </c:pt>
                <c:pt idx="115">
                  <c:v>0.926951411206</c:v>
                </c:pt>
                <c:pt idx="116">
                  <c:v>0.926135834139</c:v>
                </c:pt>
                <c:pt idx="117">
                  <c:v>0.925311820343</c:v>
                </c:pt>
                <c:pt idx="118">
                  <c:v>0.924479470702</c:v>
                </c:pt>
                <c:pt idx="119">
                  <c:v>0.923638908614</c:v>
                </c:pt>
                <c:pt idx="120">
                  <c:v>0.922790254991</c:v>
                </c:pt>
                <c:pt idx="121">
                  <c:v>0.921933604481</c:v>
                </c:pt>
                <c:pt idx="122">
                  <c:v>0.921069018167</c:v>
                </c:pt>
                <c:pt idx="123">
                  <c:v>0.920196536447</c:v>
                </c:pt>
                <c:pt idx="124">
                  <c:v>0.919316186366</c:v>
                </c:pt>
                <c:pt idx="125">
                  <c:v>0.91842798818</c:v>
                </c:pt>
                <c:pt idx="126">
                  <c:v>0.91753195471</c:v>
                </c:pt>
                <c:pt idx="127">
                  <c:v>0.916628089987</c:v>
                </c:pt>
                <c:pt idx="128">
                  <c:v>0.915716388814</c:v>
                </c:pt>
                <c:pt idx="129">
                  <c:v>0.914796838305</c:v>
                </c:pt>
                <c:pt idx="130">
                  <c:v>0.913869415399</c:v>
                </c:pt>
                <c:pt idx="131">
                  <c:v>0.912934083087</c:v>
                </c:pt>
                <c:pt idx="132">
                  <c:v>0.911990790555</c:v>
                </c:pt>
                <c:pt idx="133">
                  <c:v>0.911039476022</c:v>
                </c:pt>
                <c:pt idx="134">
                  <c:v>0.910080074809</c:v>
                </c:pt>
                <c:pt idx="135">
                  <c:v>0.909112525456</c:v>
                </c:pt>
                <c:pt idx="136">
                  <c:v>0.908136776033</c:v>
                </c:pt>
                <c:pt idx="137">
                  <c:v>0.907152784414</c:v>
                </c:pt>
                <c:pt idx="138">
                  <c:v>0.90616051972</c:v>
                </c:pt>
                <c:pt idx="139">
                  <c:v>0.905159964156</c:v>
                </c:pt>
                <c:pt idx="140">
                  <c:v>0.904151110578</c:v>
                </c:pt>
                <c:pt idx="141">
                  <c:v>0.903133975197</c:v>
                </c:pt>
                <c:pt idx="142">
                  <c:v>0.902108680974</c:v>
                </c:pt>
                <c:pt idx="143">
                  <c:v>0.901075583839</c:v>
                </c:pt>
                <c:pt idx="144">
                  <c:v>0.900035648058</c:v>
                </c:pt>
                <c:pt idx="145">
                  <c:v>0.898989271886</c:v>
                </c:pt>
                <c:pt idx="146">
                  <c:v>0.897937248739</c:v>
                </c:pt>
                <c:pt idx="147">
                  <c:v>0.896880489426</c:v>
                </c:pt>
                <c:pt idx="148">
                  <c:v>0.895820169816</c:v>
                </c:pt>
                <c:pt idx="149">
                  <c:v>0.894757714597</c:v>
                </c:pt>
                <c:pt idx="150">
                  <c:v>0.893694555674</c:v>
                </c:pt>
                <c:pt idx="151">
                  <c:v>0.892631878242</c:v>
                </c:pt>
                <c:pt idx="152">
                  <c:v>0.891570560071</c:v>
                </c:pt>
                <c:pt idx="153">
                  <c:v>0.890511195462</c:v>
                </c:pt>
                <c:pt idx="154">
                  <c:v>0.889453942386</c:v>
                </c:pt>
                <c:pt idx="155">
                  <c:v>0.888398240917</c:v>
                </c:pt>
                <c:pt idx="156">
                  <c:v>0.887342900511</c:v>
                </c:pt>
                <c:pt idx="157">
                  <c:v>0.886286649668</c:v>
                </c:pt>
                <c:pt idx="158">
                  <c:v>0.885228572793</c:v>
                </c:pt>
                <c:pt idx="159">
                  <c:v>0.884168047348</c:v>
                </c:pt>
                <c:pt idx="160">
                  <c:v>0.883104631782</c:v>
                </c:pt>
                <c:pt idx="161">
                  <c:v>0.882038060823</c:v>
                </c:pt>
                <c:pt idx="162">
                  <c:v>0.880968372353</c:v>
                </c:pt>
                <c:pt idx="163">
                  <c:v>0.879895953422</c:v>
                </c:pt>
                <c:pt idx="164">
                  <c:v>0.878821350124</c:v>
                </c:pt>
                <c:pt idx="165">
                  <c:v>0.877744986151</c:v>
                </c:pt>
                <c:pt idx="166">
                  <c:v>0.876667009286</c:v>
                </c:pt>
                <c:pt idx="167">
                  <c:v>0.875587310495</c:v>
                </c:pt>
                <c:pt idx="168">
                  <c:v>0.87450563912</c:v>
                </c:pt>
                <c:pt idx="169">
                  <c:v>0.873421740545</c:v>
                </c:pt>
                <c:pt idx="170">
                  <c:v>0.872335484229</c:v>
                </c:pt>
                <c:pt idx="171">
                  <c:v>0.871246957643</c:v>
                </c:pt>
                <c:pt idx="172">
                  <c:v>0.87015648785</c:v>
                </c:pt>
                <c:pt idx="173">
                  <c:v>0.869064575082</c:v>
                </c:pt>
                <c:pt idx="174">
                  <c:v>0.867971757084</c:v>
                </c:pt>
                <c:pt idx="175">
                  <c:v>0.866878471826</c:v>
                </c:pt>
                <c:pt idx="176">
                  <c:v>0.865784988774</c:v>
                </c:pt>
                <c:pt idx="177">
                  <c:v>0.864691434078</c:v>
                </c:pt>
                <c:pt idx="178">
                  <c:v>0.863597871565</c:v>
                </c:pt>
                <c:pt idx="179">
                  <c:v>0.862504379303</c:v>
                </c:pt>
                <c:pt idx="180">
                  <c:v>0.86141108806</c:v>
                </c:pt>
                <c:pt idx="181">
                  <c:v>0.860318186003</c:v>
                </c:pt>
                <c:pt idx="182">
                  <c:v>0.859225911554</c:v>
                </c:pt>
                <c:pt idx="183">
                  <c:v>0.858134546863</c:v>
                </c:pt>
                <c:pt idx="184">
                  <c:v>0.857044414698</c:v>
                </c:pt>
                <c:pt idx="185">
                  <c:v>0.855955875209</c:v>
                </c:pt>
                <c:pt idx="186">
                  <c:v>0.854869318381</c:v>
                </c:pt>
                <c:pt idx="187">
                  <c:v>0.853785152142</c:v>
                </c:pt>
                <c:pt idx="188">
                  <c:v>0.852703788293</c:v>
                </c:pt>
                <c:pt idx="189">
                  <c:v>0.851625633285</c:v>
                </c:pt>
                <c:pt idx="190">
                  <c:v>0.850551083521</c:v>
                </c:pt>
                <c:pt idx="191">
                  <c:v>0.849480528529</c:v>
                </c:pt>
                <c:pt idx="192">
                  <c:v>0.848414360894</c:v>
                </c:pt>
                <c:pt idx="193">
                  <c:v>0.847352995119</c:v>
                </c:pt>
                <c:pt idx="194">
                  <c:v>0.846296886913</c:v>
                </c:pt>
                <c:pt idx="195">
                  <c:v>0.845246544597</c:v>
                </c:pt>
                <c:pt idx="196">
                  <c:v>0.844202516214</c:v>
                </c:pt>
                <c:pt idx="197">
                  <c:v>0.843165351316</c:v>
                </c:pt>
                <c:pt idx="198">
                  <c:v>0.842135545358</c:v>
                </c:pt>
                <c:pt idx="199">
                  <c:v>0.841113488762</c:v>
                </c:pt>
                <c:pt idx="200">
                  <c:v>0.840099442001</c:v>
                </c:pt>
                <c:pt idx="201">
                  <c:v>0.839093545309</c:v>
                </c:pt>
                <c:pt idx="202">
                  <c:v>0.838095854122</c:v>
                </c:pt>
                <c:pt idx="203">
                  <c:v>0.837106383832</c:v>
                </c:pt>
                <c:pt idx="204">
                  <c:v>0.836125144953</c:v>
                </c:pt>
                <c:pt idx="205">
                  <c:v>0.835152161705</c:v>
                </c:pt>
                <c:pt idx="206">
                  <c:v>0.834187471392</c:v>
                </c:pt>
                <c:pt idx="207">
                  <c:v>0.833231107532</c:v>
                </c:pt>
                <c:pt idx="208">
                  <c:v>0.832283076505</c:v>
                </c:pt>
                <c:pt idx="209">
                  <c:v>0.831343338995</c:v>
                </c:pt>
                <c:pt idx="210">
                  <c:v>0.830411800932</c:v>
                </c:pt>
                <c:pt idx="211">
                  <c:v>0.829488316866</c:v>
                </c:pt>
                <c:pt idx="212">
                  <c:v>0.828572697527</c:v>
                </c:pt>
                <c:pt idx="213">
                  <c:v>0.827664715196</c:v>
                </c:pt>
                <c:pt idx="214">
                  <c:v>0.826764107202</c:v>
                </c:pt>
                <c:pt idx="215">
                  <c:v>0.825870573729</c:v>
                </c:pt>
                <c:pt idx="216">
                  <c:v>0.824983779751</c:v>
                </c:pt>
                <c:pt idx="217">
                  <c:v>0.824103356317</c:v>
                </c:pt>
                <c:pt idx="218">
                  <c:v>0.823228905435</c:v>
                </c:pt>
                <c:pt idx="219">
                  <c:v>0.822360003161</c:v>
                </c:pt>
                <c:pt idx="220">
                  <c:v>0.821496202411</c:v>
                </c:pt>
                <c:pt idx="221">
                  <c:v>0.82063703665</c:v>
                </c:pt>
                <c:pt idx="222">
                  <c:v>0.819782025995</c:v>
                </c:pt>
                <c:pt idx="223">
                  <c:v>0.818930684618</c:v>
                </c:pt>
                <c:pt idx="224">
                  <c:v>0.818082531074</c:v>
                </c:pt>
                <c:pt idx="225">
                  <c:v>0.817237100101</c:v>
                </c:pt>
                <c:pt idx="226">
                  <c:v>0.816393955116</c:v>
                </c:pt>
                <c:pt idx="227">
                  <c:v>0.815552697449</c:v>
                </c:pt>
                <c:pt idx="228">
                  <c:v>0.814712968009</c:v>
                </c:pt>
                <c:pt idx="229">
                  <c:v>0.813874439427</c:v>
                </c:pt>
                <c:pt idx="230">
                  <c:v>0.813036809987</c:v>
                </c:pt>
                <c:pt idx="231">
                  <c:v>0.81219980147</c:v>
                </c:pt>
                <c:pt idx="232">
                  <c:v>0.811363163145</c:v>
                </c:pt>
                <c:pt idx="233">
                  <c:v>0.810526671773</c:v>
                </c:pt>
                <c:pt idx="234">
                  <c:v>0.809690129156</c:v>
                </c:pt>
                <c:pt idx="235">
                  <c:v>0.808853353031</c:v>
                </c:pt>
                <c:pt idx="236">
                  <c:v>0.808016168125</c:v>
                </c:pt>
                <c:pt idx="237">
                  <c:v>0.807178388311</c:v>
                </c:pt>
                <c:pt idx="238">
                  <c:v>0.806339797668</c:v>
                </c:pt>
                <c:pt idx="239">
                  <c:v>0.805500154555</c:v>
                </c:pt>
                <c:pt idx="240">
                  <c:v>0.804659242951</c:v>
                </c:pt>
                <c:pt idx="241">
                  <c:v>0.803816949827</c:v>
                </c:pt>
                <c:pt idx="242">
                  <c:v>0.802973307292</c:v>
                </c:pt>
                <c:pt idx="243">
                  <c:v>0.802128449628</c:v>
                </c:pt>
                <c:pt idx="244">
                  <c:v>0.801282503383</c:v>
                </c:pt>
                <c:pt idx="245">
                  <c:v>0.800435483208</c:v>
                </c:pt>
                <c:pt idx="246">
                  <c:v>0.799587268716</c:v>
                </c:pt>
                <c:pt idx="247">
                  <c:v>0.798737662775</c:v>
                </c:pt>
                <c:pt idx="248">
                  <c:v>0.797886492384</c:v>
                </c:pt>
                <c:pt idx="249">
                  <c:v>0.797033683881</c:v>
                </c:pt>
                <c:pt idx="250">
                  <c:v>0.796179272339</c:v>
                </c:pt>
                <c:pt idx="251">
                  <c:v>0.795323344597</c:v>
                </c:pt>
                <c:pt idx="252">
                  <c:v>0.79446595792</c:v>
                </c:pt>
                <c:pt idx="253">
                  <c:v>0.793607093973</c:v>
                </c:pt>
                <c:pt idx="254">
                  <c:v>0.792746677239</c:v>
                </c:pt>
                <c:pt idx="255">
                  <c:v>0.791884636856</c:v>
                </c:pt>
                <c:pt idx="256">
                  <c:v>0.791020958993</c:v>
                </c:pt>
                <c:pt idx="257">
                  <c:v>0.790155696157</c:v>
                </c:pt>
                <c:pt idx="258">
                  <c:v>0.789288941233</c:v>
                </c:pt>
                <c:pt idx="259">
                  <c:v>0.788420793094</c:v>
                </c:pt>
                <c:pt idx="260">
                  <c:v>0.787551339793</c:v>
                </c:pt>
                <c:pt idx="261">
                  <c:v>0.786680651463</c:v>
                </c:pt>
                <c:pt idx="262">
                  <c:v>0.785808772925</c:v>
                </c:pt>
                <c:pt idx="263">
                  <c:v>0.78493571723</c:v>
                </c:pt>
                <c:pt idx="264">
                  <c:v>0.784061462395</c:v>
                </c:pt>
                <c:pt idx="265">
                  <c:v>0.783185965017</c:v>
                </c:pt>
                <c:pt idx="266">
                  <c:v>0.782309183401</c:v>
                </c:pt>
                <c:pt idx="267">
                  <c:v>0.781431097829</c:v>
                </c:pt>
                <c:pt idx="268">
                  <c:v>0.780551714807</c:v>
                </c:pt>
                <c:pt idx="269">
                  <c:v>0.779671057631</c:v>
                </c:pt>
                <c:pt idx="270">
                  <c:v>0.778789148349</c:v>
                </c:pt>
                <c:pt idx="271">
                  <c:v>0.777905999228</c:v>
                </c:pt>
                <c:pt idx="272">
                  <c:v>0.777021613332</c:v>
                </c:pt>
                <c:pt idx="273">
                  <c:v>0.776135990125</c:v>
                </c:pt>
                <c:pt idx="274">
                  <c:v>0.775249133067</c:v>
                </c:pt>
                <c:pt idx="275">
                  <c:v>0.774361054895</c:v>
                </c:pt>
                <c:pt idx="276">
                  <c:v>0.773471778865</c:v>
                </c:pt>
                <c:pt idx="277">
                  <c:v>0.772581339385</c:v>
                </c:pt>
                <c:pt idx="278">
                  <c:v>0.771689780696</c:v>
                </c:pt>
                <c:pt idx="279">
                  <c:v>0.770797150514</c:v>
                </c:pt>
                <c:pt idx="280">
                  <c:v>0.769903492946</c:v>
                </c:pt>
                <c:pt idx="281">
                  <c:v>0.769008844762</c:v>
                </c:pt>
                <c:pt idx="282">
                  <c:v>0.768113232891</c:v>
                </c:pt>
                <c:pt idx="283">
                  <c:v>0.767216677516</c:v>
                </c:pt>
                <c:pt idx="284">
                  <c:v>0.766319197614</c:v>
                </c:pt>
                <c:pt idx="285">
                  <c:v>0.765420811093</c:v>
                </c:pt>
                <c:pt idx="286">
                  <c:v>0.764521536714</c:v>
                </c:pt>
                <c:pt idx="287">
                  <c:v>0.763621392155</c:v>
                </c:pt>
                <c:pt idx="288">
                  <c:v>0.762720392162</c:v>
                </c:pt>
                <c:pt idx="289">
                  <c:v>0.761818549049</c:v>
                </c:pt>
                <c:pt idx="290">
                  <c:v>0.760915873232</c:v>
                </c:pt>
                <c:pt idx="291">
                  <c:v>0.760012374087</c:v>
                </c:pt>
                <c:pt idx="292">
                  <c:v>0.759108058934</c:v>
                </c:pt>
                <c:pt idx="293">
                  <c:v>0.758202933206</c:v>
                </c:pt>
                <c:pt idx="294">
                  <c:v>0.757297000227</c:v>
                </c:pt>
                <c:pt idx="295">
                  <c:v>0.756390261643</c:v>
                </c:pt>
                <c:pt idx="296">
                  <c:v>0.755482718246</c:v>
                </c:pt>
                <c:pt idx="297">
                  <c:v>0.754574370737</c:v>
                </c:pt>
                <c:pt idx="298">
                  <c:v>0.75366521946</c:v>
                </c:pt>
                <c:pt idx="299">
                  <c:v>0.752755264835</c:v>
                </c:pt>
                <c:pt idx="300">
                  <c:v>0.751844508814</c:v>
                </c:pt>
                <c:pt idx="301">
                  <c:v>0.750932955194</c:v>
                </c:pt>
                <c:pt idx="302">
                  <c:v>0.750020610315</c:v>
                </c:pt>
                <c:pt idx="303">
                  <c:v>0.749107482282</c:v>
                </c:pt>
                <c:pt idx="304">
                  <c:v>0.748193581203</c:v>
                </c:pt>
                <c:pt idx="305">
                  <c:v>0.747278917153</c:v>
                </c:pt>
                <c:pt idx="306">
                  <c:v>0.746363500489</c:v>
                </c:pt>
                <c:pt idx="307">
                  <c:v>0.74544734264</c:v>
                </c:pt>
                <c:pt idx="308">
                  <c:v>0.74453045588</c:v>
                </c:pt>
                <c:pt idx="309">
                  <c:v>0.743612854132</c:v>
                </c:pt>
                <c:pt idx="310">
                  <c:v>0.742694551277</c:v>
                </c:pt>
                <c:pt idx="311">
                  <c:v>0.741775561013</c:v>
                </c:pt>
                <c:pt idx="312">
                  <c:v>0.740855896236</c:v>
                </c:pt>
                <c:pt idx="313">
                  <c:v>0.739935569373</c:v>
                </c:pt>
                <c:pt idx="314">
                  <c:v>0.739014591541</c:v>
                </c:pt>
                <c:pt idx="315">
                  <c:v>0.738092973857</c:v>
                </c:pt>
                <c:pt idx="316">
                  <c:v>0.737170728062</c:v>
                </c:pt>
                <c:pt idx="317">
                  <c:v>0.736247866567</c:v>
                </c:pt>
                <c:pt idx="318">
                  <c:v>0.735324402186</c:v>
                </c:pt>
                <c:pt idx="319">
                  <c:v>0.734400346967</c:v>
                </c:pt>
                <c:pt idx="320">
                  <c:v>0.733475713221</c:v>
                </c:pt>
                <c:pt idx="321">
                  <c:v>0.732550514045</c:v>
                </c:pt>
                <c:pt idx="322">
                  <c:v>0.731624766141</c:v>
                </c:pt>
                <c:pt idx="323">
                  <c:v>0.730698489132</c:v>
                </c:pt>
                <c:pt idx="324">
                  <c:v>0.729771703986</c:v>
                </c:pt>
                <c:pt idx="325">
                  <c:v>0.728844429613</c:v>
                </c:pt>
                <c:pt idx="326">
                  <c:v>0.727916682324</c:v>
                </c:pt>
                <c:pt idx="327">
                  <c:v>0.726988477552</c:v>
                </c:pt>
                <c:pt idx="328">
                  <c:v>0.726059833159</c:v>
                </c:pt>
                <c:pt idx="329">
                  <c:v>0.725130771963</c:v>
                </c:pt>
                <c:pt idx="330">
                  <c:v>0.724201320282</c:v>
                </c:pt>
                <c:pt idx="331">
                  <c:v>0.723271504358</c:v>
                </c:pt>
                <c:pt idx="332">
                  <c:v>0.722341347259</c:v>
                </c:pt>
                <c:pt idx="333">
                  <c:v>0.721410868292</c:v>
                </c:pt>
                <c:pt idx="334">
                  <c:v>0.720480085097</c:v>
                </c:pt>
                <c:pt idx="335">
                  <c:v>0.719549017687</c:v>
                </c:pt>
                <c:pt idx="336">
                  <c:v>0.718617689904</c:v>
                </c:pt>
                <c:pt idx="337">
                  <c:v>0.717686128926</c:v>
                </c:pt>
                <c:pt idx="338">
                  <c:v>0.716754361185</c:v>
                </c:pt>
                <c:pt idx="339">
                  <c:v>0.715822411286</c:v>
                </c:pt>
                <c:pt idx="340">
                  <c:v>0.714890300409</c:v>
                </c:pt>
                <c:pt idx="341">
                  <c:v>0.713958049434</c:v>
                </c:pt>
                <c:pt idx="342">
                  <c:v>0.713025680152</c:v>
                </c:pt>
                <c:pt idx="343">
                  <c:v>0.712093216201</c:v>
                </c:pt>
                <c:pt idx="344">
                  <c:v>0.71116068165</c:v>
                </c:pt>
                <c:pt idx="345">
                  <c:v>0.710228100768</c:v>
                </c:pt>
                <c:pt idx="346">
                  <c:v>0.70929549745</c:v>
                </c:pt>
                <c:pt idx="347">
                  <c:v>0.70836289578</c:v>
                </c:pt>
                <c:pt idx="348">
                  <c:v>0.707430320888</c:v>
                </c:pt>
                <c:pt idx="349">
                  <c:v>0.706497798894</c:v>
                </c:pt>
                <c:pt idx="350">
                  <c:v>0.70556535613</c:v>
                </c:pt>
                <c:pt idx="351">
                  <c:v>0.704633018155</c:v>
                </c:pt>
                <c:pt idx="352">
                  <c:v>0.703700809804</c:v>
                </c:pt>
                <c:pt idx="353">
                  <c:v>0.702768755246</c:v>
                </c:pt>
                <c:pt idx="354">
                  <c:v>0.701836879406</c:v>
                </c:pt>
                <c:pt idx="355">
                  <c:v>0.700905208152</c:v>
                </c:pt>
                <c:pt idx="356">
                  <c:v>0.699973768632</c:v>
                </c:pt>
                <c:pt idx="357">
                  <c:v>0.699042588188</c:v>
                </c:pt>
                <c:pt idx="358">
                  <c:v>0.69811169362</c:v>
                </c:pt>
                <c:pt idx="359">
                  <c:v>0.697181111368</c:v>
                </c:pt>
                <c:pt idx="360">
                  <c:v>0.696250866918</c:v>
                </c:pt>
                <c:pt idx="361">
                  <c:v>0.695320985153</c:v>
                </c:pt>
                <c:pt idx="362">
                  <c:v>0.694391491618</c:v>
                </c:pt>
                <c:pt idx="363">
                  <c:v>0.693462412434</c:v>
                </c:pt>
                <c:pt idx="364">
                  <c:v>0.692533774742</c:v>
                </c:pt>
                <c:pt idx="365">
                  <c:v>0.691605606603</c:v>
                </c:pt>
                <c:pt idx="366">
                  <c:v>0.690677936425</c:v>
                </c:pt>
                <c:pt idx="367">
                  <c:v>0.68975079262</c:v>
                </c:pt>
                <c:pt idx="368">
                  <c:v>0.688824202892</c:v>
                </c:pt>
                <c:pt idx="369">
                  <c:v>0.687898194617</c:v>
                </c:pt>
                <c:pt idx="370">
                  <c:v>0.686972794733</c:v>
                </c:pt>
                <c:pt idx="371">
                  <c:v>0.686048030616</c:v>
                </c:pt>
                <c:pt idx="372">
                  <c:v>0.685123929685</c:v>
                </c:pt>
                <c:pt idx="373">
                  <c:v>0.684200519689</c:v>
                </c:pt>
                <c:pt idx="374">
                  <c:v>0.683277828629</c:v>
                </c:pt>
                <c:pt idx="375">
                  <c:v>0.682355884172</c:v>
                </c:pt>
                <c:pt idx="376">
                  <c:v>0.681434713325</c:v>
                </c:pt>
                <c:pt idx="377">
                  <c:v>0.680514342602</c:v>
                </c:pt>
                <c:pt idx="378">
                  <c:v>0.679594798481</c:v>
                </c:pt>
                <c:pt idx="379">
                  <c:v>0.678676106764</c:v>
                </c:pt>
                <c:pt idx="380">
                  <c:v>0.677758293548</c:v>
                </c:pt>
                <c:pt idx="381">
                  <c:v>0.676841384985</c:v>
                </c:pt>
                <c:pt idx="382">
                  <c:v>0.675925407452</c:v>
                </c:pt>
                <c:pt idx="383">
                  <c:v>0.675010387599</c:v>
                </c:pt>
                <c:pt idx="384">
                  <c:v>0.6740963522</c:v>
                </c:pt>
                <c:pt idx="385">
                  <c:v>0.67318332767</c:v>
                </c:pt>
                <c:pt idx="386">
                  <c:v>0.672271340253</c:v>
                </c:pt>
                <c:pt idx="387">
                  <c:v>0.671360415894</c:v>
                </c:pt>
                <c:pt idx="388">
                  <c:v>0.670450580613</c:v>
                </c:pt>
                <c:pt idx="389">
                  <c:v>0.669541860584</c:v>
                </c:pt>
                <c:pt idx="390">
                  <c:v>0.668634282443</c:v>
                </c:pt>
                <c:pt idx="391">
                  <c:v>0.66772787309</c:v>
                </c:pt>
                <c:pt idx="392">
                  <c:v>0.666822659302</c:v>
                </c:pt>
                <c:pt idx="393">
                  <c:v>0.665918667539</c:v>
                </c:pt>
                <c:pt idx="394">
                  <c:v>0.665015923566</c:v>
                </c:pt>
                <c:pt idx="395">
                  <c:v>0.664114452733</c:v>
                </c:pt>
                <c:pt idx="396">
                  <c:v>0.663214280255</c:v>
                </c:pt>
                <c:pt idx="397">
                  <c:v>0.662315431882</c:v>
                </c:pt>
                <c:pt idx="398">
                  <c:v>0.661417933575</c:v>
                </c:pt>
                <c:pt idx="399">
                  <c:v>0.660521811593</c:v>
                </c:pt>
                <c:pt idx="400">
                  <c:v>0.65962709105</c:v>
                </c:pt>
                <c:pt idx="401">
                  <c:v>0.658733796252</c:v>
                </c:pt>
                <c:pt idx="402">
                  <c:v>0.657841950636</c:v>
                </c:pt>
                <c:pt idx="403">
                  <c:v>0.656951577582</c:v>
                </c:pt>
                <c:pt idx="404">
                  <c:v>0.656062700794</c:v>
                </c:pt>
                <c:pt idx="405">
                  <c:v>0.655175344579</c:v>
                </c:pt>
                <c:pt idx="406">
                  <c:v>0.654289532912</c:v>
                </c:pt>
                <c:pt idx="407">
                  <c:v>0.653405288673</c:v>
                </c:pt>
                <c:pt idx="408">
                  <c:v>0.652522633202</c:v>
                </c:pt>
                <c:pt idx="409">
                  <c:v>0.651641586527</c:v>
                </c:pt>
                <c:pt idx="410">
                  <c:v>0.650762166948</c:v>
                </c:pt>
                <c:pt idx="411">
                  <c:v>0.649884673189</c:v>
                </c:pt>
                <c:pt idx="412">
                  <c:v>0.649010268557</c:v>
                </c:pt>
                <c:pt idx="413">
                  <c:v>0.648141721545</c:v>
                </c:pt>
                <c:pt idx="414">
                  <c:v>0.647283392489</c:v>
                </c:pt>
                <c:pt idx="415">
                  <c:v>0.646439613879</c:v>
                </c:pt>
                <c:pt idx="416">
                  <c:v>0.645611716584</c:v>
                </c:pt>
                <c:pt idx="417">
                  <c:v>0.644798950562</c:v>
                </c:pt>
                <c:pt idx="418">
                  <c:v>0.644004020011</c:v>
                </c:pt>
                <c:pt idx="419">
                  <c:v>0.643233227154</c:v>
                </c:pt>
                <c:pt idx="420">
                  <c:v>0.642494770798</c:v>
                </c:pt>
                <c:pt idx="421">
                  <c:v>0.641799189901</c:v>
                </c:pt>
                <c:pt idx="422">
                  <c:v>0.641160126063</c:v>
                </c:pt>
                <c:pt idx="423">
                  <c:v>0.640594753668</c:v>
                </c:pt>
                <c:pt idx="424">
                  <c:v>0.640123794731</c:v>
                </c:pt>
                <c:pt idx="425">
                  <c:v>0.639771005881</c:v>
                </c:pt>
                <c:pt idx="426">
                  <c:v>0.639562469041</c:v>
                </c:pt>
                <c:pt idx="427">
                  <c:v>0.63952646577</c:v>
                </c:pt>
                <c:pt idx="428">
                  <c:v>0.639694511277</c:v>
                </c:pt>
                <c:pt idx="429">
                  <c:v>0.640103392255</c:v>
                </c:pt>
                <c:pt idx="430">
                  <c:v>0.640797347803</c:v>
                </c:pt>
                <c:pt idx="431">
                  <c:v>0.641829254174</c:v>
                </c:pt>
                <c:pt idx="432">
                  <c:v>0.643259970771</c:v>
                </c:pt>
                <c:pt idx="433">
                  <c:v>0.645155818625</c:v>
                </c:pt>
                <c:pt idx="434">
                  <c:v>0.647585077901</c:v>
                </c:pt>
                <c:pt idx="435">
                  <c:v>0.650614842587</c:v>
                </c:pt>
                <c:pt idx="436">
                  <c:v>0.65430919243</c:v>
                </c:pt>
                <c:pt idx="437">
                  <c:v>0.658728618429</c:v>
                </c:pt>
                <c:pt idx="438">
                  <c:v>0.663929640856</c:v>
                </c:pt>
                <c:pt idx="439">
                  <c:v>0.669963305684</c:v>
                </c:pt>
                <c:pt idx="440">
                  <c:v>0.67687187516</c:v>
                </c:pt>
                <c:pt idx="441">
                  <c:v>0.684683848215</c:v>
                </c:pt>
                <c:pt idx="442">
                  <c:v>0.693407838736</c:v>
                </c:pt>
                <c:pt idx="443">
                  <c:v>0.703025865072</c:v>
                </c:pt>
                <c:pt idx="444">
                  <c:v>0.713486801042</c:v>
                </c:pt>
                <c:pt idx="445">
                  <c:v>0.72470131112</c:v>
                </c:pt>
                <c:pt idx="446">
                  <c:v>0.736539803721</c:v>
                </c:pt>
                <c:pt idx="447">
                  <c:v>0.748834703232</c:v>
                </c:pt>
                <c:pt idx="448">
                  <c:v>0.761387789171</c:v>
                </c:pt>
                <c:pt idx="449">
                  <c:v>0.773981593615</c:v>
                </c:pt>
                <c:pt idx="450">
                  <c:v>0.786393739382</c:v>
                </c:pt>
                <c:pt idx="451">
                  <c:v>0.798412260755</c:v>
                </c:pt>
                <c:pt idx="452">
                  <c:v>0.809849979151</c:v>
                </c:pt>
                <c:pt idx="453">
                  <c:v>0.820556046343</c:v>
                </c:pt>
                <c:pt idx="454">
                  <c:v>0.83042310876</c:v>
                </c:pt>
                <c:pt idx="455">
                  <c:v>0.83938955447</c:v>
                </c:pt>
                <c:pt idx="456">
                  <c:v>0.847437078233</c:v>
                </c:pt>
                <c:pt idx="457">
                  <c:v>0.85458476739</c:v>
                </c:pt>
                <c:pt idx="458">
                  <c:v>0.860881051431</c:v>
                </c:pt>
                <c:pt idx="459">
                  <c:v>0.866394877293</c:v>
                </c:pt>
                <c:pt idx="460">
                  <c:v>0.871207220559</c:v>
                </c:pt>
                <c:pt idx="461">
                  <c:v>0.875403655397</c:v>
                </c:pt>
                <c:pt idx="462">
                  <c:v>0.879068408222</c:v>
                </c:pt>
                <c:pt idx="463">
                  <c:v>0.882280041713</c:v>
                </c:pt>
                <c:pt idx="464">
                  <c:v>0.885108719336</c:v>
                </c:pt>
                <c:pt idx="465">
                  <c:v>0.887614865683</c:v>
                </c:pt>
                <c:pt idx="466">
                  <c:v>0.889848967059</c:v>
                </c:pt>
                <c:pt idx="467">
                  <c:v>0.891852194416</c:v>
                </c:pt>
                <c:pt idx="468">
                  <c:v>0.893657522628</c:v>
                </c:pt>
                <c:pt idx="469">
                  <c:v>0.895291099655</c:v>
                </c:pt>
                <c:pt idx="470">
                  <c:v>0.896773618029</c:v>
                </c:pt>
                <c:pt idx="471">
                  <c:v>0.898121557482</c:v>
                </c:pt>
                <c:pt idx="472">
                  <c:v>0.899348169726</c:v>
                </c:pt>
                <c:pt idx="473">
                  <c:v>0.900464204133</c:v>
                </c:pt>
                <c:pt idx="474">
                  <c:v>0.901478427788</c:v>
                </c:pt>
                <c:pt idx="475">
                  <c:v>0.902398005775</c:v>
                </c:pt>
                <c:pt idx="476">
                  <c:v>0.903228809135</c:v>
                </c:pt>
                <c:pt idx="477">
                  <c:v>0.903975671271</c:v>
                </c:pt>
                <c:pt idx="478">
                  <c:v>0.904642595052</c:v>
                </c:pt>
                <c:pt idx="479">
                  <c:v>0.905232919349</c:v>
                </c:pt>
                <c:pt idx="480">
                  <c:v>0.905749458278</c:v>
                </c:pt>
                <c:pt idx="481">
                  <c:v>0.906194634179</c:v>
                </c:pt>
                <c:pt idx="482">
                  <c:v>0.906570603562</c:v>
                </c:pt>
                <c:pt idx="483">
                  <c:v>0.906879365133</c:v>
                </c:pt>
                <c:pt idx="484">
                  <c:v>0.907122828742</c:v>
                </c:pt>
                <c:pt idx="485">
                  <c:v>0.907302838958</c:v>
                </c:pt>
                <c:pt idx="486">
                  <c:v>0.907421171944</c:v>
                </c:pt>
                <c:pt idx="487">
                  <c:v>0.907479502881</c:v>
                </c:pt>
                <c:pt idx="488">
                  <c:v>0.907479387287</c:v>
                </c:pt>
                <c:pt idx="489">
                  <c:v>0.907422241862</c:v>
                </c:pt>
                <c:pt idx="490">
                  <c:v>0.90730933321</c:v>
                </c:pt>
                <c:pt idx="491">
                  <c:v>0.90714178246</c:v>
                </c:pt>
                <c:pt idx="492">
                  <c:v>0.906920598883</c:v>
                </c:pt>
                <c:pt idx="493">
                  <c:v>0.906646728688</c:v>
                </c:pt>
                <c:pt idx="494">
                  <c:v>0.906321137494</c:v>
                </c:pt>
                <c:pt idx="495">
                  <c:v>0.905944877133</c:v>
                </c:pt>
                <c:pt idx="496">
                  <c:v>0.905519164539</c:v>
                </c:pt>
                <c:pt idx="497">
                  <c:v>0.905045421367</c:v>
                </c:pt>
                <c:pt idx="498">
                  <c:v>0.904525257247</c:v>
                </c:pt>
                <c:pt idx="499">
                  <c:v>0.903960369191</c:v>
                </c:pt>
                <c:pt idx="500">
                  <c:v>0.903352480955</c:v>
                </c:pt>
                <c:pt idx="501">
                  <c:v>0.902703565928</c:v>
                </c:pt>
                <c:pt idx="502">
                  <c:v>0.902016330322</c:v>
                </c:pt>
                <c:pt idx="503">
                  <c:v>0.901294466445</c:v>
                </c:pt>
                <c:pt idx="504">
                  <c:v>0.900542166588</c:v>
                </c:pt>
                <c:pt idx="505">
                  <c:v>0.899763024821</c:v>
                </c:pt>
                <c:pt idx="506">
                  <c:v>0.898959181095</c:v>
                </c:pt>
                <c:pt idx="507">
                  <c:v>0.898131441291</c:v>
                </c:pt>
                <c:pt idx="508">
                  <c:v>0.89728023387</c:v>
                </c:pt>
                <c:pt idx="509">
                  <c:v>0.896406606052</c:v>
                </c:pt>
                <c:pt idx="510">
                  <c:v>0.895512591312</c:v>
                </c:pt>
                <c:pt idx="511">
                  <c:v>0.894600873893</c:v>
                </c:pt>
                <c:pt idx="512">
                  <c:v>0.893674089341</c:v>
                </c:pt>
                <c:pt idx="513">
                  <c:v>0.892734203627</c:v>
                </c:pt>
                <c:pt idx="514">
                  <c:v>0.891782322525</c:v>
                </c:pt>
                <c:pt idx="515">
                  <c:v>0.890819065591</c:v>
                </c:pt>
                <c:pt idx="516">
                  <c:v>0.889845185916</c:v>
                </c:pt>
                <c:pt idx="517">
                  <c:v>0.88886194554</c:v>
                </c:pt>
                <c:pt idx="518">
                  <c:v>0.887870961523</c:v>
                </c:pt>
                <c:pt idx="519">
                  <c:v>0.886873717044</c:v>
                </c:pt>
                <c:pt idx="520">
                  <c:v>0.885871146125</c:v>
                </c:pt>
                <c:pt idx="521">
                  <c:v>0.884863571542</c:v>
                </c:pt>
                <c:pt idx="522">
                  <c:v>0.88385086063</c:v>
                </c:pt>
                <c:pt idx="523">
                  <c:v>0.88283261464</c:v>
                </c:pt>
                <c:pt idx="524">
                  <c:v>0.881808278562</c:v>
                </c:pt>
                <c:pt idx="525">
                  <c:v>0.880777222192</c:v>
                </c:pt>
                <c:pt idx="526">
                  <c:v>0.879738863265</c:v>
                </c:pt>
                <c:pt idx="527">
                  <c:v>0.878692776695</c:v>
                </c:pt>
                <c:pt idx="528">
                  <c:v>0.877638760568</c:v>
                </c:pt>
                <c:pt idx="529">
                  <c:v>0.876576766717</c:v>
                </c:pt>
                <c:pt idx="530">
                  <c:v>0.875506769675</c:v>
                </c:pt>
                <c:pt idx="531">
                  <c:v>0.874428648809</c:v>
                </c:pt>
                <c:pt idx="532">
                  <c:v>0.873342145024</c:v>
                </c:pt>
                <c:pt idx="533">
                  <c:v>0.872246894161</c:v>
                </c:pt>
                <c:pt idx="534">
                  <c:v>0.871142487208</c:v>
                </c:pt>
                <c:pt idx="535">
                  <c:v>0.870028498596</c:v>
                </c:pt>
                <c:pt idx="536">
                  <c:v>0.868904485856</c:v>
                </c:pt>
                <c:pt idx="537">
                  <c:v>0.86776997723</c:v>
                </c:pt>
                <c:pt idx="538">
                  <c:v>0.866624445174</c:v>
                </c:pt>
                <c:pt idx="539">
                  <c:v>0.865467286266</c:v>
                </c:pt>
                <c:pt idx="540">
                  <c:v>0.864297768986</c:v>
                </c:pt>
                <c:pt idx="541">
                  <c:v>0.863114995465</c:v>
                </c:pt>
                <c:pt idx="542">
                  <c:v>0.861917864482</c:v>
                </c:pt>
                <c:pt idx="543">
                  <c:v>0.860705078774</c:v>
                </c:pt>
                <c:pt idx="544">
                  <c:v>0.859475182281</c:v>
                </c:pt>
                <c:pt idx="545">
                  <c:v>0.858226608957</c:v>
                </c:pt>
                <c:pt idx="546">
                  <c:v>0.856957727765</c:v>
                </c:pt>
                <c:pt idx="547">
                  <c:v>0.85566685647</c:v>
                </c:pt>
                <c:pt idx="548">
                  <c:v>0.85435229901</c:v>
                </c:pt>
                <c:pt idx="549">
                  <c:v>0.85301237274</c:v>
                </c:pt>
                <c:pt idx="550">
                  <c:v>0.85164543918</c:v>
                </c:pt>
                <c:pt idx="551">
                  <c:v>0.850250388802</c:v>
                </c:pt>
                <c:pt idx="552">
                  <c:v>0.848828144664</c:v>
                </c:pt>
                <c:pt idx="553">
                  <c:v>0.847382252261</c:v>
                </c:pt>
                <c:pt idx="554">
                  <c:v>0.845923936238</c:v>
                </c:pt>
                <c:pt idx="555">
                  <c:v>0.844451588249</c:v>
                </c:pt>
                <c:pt idx="556">
                  <c:v>0.842968296049</c:v>
                </c:pt>
                <c:pt idx="557">
                  <c:v>0.841475077775</c:v>
                </c:pt>
                <c:pt idx="558">
                  <c:v>0.839972984656</c:v>
                </c:pt>
                <c:pt idx="559">
                  <c:v>0.838466103482</c:v>
                </c:pt>
                <c:pt idx="560">
                  <c:v>0.836963084278</c:v>
                </c:pt>
                <c:pt idx="561">
                  <c:v>0.835478108864</c:v>
                </c:pt>
                <c:pt idx="562">
                  <c:v>0.834030182274</c:v>
                </c:pt>
                <c:pt idx="563">
                  <c:v>0.832639439023</c:v>
                </c:pt>
                <c:pt idx="564">
                  <c:v>0.831319653893</c:v>
                </c:pt>
                <c:pt idx="565">
                  <c:v>0.830070044375</c:v>
                </c:pt>
                <c:pt idx="566">
                  <c:v>0.828875920976</c:v>
                </c:pt>
                <c:pt idx="567">
                  <c:v>0.827718668961</c:v>
                </c:pt>
                <c:pt idx="568">
                  <c:v>0.826585649366</c:v>
                </c:pt>
                <c:pt idx="569">
                  <c:v>0.825473271951</c:v>
                </c:pt>
                <c:pt idx="570">
                  <c:v>0.824383906958</c:v>
                </c:pt>
                <c:pt idx="571">
                  <c:v>0.823316358409</c:v>
                </c:pt>
                <c:pt idx="572">
                  <c:v>0.822263511347</c:v>
                </c:pt>
                <c:pt idx="573">
                  <c:v>0.821215840422</c:v>
                </c:pt>
                <c:pt idx="574">
                  <c:v>0.820166196056</c:v>
                </c:pt>
                <c:pt idx="575">
                  <c:v>0.819112225948</c:v>
                </c:pt>
                <c:pt idx="576">
                  <c:v>0.818056128211</c:v>
                </c:pt>
                <c:pt idx="577">
                  <c:v>0.817002995033</c:v>
                </c:pt>
                <c:pt idx="578">
                  <c:v>0.815958763921</c:v>
                </c:pt>
                <c:pt idx="579">
                  <c:v>0.814928264432</c:v>
                </c:pt>
                <c:pt idx="580">
                  <c:v>0.813913752148</c:v>
                </c:pt>
                <c:pt idx="581">
                  <c:v>0.812914376896</c:v>
                </c:pt>
                <c:pt idx="582">
                  <c:v>0.811926814129</c:v>
                </c:pt>
                <c:pt idx="583">
                  <c:v>0.810946824627</c:v>
                </c:pt>
                <c:pt idx="584">
                  <c:v>0.809970999155</c:v>
                </c:pt>
                <c:pt idx="585">
                  <c:v>0.808997843446</c:v>
                </c:pt>
                <c:pt idx="586">
                  <c:v>0.808027787392</c:v>
                </c:pt>
                <c:pt idx="587">
                  <c:v>0.807062428425</c:v>
                </c:pt>
                <c:pt idx="588">
                  <c:v>0.806103653288</c:v>
                </c:pt>
                <c:pt idx="589">
                  <c:v>0.805153074314</c:v>
                </c:pt>
                <c:pt idx="590">
                  <c:v>0.804211837349</c:v>
                </c:pt>
                <c:pt idx="591">
                  <c:v>0.803280623342</c:v>
                </c:pt>
                <c:pt idx="592">
                  <c:v>0.802359727952</c:v>
                </c:pt>
                <c:pt idx="593">
                  <c:v>0.80144917901</c:v>
                </c:pt>
                <c:pt idx="594">
                  <c:v>0.800548863127</c:v>
                </c:pt>
                <c:pt idx="595">
                  <c:v>0.799658638534</c:v>
                </c:pt>
                <c:pt idx="596">
                  <c:v>0.798778408669</c:v>
                </c:pt>
                <c:pt idx="597">
                  <c:v>0.797908180824</c:v>
                </c:pt>
                <c:pt idx="598">
                  <c:v>0.797048075422</c:v>
                </c:pt>
                <c:pt idx="599">
                  <c:v>0.79619831023</c:v>
                </c:pt>
                <c:pt idx="600">
                  <c:v>0.795359172396</c:v>
                </c:pt>
                <c:pt idx="601">
                  <c:v>0.794530977974</c:v>
                </c:pt>
                <c:pt idx="602">
                  <c:v>0.793714016521</c:v>
                </c:pt>
                <c:pt idx="603">
                  <c:v>0.792908485635</c:v>
                </c:pt>
                <c:pt idx="604">
                  <c:v>0.792114437316</c:v>
                </c:pt>
                <c:pt idx="605">
                  <c:v>0.791331772794</c:v>
                </c:pt>
                <c:pt idx="606">
                  <c:v>0.790560309816</c:v>
                </c:pt>
                <c:pt idx="607">
                  <c:v>0.789799892804</c:v>
                </c:pt>
                <c:pt idx="608">
                  <c:v>0.789050491906</c:v>
                </c:pt>
                <c:pt idx="609">
                  <c:v>0.788312246216</c:v>
                </c:pt>
                <c:pt idx="610">
                  <c:v>0.787585420382</c:v>
                </c:pt>
                <c:pt idx="611">
                  <c:v>0.786870309184</c:v>
                </c:pt>
                <c:pt idx="612">
                  <c:v>0.786167133533</c:v>
                </c:pt>
                <c:pt idx="613">
                  <c:v>0.785475967156</c:v>
                </c:pt>
                <c:pt idx="614">
                  <c:v>0.784796710525</c:v>
                </c:pt>
                <c:pt idx="615">
                  <c:v>0.784129100464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0</c:v>
                </c:pt>
                <c:pt idx="1">
                  <c:v>1.98254554514e-06</c:v>
                </c:pt>
                <c:pt idx="2">
                  <c:v>4.50644020495e-06</c:v>
                </c:pt>
                <c:pt idx="3">
                  <c:v>7.6709786856e-06</c:v>
                </c:pt>
                <c:pt idx="4">
                  <c:v>1.16184788104e-05</c:v>
                </c:pt>
                <c:pt idx="5">
                  <c:v>1.6572597893e-05</c:v>
                </c:pt>
                <c:pt idx="6">
                  <c:v>2.28850748607e-05</c:v>
                </c:pt>
                <c:pt idx="7">
                  <c:v>3.10816751115e-05</c:v>
                </c:pt>
                <c:pt idx="8">
                  <c:v>4.19043914392e-05</c:v>
                </c:pt>
                <c:pt idx="9">
                  <c:v>5.63596349426e-05</c:v>
                </c:pt>
                <c:pt idx="10">
                  <c:v>7.5787607513e-05</c:v>
                </c:pt>
                <c:pt idx="11">
                  <c:v>0.000101953859186</c:v>
                </c:pt>
                <c:pt idx="12">
                  <c:v>0.000137138543082</c:v>
                </c:pt>
                <c:pt idx="13">
                  <c:v>0.00018418188067</c:v>
                </c:pt>
                <c:pt idx="14">
                  <c:v>0.000246445140194</c:v>
                </c:pt>
                <c:pt idx="15">
                  <c:v>0.000327664353615</c:v>
                </c:pt>
                <c:pt idx="16">
                  <c:v>0.000431705864319</c:v>
                </c:pt>
                <c:pt idx="17">
                  <c:v>0.00056226911943</c:v>
                </c:pt>
                <c:pt idx="18">
                  <c:v>0.000722603341908</c:v>
                </c:pt>
                <c:pt idx="19">
                  <c:v>0.000915293023392</c:v>
                </c:pt>
                <c:pt idx="20">
                  <c:v>0.00114212423277</c:v>
                </c:pt>
                <c:pt idx="21">
                  <c:v>0.00140399771762</c:v>
                </c:pt>
                <c:pt idx="22">
                  <c:v>0.00170085065115</c:v>
                </c:pt>
                <c:pt idx="23">
                  <c:v>0.00203160663575</c:v>
                </c:pt>
                <c:pt idx="24">
                  <c:v>0.00239424363429</c:v>
                </c:pt>
                <c:pt idx="25">
                  <c:v>0.00278607173899</c:v>
                </c:pt>
                <c:pt idx="26">
                  <c:v>0.00320422869323</c:v>
                </c:pt>
                <c:pt idx="27">
                  <c:v>0.00364630589309</c:v>
                </c:pt>
                <c:pt idx="28">
                  <c:v>0.00411098742862</c:v>
                </c:pt>
                <c:pt idx="29">
                  <c:v>0.0045986065922</c:v>
                </c:pt>
                <c:pt idx="30">
                  <c:v>0.00511153260213</c:v>
                </c:pt>
                <c:pt idx="31">
                  <c:v>0.00565427085007</c:v>
                </c:pt>
                <c:pt idx="32">
                  <c:v>0.0062331538347</c:v>
                </c:pt>
                <c:pt idx="33">
                  <c:v>0.00685557722936</c:v>
                </c:pt>
                <c:pt idx="34">
                  <c:v>0.0075288816845</c:v>
                </c:pt>
                <c:pt idx="35">
                  <c:v>0.00825912913817</c:v>
                </c:pt>
                <c:pt idx="36">
                  <c:v>0.00905007117111</c:v>
                </c:pt>
                <c:pt idx="37">
                  <c:v>0.00990255797523</c:v>
                </c:pt>
                <c:pt idx="38">
                  <c:v>0.0108144505913</c:v>
                </c:pt>
                <c:pt idx="39">
                  <c:v>0.0117809853593</c:v>
                </c:pt>
                <c:pt idx="40">
                  <c:v>0.0127954180192</c:v>
                </c:pt>
                <c:pt idx="41">
                  <c:v>0.0138497858831</c:v>
                </c:pt>
                <c:pt idx="42">
                  <c:v>0.0149356619735</c:v>
                </c:pt>
                <c:pt idx="43">
                  <c:v>0.0160448097364</c:v>
                </c:pt>
                <c:pt idx="44">
                  <c:v>0.0171696744104</c:v>
                </c:pt>
                <c:pt idx="45">
                  <c:v>0.0183036907608</c:v>
                </c:pt>
                <c:pt idx="46">
                  <c:v>0.0194413959809</c:v>
                </c:pt>
                <c:pt idx="47">
                  <c:v>0.0205784276051</c:v>
                </c:pt>
                <c:pt idx="48">
                  <c:v>0.0217114709555</c:v>
                </c:pt>
                <c:pt idx="49">
                  <c:v>0.0228382063294</c:v>
                </c:pt>
                <c:pt idx="50">
                  <c:v>0.0239572373104</c:v>
                </c:pt>
                <c:pt idx="51">
                  <c:v>0.0250679552328</c:v>
                </c:pt>
                <c:pt idx="52">
                  <c:v>0.0261703297763</c:v>
                </c:pt>
                <c:pt idx="53">
                  <c:v>0.0272646779274</c:v>
                </c:pt>
                <c:pt idx="54">
                  <c:v>0.0283514901418</c:v>
                </c:pt>
                <c:pt idx="55">
                  <c:v>0.0294313512863</c:v>
                </c:pt>
                <c:pt idx="56">
                  <c:v>0.0305049308003</c:v>
                </c:pt>
                <c:pt idx="57">
                  <c:v>0.0315729855045</c:v>
                </c:pt>
                <c:pt idx="58">
                  <c:v>0.0326363359129</c:v>
                </c:pt>
                <c:pt idx="59">
                  <c:v>0.0336958107532</c:v>
                </c:pt>
                <c:pt idx="60">
                  <c:v>0.0347521750745</c:v>
                </c:pt>
                <c:pt idx="61">
                  <c:v>0.0358060639119</c:v>
                </c:pt>
                <c:pt idx="62">
                  <c:v>0.0368579390618</c:v>
                </c:pt>
                <c:pt idx="63">
                  <c:v>0.0379080818995</c:v>
                </c:pt>
                <c:pt idx="64">
                  <c:v>0.0389566213933</c:v>
                </c:pt>
                <c:pt idx="65">
                  <c:v>0.0400035801343</c:v>
                </c:pt>
                <c:pt idx="66">
                  <c:v>0.0410489115012</c:v>
                </c:pt>
                <c:pt idx="67">
                  <c:v>0.0420925147203</c:v>
                </c:pt>
                <c:pt idx="68">
                  <c:v>0.0431342299933</c:v>
                </c:pt>
                <c:pt idx="69">
                  <c:v>0.0441738428744</c:v>
                </c:pt>
                <c:pt idx="70">
                  <c:v>0.0452111103776</c:v>
                </c:pt>
                <c:pt idx="71">
                  <c:v>0.0462458046915</c:v>
                </c:pt>
                <c:pt idx="72">
                  <c:v>0.0472777521599</c:v>
                </c:pt>
                <c:pt idx="73">
                  <c:v>0.0483068503615</c:v>
                </c:pt>
                <c:pt idx="74">
                  <c:v>0.0493330633995</c:v>
                </c:pt>
                <c:pt idx="75">
                  <c:v>0.0503564106949</c:v>
                </c:pt>
                <c:pt idx="76">
                  <c:v>0.0513769609246</c:v>
                </c:pt>
                <c:pt idx="77">
                  <c:v>0.0523948326951</c:v>
                </c:pt>
                <c:pt idx="78">
                  <c:v>0.0534101900593</c:v>
                </c:pt>
                <c:pt idx="79">
                  <c:v>0.0544232283574</c:v>
                </c:pt>
                <c:pt idx="80">
                  <c:v>0.0554341521302</c:v>
                </c:pt>
                <c:pt idx="81">
                  <c:v>0.0564431548867</c:v>
                </c:pt>
                <c:pt idx="82">
                  <c:v>0.0574504088611</c:v>
                </c:pt>
                <c:pt idx="83">
                  <c:v>0.0584560675069</c:v>
                </c:pt>
                <c:pt idx="84">
                  <c:v>0.0594602680904</c:v>
                </c:pt>
                <c:pt idx="85">
                  <c:v>0.0604631272124</c:v>
                </c:pt>
                <c:pt idx="86">
                  <c:v>0.0614647457798</c:v>
                </c:pt>
                <c:pt idx="87">
                  <c:v>0.0624652159641</c:v>
                </c:pt>
                <c:pt idx="88">
                  <c:v>0.0634645717174</c:v>
                </c:pt>
                <c:pt idx="89">
                  <c:v>0.0644627010863</c:v>
                </c:pt>
                <c:pt idx="90">
                  <c:v>0.0654594345488</c:v>
                </c:pt>
                <c:pt idx="91">
                  <c:v>0.0664549518768</c:v>
                </c:pt>
                <c:pt idx="92">
                  <c:v>0.067450149918</c:v>
                </c:pt>
                <c:pt idx="93">
                  <c:v>0.0684463439</c:v>
                </c:pt>
                <c:pt idx="94">
                  <c:v>0.0694442640334</c:v>
                </c:pt>
                <c:pt idx="95">
                  <c:v>0.0704432703964</c:v>
                </c:pt>
                <c:pt idx="96">
                  <c:v>0.0714417737163</c:v>
                </c:pt>
                <c:pt idx="97">
                  <c:v>0.0724386264499</c:v>
                </c:pt>
                <c:pt idx="98">
                  <c:v>0.0734341649686</c:v>
                </c:pt>
                <c:pt idx="99">
                  <c:v>0.0744299473889</c:v>
                </c:pt>
                <c:pt idx="100">
                  <c:v>0.0754275356954</c:v>
                </c:pt>
                <c:pt idx="101">
                  <c:v>0.0764273985591</c:v>
                </c:pt>
                <c:pt idx="102">
                  <c:v>0.0774286594321</c:v>
                </c:pt>
                <c:pt idx="103">
                  <c:v>0.0784297326403</c:v>
                </c:pt>
                <c:pt idx="104">
                  <c:v>0.0794294579084</c:v>
                </c:pt>
                <c:pt idx="105">
                  <c:v>0.0804280587729</c:v>
                </c:pt>
                <c:pt idx="106">
                  <c:v>0.0814271739497</c:v>
                </c:pt>
                <c:pt idx="107">
                  <c:v>0.0824287938279</c:v>
                </c:pt>
                <c:pt idx="108">
                  <c:v>0.0834339087165</c:v>
                </c:pt>
                <c:pt idx="109">
                  <c:v>0.0844420289639</c:v>
                </c:pt>
                <c:pt idx="110">
                  <c:v>0.085451924738</c:v>
                </c:pt>
                <c:pt idx="111">
                  <c:v>0.0864627848524</c:v>
                </c:pt>
                <c:pt idx="112">
                  <c:v>0.0874747459971</c:v>
                </c:pt>
                <c:pt idx="113">
                  <c:v>0.0884885134774</c:v>
                </c:pt>
                <c:pt idx="114">
                  <c:v>0.0895046371428</c:v>
                </c:pt>
                <c:pt idx="115">
                  <c:v>0.0905231429651</c:v>
                </c:pt>
                <c:pt idx="116">
                  <c:v>0.0915437153946</c:v>
                </c:pt>
                <c:pt idx="117">
                  <c:v>0.0925661140162</c:v>
                </c:pt>
                <c:pt idx="118">
                  <c:v>0.0935904149514</c:v>
                </c:pt>
                <c:pt idx="119">
                  <c:v>0.0946169361161</c:v>
                </c:pt>
                <c:pt idx="120">
                  <c:v>0.095646034628</c:v>
                </c:pt>
                <c:pt idx="121">
                  <c:v>0.096678026047</c:v>
                </c:pt>
                <c:pt idx="122">
                  <c:v>0.0977132835947</c:v>
                </c:pt>
                <c:pt idx="123">
                  <c:v>0.0987523735304</c:v>
                </c:pt>
                <c:pt idx="124">
                  <c:v>0.099796068671</c:v>
                </c:pt>
                <c:pt idx="125">
                  <c:v>0.100845233506</c:v>
                </c:pt>
                <c:pt idx="126">
                  <c:v>0.101900700749</c:v>
                </c:pt>
                <c:pt idx="127">
                  <c:v>0.10296324139</c:v>
                </c:pt>
                <c:pt idx="128">
                  <c:v>0.104033613227</c:v>
                </c:pt>
                <c:pt idx="129">
                  <c:v>0.105112597698</c:v>
                </c:pt>
                <c:pt idx="130">
                  <c:v>0.106200974379</c:v>
                </c:pt>
                <c:pt idx="131">
                  <c:v>0.107299476864</c:v>
                </c:pt>
                <c:pt idx="132">
                  <c:v>0.108408799455</c:v>
                </c:pt>
                <c:pt idx="133">
                  <c:v>0.109529654567</c:v>
                </c:pt>
                <c:pt idx="134">
                  <c:v>0.110662811582</c:v>
                </c:pt>
                <c:pt idx="135">
                  <c:v>0.111809070149</c:v>
                </c:pt>
                <c:pt idx="136">
                  <c:v>0.112969200731</c:v>
                </c:pt>
                <c:pt idx="137">
                  <c:v>0.114143917993</c:v>
                </c:pt>
                <c:pt idx="138">
                  <c:v>0.115333912372</c:v>
                </c:pt>
                <c:pt idx="139">
                  <c:v>0.116539907189</c:v>
                </c:pt>
                <c:pt idx="140">
                  <c:v>0.117762772186</c:v>
                </c:pt>
                <c:pt idx="141">
                  <c:v>0.119001977201</c:v>
                </c:pt>
                <c:pt idx="142">
                  <c:v>0.120252025848</c:v>
                </c:pt>
                <c:pt idx="143">
                  <c:v>0.121504543283</c:v>
                </c:pt>
                <c:pt idx="144">
                  <c:v>0.122752469225</c:v>
                </c:pt>
                <c:pt idx="145">
                  <c:v>0.123992792618</c:v>
                </c:pt>
                <c:pt idx="146">
                  <c:v>0.125226993718</c:v>
                </c:pt>
                <c:pt idx="147">
                  <c:v>0.126458693322</c:v>
                </c:pt>
                <c:pt idx="148">
                  <c:v>0.127689171967</c:v>
                </c:pt>
                <c:pt idx="149">
                  <c:v>0.128911139964</c:v>
                </c:pt>
                <c:pt idx="150">
                  <c:v>0.130106311232</c:v>
                </c:pt>
                <c:pt idx="151">
                  <c:v>0.131245100524</c:v>
                </c:pt>
                <c:pt idx="152">
                  <c:v>0.132297926705</c:v>
                </c:pt>
                <c:pt idx="153">
                  <c:v>0.133254818857</c:v>
                </c:pt>
                <c:pt idx="154">
                  <c:v>0.134141458665</c:v>
                </c:pt>
                <c:pt idx="155">
                  <c:v>0.135015104864</c:v>
                </c:pt>
                <c:pt idx="156">
                  <c:v>0.135939956081</c:v>
                </c:pt>
                <c:pt idx="157">
                  <c:v>0.136958757116</c:v>
                </c:pt>
                <c:pt idx="158">
                  <c:v>0.138077023236</c:v>
                </c:pt>
                <c:pt idx="159">
                  <c:v>0.139265725565</c:v>
                </c:pt>
                <c:pt idx="160">
                  <c:v>0.140479400689</c:v>
                </c:pt>
                <c:pt idx="161">
                  <c:v>0.141680288194</c:v>
                </c:pt>
                <c:pt idx="162">
                  <c:v>0.14285509033</c:v>
                </c:pt>
                <c:pt idx="163">
                  <c:v>0.144014971534</c:v>
                </c:pt>
                <c:pt idx="164">
                  <c:v>0.145180528965</c:v>
                </c:pt>
                <c:pt idx="165">
                  <c:v>0.146364884124</c:v>
                </c:pt>
                <c:pt idx="166">
                  <c:v>0.147567370385</c:v>
                </c:pt>
                <c:pt idx="167">
                  <c:v>0.148778596932</c:v>
                </c:pt>
                <c:pt idx="168">
                  <c:v>0.149988978885</c:v>
                </c:pt>
                <c:pt idx="169">
                  <c:v>0.151193611445</c:v>
                </c:pt>
                <c:pt idx="170">
                  <c:v>0.152391899774</c:v>
                </c:pt>
                <c:pt idx="171">
                  <c:v>0.153584764523</c:v>
                </c:pt>
                <c:pt idx="172">
                  <c:v>0.154772988682</c:v>
                </c:pt>
                <c:pt idx="173">
                  <c:v>0.155957712506</c:v>
                </c:pt>
                <c:pt idx="174">
                  <c:v>0.157140902702</c:v>
                </c:pt>
                <c:pt idx="175">
                  <c:v>0.15832401021</c:v>
                </c:pt>
                <c:pt idx="176">
                  <c:v>0.159505742089</c:v>
                </c:pt>
                <c:pt idx="177">
                  <c:v>0.1606819753</c:v>
                </c:pt>
                <c:pt idx="178">
                  <c:v>0.16184841369</c:v>
                </c:pt>
                <c:pt idx="179">
                  <c:v>0.163003540581</c:v>
                </c:pt>
                <c:pt idx="180">
                  <c:v>0.164149287746</c:v>
                </c:pt>
                <c:pt idx="181">
                  <c:v>0.165289374634</c:v>
                </c:pt>
                <c:pt idx="182">
                  <c:v>0.166427096734</c:v>
                </c:pt>
                <c:pt idx="183">
                  <c:v>0.167564097616</c:v>
                </c:pt>
                <c:pt idx="184">
                  <c:v>0.168700450261</c:v>
                </c:pt>
                <c:pt idx="185">
                  <c:v>0.169835560547</c:v>
                </c:pt>
                <c:pt idx="186">
                  <c:v>0.170969131531</c:v>
                </c:pt>
                <c:pt idx="187">
                  <c:v>0.172101568128</c:v>
                </c:pt>
                <c:pt idx="188">
                  <c:v>0.173233772241</c:v>
                </c:pt>
                <c:pt idx="189">
                  <c:v>0.174366638358</c:v>
                </c:pt>
                <c:pt idx="190">
                  <c:v>0.175500829801</c:v>
                </c:pt>
                <c:pt idx="191">
                  <c:v>0.176636661175</c:v>
                </c:pt>
                <c:pt idx="192">
                  <c:v>0.177774026347</c:v>
                </c:pt>
                <c:pt idx="193">
                  <c:v>0.178912245214</c:v>
                </c:pt>
                <c:pt idx="194">
                  <c:v>0.180050171832</c:v>
                </c:pt>
                <c:pt idx="195">
                  <c:v>0.181186445524</c:v>
                </c:pt>
                <c:pt idx="196">
                  <c:v>0.182320033481</c:v>
                </c:pt>
                <c:pt idx="197">
                  <c:v>0.183450671449</c:v>
                </c:pt>
                <c:pt idx="198">
                  <c:v>0.184578936404</c:v>
                </c:pt>
                <c:pt idx="199">
                  <c:v>0.18570582902</c:v>
                </c:pt>
                <c:pt idx="200">
                  <c:v>0.186832146359</c:v>
                </c:pt>
                <c:pt idx="201">
                  <c:v>0.187958134341</c:v>
                </c:pt>
                <c:pt idx="202">
                  <c:v>0.18908367107</c:v>
                </c:pt>
                <c:pt idx="203">
                  <c:v>0.190208674133</c:v>
                </c:pt>
                <c:pt idx="204">
                  <c:v>0.19133341768</c:v>
                </c:pt>
                <c:pt idx="205">
                  <c:v>0.192458489734</c:v>
                </c:pt>
                <c:pt idx="206">
                  <c:v>0.193584562235</c:v>
                </c:pt>
                <c:pt idx="207">
                  <c:v>0.194712142175</c:v>
                </c:pt>
                <c:pt idx="208">
                  <c:v>0.195841405431</c:v>
                </c:pt>
                <c:pt idx="209">
                  <c:v>0.196972128884</c:v>
                </c:pt>
                <c:pt idx="210">
                  <c:v>0.198103727533</c:v>
                </c:pt>
                <c:pt idx="211">
                  <c:v>0.199235396098</c:v>
                </c:pt>
                <c:pt idx="212">
                  <c:v>0.200366323433</c:v>
                </c:pt>
                <c:pt idx="213">
                  <c:v>0.201495892266</c:v>
                </c:pt>
                <c:pt idx="214">
                  <c:v>0.202623717818</c:v>
                </c:pt>
                <c:pt idx="215">
                  <c:v>0.203749572712</c:v>
                </c:pt>
                <c:pt idx="216">
                  <c:v>0.204873251177</c:v>
                </c:pt>
                <c:pt idx="217">
                  <c:v>0.205994511468</c:v>
                </c:pt>
                <c:pt idx="218">
                  <c:v>0.207113137166</c:v>
                </c:pt>
                <c:pt idx="219">
                  <c:v>0.208229054136</c:v>
                </c:pt>
                <c:pt idx="220">
                  <c:v>0.20934239521</c:v>
                </c:pt>
                <c:pt idx="221">
                  <c:v>0.210453464535</c:v>
                </c:pt>
                <c:pt idx="222">
                  <c:v>0.211562654037</c:v>
                </c:pt>
                <c:pt idx="223">
                  <c:v>0.212670386415</c:v>
                </c:pt>
                <c:pt idx="224">
                  <c:v>0.213777086139</c:v>
                </c:pt>
                <c:pt idx="225">
                  <c:v>0.21488313602</c:v>
                </c:pt>
                <c:pt idx="226">
                  <c:v>0.215988804485</c:v>
                </c:pt>
                <c:pt idx="227">
                  <c:v>0.21709428535</c:v>
                </c:pt>
                <c:pt idx="228">
                  <c:v>0.218199810121</c:v>
                </c:pt>
                <c:pt idx="229">
                  <c:v>0.219305725857</c:v>
                </c:pt>
                <c:pt idx="230">
                  <c:v>0.220412384552</c:v>
                </c:pt>
                <c:pt idx="231">
                  <c:v>0.22151992821</c:v>
                </c:pt>
                <c:pt idx="232">
                  <c:v>0.222628219303</c:v>
                </c:pt>
                <c:pt idx="233">
                  <c:v>0.223737016653</c:v>
                </c:pt>
                <c:pt idx="234">
                  <c:v>0.224846191957</c:v>
                </c:pt>
                <c:pt idx="235">
                  <c:v>0.225955791674</c:v>
                </c:pt>
                <c:pt idx="236">
                  <c:v>0.227066071302</c:v>
                </c:pt>
                <c:pt idx="237">
                  <c:v>0.22817771469</c:v>
                </c:pt>
                <c:pt idx="238">
                  <c:v>0.229291967869</c:v>
                </c:pt>
                <c:pt idx="239">
                  <c:v>0.230410038216</c:v>
                </c:pt>
                <c:pt idx="240">
                  <c:v>0.231531855016</c:v>
                </c:pt>
                <c:pt idx="241">
                  <c:v>0.232655456119</c:v>
                </c:pt>
                <c:pt idx="242">
                  <c:v>0.233778182739</c:v>
                </c:pt>
                <c:pt idx="243">
                  <c:v>0.234898806146</c:v>
                </c:pt>
                <c:pt idx="244">
                  <c:v>0.2360187638</c:v>
                </c:pt>
                <c:pt idx="245">
                  <c:v>0.237141039064</c:v>
                </c:pt>
                <c:pt idx="246">
                  <c:v>0.238267784875</c:v>
                </c:pt>
                <c:pt idx="247">
                  <c:v>0.239398680917</c:v>
                </c:pt>
                <c:pt idx="248">
                  <c:v>0.240531247343</c:v>
                </c:pt>
                <c:pt idx="249">
                  <c:v>0.241662663548</c:v>
                </c:pt>
                <c:pt idx="250">
                  <c:v>0.242791704749</c:v>
                </c:pt>
                <c:pt idx="251">
                  <c:v>0.243919577792</c:v>
                </c:pt>
                <c:pt idx="252">
                  <c:v>0.245049180302</c:v>
                </c:pt>
                <c:pt idx="253">
                  <c:v>0.246183157203</c:v>
                </c:pt>
                <c:pt idx="254">
                  <c:v>0.247322165193</c:v>
                </c:pt>
                <c:pt idx="255">
                  <c:v>0.24846462293</c:v>
                </c:pt>
                <c:pt idx="256">
                  <c:v>0.249608093979</c:v>
                </c:pt>
                <c:pt idx="257">
                  <c:v>0.250751036144</c:v>
                </c:pt>
                <c:pt idx="258">
                  <c:v>0.251893475809</c:v>
                </c:pt>
                <c:pt idx="259">
                  <c:v>0.253036280957</c:v>
                </c:pt>
                <c:pt idx="260">
                  <c:v>0.254179963811</c:v>
                </c:pt>
                <c:pt idx="261">
                  <c:v>0.255324134727</c:v>
                </c:pt>
                <c:pt idx="262">
                  <c:v>0.256467916808</c:v>
                </c:pt>
                <c:pt idx="263">
                  <c:v>0.257610686313</c:v>
                </c:pt>
                <c:pt idx="264">
                  <c:v>0.258752407295</c:v>
                </c:pt>
                <c:pt idx="265">
                  <c:v>0.259893341765</c:v>
                </c:pt>
                <c:pt idx="266">
                  <c:v>0.261033537502</c:v>
                </c:pt>
                <c:pt idx="267">
                  <c:v>0.262172676719</c:v>
                </c:pt>
                <c:pt idx="268">
                  <c:v>0.263310402223</c:v>
                </c:pt>
                <c:pt idx="269">
                  <c:v>0.26444679623</c:v>
                </c:pt>
                <c:pt idx="270">
                  <c:v>0.265582449853</c:v>
                </c:pt>
                <c:pt idx="271">
                  <c:v>0.266718194863</c:v>
                </c:pt>
                <c:pt idx="272">
                  <c:v>0.267854646722</c:v>
                </c:pt>
                <c:pt idx="273">
                  <c:v>0.268992020444</c:v>
                </c:pt>
                <c:pt idx="274">
                  <c:v>0.270130250738</c:v>
                </c:pt>
                <c:pt idx="275">
                  <c:v>0.271269229023</c:v>
                </c:pt>
                <c:pt idx="276">
                  <c:v>0.272408927141</c:v>
                </c:pt>
                <c:pt idx="277">
                  <c:v>0.273549364105</c:v>
                </c:pt>
                <c:pt idx="278">
                  <c:v>0.274690540944</c:v>
                </c:pt>
                <c:pt idx="279">
                  <c:v>0.275832449543</c:v>
                </c:pt>
                <c:pt idx="280">
                  <c:v>0.276975117963</c:v>
                </c:pt>
                <c:pt idx="281">
                  <c:v>0.278118589806</c:v>
                </c:pt>
                <c:pt idx="282">
                  <c:v>0.279262822736</c:v>
                </c:pt>
                <c:pt idx="283">
                  <c:v>0.280407601953</c:v>
                </c:pt>
                <c:pt idx="284">
                  <c:v>0.281552567432</c:v>
                </c:pt>
                <c:pt idx="285">
                  <c:v>0.282697348606</c:v>
                </c:pt>
                <c:pt idx="286">
                  <c:v>0.283841705787</c:v>
                </c:pt>
                <c:pt idx="287">
                  <c:v>0.284985567624</c:v>
                </c:pt>
                <c:pt idx="288">
                  <c:v>0.286128939492</c:v>
                </c:pt>
                <c:pt idx="289">
                  <c:v>0.287271758946</c:v>
                </c:pt>
                <c:pt idx="290">
                  <c:v>0.288413816239</c:v>
                </c:pt>
                <c:pt idx="291">
                  <c:v>0.289554823136</c:v>
                </c:pt>
                <c:pt idx="292">
                  <c:v>0.290694519459</c:v>
                </c:pt>
                <c:pt idx="293">
                  <c:v>0.291832748639</c:v>
                </c:pt>
                <c:pt idx="294">
                  <c:v>0.292969432219</c:v>
                </c:pt>
                <c:pt idx="295">
                  <c:v>0.294104512498</c:v>
                </c:pt>
                <c:pt idx="296">
                  <c:v>0.295237933436</c:v>
                </c:pt>
                <c:pt idx="297">
                  <c:v>0.296369668809</c:v>
                </c:pt>
                <c:pt idx="298">
                  <c:v>0.297499753825</c:v>
                </c:pt>
                <c:pt idx="299">
                  <c:v>0.298628280352</c:v>
                </c:pt>
                <c:pt idx="300">
                  <c:v>0.299755352051</c:v>
                </c:pt>
                <c:pt idx="301">
                  <c:v>0.300881031749</c:v>
                </c:pt>
                <c:pt idx="302">
                  <c:v>0.302005327293</c:v>
                </c:pt>
                <c:pt idx="303">
                  <c:v>0.303128238964</c:v>
                </c:pt>
                <c:pt idx="304">
                  <c:v>0.304249831343</c:v>
                </c:pt>
                <c:pt idx="305">
                  <c:v>0.305370255221</c:v>
                </c:pt>
                <c:pt idx="306">
                  <c:v>0.306489681998</c:v>
                </c:pt>
                <c:pt idx="307">
                  <c:v>0.307608203837</c:v>
                </c:pt>
                <c:pt idx="308">
                  <c:v>0.308725788605</c:v>
                </c:pt>
                <c:pt idx="309">
                  <c:v>0.30984231714</c:v>
                </c:pt>
                <c:pt idx="310">
                  <c:v>0.310957648326</c:v>
                </c:pt>
                <c:pt idx="311">
                  <c:v>0.312071654345</c:v>
                </c:pt>
                <c:pt idx="312">
                  <c:v>0.313184236154</c:v>
                </c:pt>
                <c:pt idx="313">
                  <c:v>0.314295351277</c:v>
                </c:pt>
                <c:pt idx="314">
                  <c:v>0.315405023871</c:v>
                </c:pt>
                <c:pt idx="315">
                  <c:v>0.316513277672</c:v>
                </c:pt>
                <c:pt idx="316">
                  <c:v>0.317620007011</c:v>
                </c:pt>
                <c:pt idx="317">
                  <c:v>0.318724924724</c:v>
                </c:pt>
                <c:pt idx="318">
                  <c:v>0.319827713601</c:v>
                </c:pt>
                <c:pt idx="319">
                  <c:v>0.320928301334</c:v>
                </c:pt>
                <c:pt idx="320">
                  <c:v>0.322026990026</c:v>
                </c:pt>
                <c:pt idx="321">
                  <c:v>0.323124246874</c:v>
                </c:pt>
                <c:pt idx="322">
                  <c:v>0.324220294963</c:v>
                </c:pt>
                <c:pt idx="323">
                  <c:v>0.325314869283</c:v>
                </c:pt>
                <c:pt idx="324">
                  <c:v>0.326407406092</c:v>
                </c:pt>
                <c:pt idx="325">
                  <c:v>0.327497521464</c:v>
                </c:pt>
                <c:pt idx="326">
                  <c:v>0.328585376345</c:v>
                </c:pt>
                <c:pt idx="327">
                  <c:v>0.329671605379</c:v>
                </c:pt>
                <c:pt idx="328">
                  <c:v>0.33075687265</c:v>
                </c:pt>
                <c:pt idx="329">
                  <c:v>0.331841399884</c:v>
                </c:pt>
                <c:pt idx="330">
                  <c:v>0.332924819933</c:v>
                </c:pt>
                <c:pt idx="331">
                  <c:v>0.334006453385</c:v>
                </c:pt>
                <c:pt idx="332">
                  <c:v>0.335085823835</c:v>
                </c:pt>
                <c:pt idx="333">
                  <c:v>0.336163032609</c:v>
                </c:pt>
                <c:pt idx="334">
                  <c:v>0.337238701815</c:v>
                </c:pt>
                <c:pt idx="335">
                  <c:v>0.338313505526</c:v>
                </c:pt>
                <c:pt idx="336">
                  <c:v>0.33938766182</c:v>
                </c:pt>
                <c:pt idx="337">
                  <c:v>0.340460797628</c:v>
                </c:pt>
                <c:pt idx="338">
                  <c:v>0.341532292244</c:v>
                </c:pt>
                <c:pt idx="339">
                  <c:v>0.342601781454</c:v>
                </c:pt>
                <c:pt idx="340">
                  <c:v>0.343669392685</c:v>
                </c:pt>
                <c:pt idx="341">
                  <c:v>0.344735556496</c:v>
                </c:pt>
                <c:pt idx="342">
                  <c:v>0.345800613378</c:v>
                </c:pt>
                <c:pt idx="343">
                  <c:v>0.346864566154</c:v>
                </c:pt>
                <c:pt idx="344">
                  <c:v>0.347927145944</c:v>
                </c:pt>
                <c:pt idx="345">
                  <c:v>0.348988081251</c:v>
                </c:pt>
                <c:pt idx="346">
                  <c:v>0.350047321024</c:v>
                </c:pt>
                <c:pt idx="347">
                  <c:v>0.351105044211</c:v>
                </c:pt>
                <c:pt idx="348">
                  <c:v>0.352161482726</c:v>
                </c:pt>
                <c:pt idx="349">
                  <c:v>0.353216730163</c:v>
                </c:pt>
                <c:pt idx="350">
                  <c:v>0.354270695797</c:v>
                </c:pt>
                <c:pt idx="351">
                  <c:v>0.355323221978</c:v>
                </c:pt>
                <c:pt idx="352">
                  <c:v>0.356374242461</c:v>
                </c:pt>
                <c:pt idx="353">
                  <c:v>0.357423845108</c:v>
                </c:pt>
                <c:pt idx="354">
                  <c:v>0.358472203318</c:v>
                </c:pt>
                <c:pt idx="355">
                  <c:v>0.359519454283</c:v>
                </c:pt>
                <c:pt idx="356">
                  <c:v>0.360565623752</c:v>
                </c:pt>
                <c:pt idx="357">
                  <c:v>0.361610639384</c:v>
                </c:pt>
                <c:pt idx="358">
                  <c:v>0.362654402966</c:v>
                </c:pt>
                <c:pt idx="359">
                  <c:v>0.363696862059</c:v>
                </c:pt>
                <c:pt idx="360">
                  <c:v>0.36473803837</c:v>
                </c:pt>
                <c:pt idx="361">
                  <c:v>0.365778007099</c:v>
                </c:pt>
                <c:pt idx="362">
                  <c:v>0.36681685447</c:v>
                </c:pt>
                <c:pt idx="363">
                  <c:v>0.367854645331</c:v>
                </c:pt>
                <c:pt idx="364">
                  <c:v>0.368891414949</c:v>
                </c:pt>
                <c:pt idx="365">
                  <c:v>0.369927175982</c:v>
                </c:pt>
                <c:pt idx="366">
                  <c:v>0.370961927993</c:v>
                </c:pt>
                <c:pt idx="367">
                  <c:v>0.371995668748</c:v>
                </c:pt>
                <c:pt idx="368">
                  <c:v>0.373028410566</c:v>
                </c:pt>
                <c:pt idx="369">
                  <c:v>0.374060195507</c:v>
                </c:pt>
                <c:pt idx="370">
                  <c:v>0.375091095019</c:v>
                </c:pt>
                <c:pt idx="371">
                  <c:v>0.376121189434</c:v>
                </c:pt>
                <c:pt idx="372">
                  <c:v>0.377150539528</c:v>
                </c:pt>
                <c:pt idx="373">
                  <c:v>0.378179169339</c:v>
                </c:pt>
                <c:pt idx="374">
                  <c:v>0.379207069875</c:v>
                </c:pt>
                <c:pt idx="375">
                  <c:v>0.380234219357</c:v>
                </c:pt>
                <c:pt idx="376">
                  <c:v>0.381260604819</c:v>
                </c:pt>
                <c:pt idx="377">
                  <c:v>0.382286230447</c:v>
                </c:pt>
                <c:pt idx="378">
                  <c:v>0.383311110367</c:v>
                </c:pt>
                <c:pt idx="379">
                  <c:v>0.384335255678</c:v>
                </c:pt>
                <c:pt idx="380">
                  <c:v>0.385358670125</c:v>
                </c:pt>
                <c:pt idx="381">
                  <c:v>0.386381354899</c:v>
                </c:pt>
                <c:pt idx="382">
                  <c:v>0.387403312415</c:v>
                </c:pt>
                <c:pt idx="383">
                  <c:v>0.388424541306</c:v>
                </c:pt>
                <c:pt idx="384">
                  <c:v>0.389445028793</c:v>
                </c:pt>
                <c:pt idx="385">
                  <c:v>0.39046475339</c:v>
                </c:pt>
                <c:pt idx="386">
                  <c:v>0.391483700421</c:v>
                </c:pt>
                <c:pt idx="387">
                  <c:v>0.392501878544</c:v>
                </c:pt>
                <c:pt idx="388">
                  <c:v>0.393519323275</c:v>
                </c:pt>
                <c:pt idx="389">
                  <c:v>0.394536085058</c:v>
                </c:pt>
                <c:pt idx="390">
                  <c:v>0.395552210959</c:v>
                </c:pt>
                <c:pt idx="391">
                  <c:v>0.39656772936</c:v>
                </c:pt>
                <c:pt idx="392">
                  <c:v>0.397582643706</c:v>
                </c:pt>
                <c:pt idx="393">
                  <c:v>0.398596939131</c:v>
                </c:pt>
                <c:pt idx="394">
                  <c:v>0.39961060545</c:v>
                </c:pt>
                <c:pt idx="395">
                  <c:v>0.400623668247</c:v>
                </c:pt>
                <c:pt idx="396">
                  <c:v>0.401636205276</c:v>
                </c:pt>
                <c:pt idx="397">
                  <c:v>0.402648324651</c:v>
                </c:pt>
                <c:pt idx="398">
                  <c:v>0.403660108629</c:v>
                </c:pt>
                <c:pt idx="399">
                  <c:v>0.404671563826</c:v>
                </c:pt>
                <c:pt idx="400">
                  <c:v>0.405682626517</c:v>
                </c:pt>
                <c:pt idx="401">
                  <c:v>0.406693230376</c:v>
                </c:pt>
                <c:pt idx="402">
                  <c:v>0.40770338666</c:v>
                </c:pt>
                <c:pt idx="403">
                  <c:v>0.408713205763</c:v>
                </c:pt>
                <c:pt idx="404">
                  <c:v>0.409722834182</c:v>
                </c:pt>
                <c:pt idx="405">
                  <c:v>0.410732354</c:v>
                </c:pt>
                <c:pt idx="406">
                  <c:v>0.411741726343</c:v>
                </c:pt>
                <c:pt idx="407">
                  <c:v>0.41275082811</c:v>
                </c:pt>
                <c:pt idx="408">
                  <c:v>0.413759559775</c:v>
                </c:pt>
                <c:pt idx="409">
                  <c:v>0.41476795441</c:v>
                </c:pt>
                <c:pt idx="410">
                  <c:v>0.415776305455</c:v>
                </c:pt>
                <c:pt idx="411">
                  <c:v>0.416755870718</c:v>
                </c:pt>
                <c:pt idx="412">
                  <c:v>0.417613229918</c:v>
                </c:pt>
                <c:pt idx="413">
                  <c:v>0.418171723067</c:v>
                </c:pt>
                <c:pt idx="414">
                  <c:v>0.418241782117</c:v>
                </c:pt>
                <c:pt idx="415">
                  <c:v>0.41773268016</c:v>
                </c:pt>
                <c:pt idx="416">
                  <c:v>0.416720658227</c:v>
                </c:pt>
                <c:pt idx="417">
                  <c:v>0.415423006187</c:v>
                </c:pt>
                <c:pt idx="418">
                  <c:v>0.4141044769</c:v>
                </c:pt>
                <c:pt idx="419">
                  <c:v>0.412976981573</c:v>
                </c:pt>
                <c:pt idx="420">
                  <c:v>0.412137663568</c:v>
                </c:pt>
                <c:pt idx="421">
                  <c:v>0.411561516828</c:v>
                </c:pt>
                <c:pt idx="422">
                  <c:v>0.411148179527</c:v>
                </c:pt>
                <c:pt idx="423">
                  <c:v>0.410798593366</c:v>
                </c:pt>
                <c:pt idx="424">
                  <c:v>0.410473468216</c:v>
                </c:pt>
                <c:pt idx="425">
                  <c:v>0.410198462649</c:v>
                </c:pt>
                <c:pt idx="426">
                  <c:v>0.410025187095</c:v>
                </c:pt>
                <c:pt idx="427">
                  <c:v>0.40998708043</c:v>
                </c:pt>
                <c:pt idx="428">
                  <c:v>0.410080829788</c:v>
                </c:pt>
                <c:pt idx="429">
                  <c:v>0.410276117968</c:v>
                </c:pt>
                <c:pt idx="430">
                  <c:v>0.41053680118</c:v>
                </c:pt>
                <c:pt idx="431">
                  <c:v>0.410835235488</c:v>
                </c:pt>
                <c:pt idx="432">
                  <c:v>0.411153561723</c:v>
                </c:pt>
                <c:pt idx="433">
                  <c:v>0.411478960715</c:v>
                </c:pt>
                <c:pt idx="434">
                  <c:v>0.411802255805</c:v>
                </c:pt>
                <c:pt idx="435">
                  <c:v>0.412121176416</c:v>
                </c:pt>
                <c:pt idx="436">
                  <c:v>0.412442006082</c:v>
                </c:pt>
                <c:pt idx="437">
                  <c:v>0.412775018564</c:v>
                </c:pt>
                <c:pt idx="438">
                  <c:v>0.413126596248</c:v>
                </c:pt>
                <c:pt idx="439">
                  <c:v>0.413494671157</c:v>
                </c:pt>
                <c:pt idx="440">
                  <c:v>0.4138707104</c:v>
                </c:pt>
                <c:pt idx="441">
                  <c:v>0.414245305704</c:v>
                </c:pt>
                <c:pt idx="442">
                  <c:v>0.414612349326</c:v>
                </c:pt>
                <c:pt idx="443">
                  <c:v>0.414969602347</c:v>
                </c:pt>
                <c:pt idx="444">
                  <c:v>0.415317015903</c:v>
                </c:pt>
                <c:pt idx="445">
                  <c:v>0.415655578408</c:v>
                </c:pt>
                <c:pt idx="446">
                  <c:v>0.415987482141</c:v>
                </c:pt>
                <c:pt idx="447">
                  <c:v>0.416317412307</c:v>
                </c:pt>
                <c:pt idx="448">
                  <c:v>0.416652335279</c:v>
                </c:pt>
                <c:pt idx="449">
                  <c:v>0.417000339428</c:v>
                </c:pt>
                <c:pt idx="450">
                  <c:v>0.417368571092</c:v>
                </c:pt>
                <c:pt idx="451">
                  <c:v>0.417761802119</c:v>
                </c:pt>
                <c:pt idx="452">
                  <c:v>0.418182449709</c:v>
                </c:pt>
                <c:pt idx="453">
                  <c:v>0.418631621101</c:v>
                </c:pt>
                <c:pt idx="454">
                  <c:v>0.419110076038</c:v>
                </c:pt>
                <c:pt idx="455">
                  <c:v>0.419618566622</c:v>
                </c:pt>
                <c:pt idx="456">
                  <c:v>0.420156992261</c:v>
                </c:pt>
                <c:pt idx="457">
                  <c:v>0.420723871138</c:v>
                </c:pt>
                <c:pt idx="458">
                  <c:v>0.421316715829</c:v>
                </c:pt>
                <c:pt idx="459">
                  <c:v>0.421933455502</c:v>
                </c:pt>
                <c:pt idx="460">
                  <c:v>0.422573808538</c:v>
                </c:pt>
                <c:pt idx="461">
                  <c:v>0.42323948296</c:v>
                </c:pt>
                <c:pt idx="462">
                  <c:v>0.423933064995</c:v>
                </c:pt>
                <c:pt idx="463">
                  <c:v>0.424656538168</c:v>
                </c:pt>
                <c:pt idx="464">
                  <c:v>0.425410592624</c:v>
                </c:pt>
                <c:pt idx="465">
                  <c:v>0.426195057349</c:v>
                </c:pt>
                <c:pt idx="466">
                  <c:v>0.427009880194</c:v>
                </c:pt>
                <c:pt idx="467">
                  <c:v>0.42785582923</c:v>
                </c:pt>
                <c:pt idx="468">
                  <c:v>0.428734513721</c:v>
                </c:pt>
                <c:pt idx="469">
                  <c:v>0.429647835247</c:v>
                </c:pt>
                <c:pt idx="470">
                  <c:v>0.430597202139</c:v>
                </c:pt>
                <c:pt idx="471">
                  <c:v>0.431582845482</c:v>
                </c:pt>
                <c:pt idx="472">
                  <c:v>0.432603450946</c:v>
                </c:pt>
                <c:pt idx="473">
                  <c:v>0.433656223929</c:v>
                </c:pt>
                <c:pt idx="474">
                  <c:v>0.434737326225</c:v>
                </c:pt>
                <c:pt idx="475">
                  <c:v>0.435842450235</c:v>
                </c:pt>
                <c:pt idx="476">
                  <c:v>0.436967224737</c:v>
                </c:pt>
                <c:pt idx="477">
                  <c:v>0.438107334989</c:v>
                </c:pt>
                <c:pt idx="478">
                  <c:v>0.439258455818</c:v>
                </c:pt>
                <c:pt idx="479">
                  <c:v>0.440416253409</c:v>
                </c:pt>
                <c:pt idx="480">
                  <c:v>0.441576603496</c:v>
                </c:pt>
                <c:pt idx="481">
                  <c:v>0.442735965155</c:v>
                </c:pt>
                <c:pt idx="482">
                  <c:v>0.44389167502</c:v>
                </c:pt>
                <c:pt idx="483">
                  <c:v>0.44504201313</c:v>
                </c:pt>
                <c:pt idx="484">
                  <c:v>0.446186062843</c:v>
                </c:pt>
                <c:pt idx="485">
                  <c:v>0.447323539283</c:v>
                </c:pt>
                <c:pt idx="486">
                  <c:v>0.448454682823</c:v>
                </c:pt>
                <c:pt idx="487">
                  <c:v>0.449580208902</c:v>
                </c:pt>
                <c:pt idx="488">
                  <c:v>0.450701227644</c:v>
                </c:pt>
                <c:pt idx="489">
                  <c:v>0.451819090972</c:v>
                </c:pt>
                <c:pt idx="490">
                  <c:v>0.452935187681</c:v>
                </c:pt>
                <c:pt idx="491">
                  <c:v>0.454050771378</c:v>
                </c:pt>
                <c:pt idx="492">
                  <c:v>0.455166882619</c:v>
                </c:pt>
                <c:pt idx="493">
                  <c:v>0.456284370413</c:v>
                </c:pt>
                <c:pt idx="494">
                  <c:v>0.457403910999</c:v>
                </c:pt>
                <c:pt idx="495">
                  <c:v>0.458525968586</c:v>
                </c:pt>
                <c:pt idx="496">
                  <c:v>0.459650828873</c:v>
                </c:pt>
                <c:pt idx="497">
                  <c:v>0.460778641663</c:v>
                </c:pt>
                <c:pt idx="498">
                  <c:v>0.461909041819</c:v>
                </c:pt>
                <c:pt idx="499">
                  <c:v>0.463040524704</c:v>
                </c:pt>
                <c:pt idx="500">
                  <c:v>0.464171137041</c:v>
                </c:pt>
                <c:pt idx="501">
                  <c:v>0.4653013733</c:v>
                </c:pt>
                <c:pt idx="502">
                  <c:v>0.466436591203</c:v>
                </c:pt>
                <c:pt idx="503">
                  <c:v>0.467584679853</c:v>
                </c:pt>
                <c:pt idx="504">
                  <c:v>0.468749118347</c:v>
                </c:pt>
                <c:pt idx="505">
                  <c:v>0.469923969062</c:v>
                </c:pt>
                <c:pt idx="506">
                  <c:v>0.471097177059</c:v>
                </c:pt>
                <c:pt idx="507">
                  <c:v>0.472259989261</c:v>
                </c:pt>
                <c:pt idx="508">
                  <c:v>0.473413530078</c:v>
                </c:pt>
                <c:pt idx="509">
                  <c:v>0.474566658213</c:v>
                </c:pt>
                <c:pt idx="510">
                  <c:v>0.475727923685</c:v>
                </c:pt>
                <c:pt idx="511">
                  <c:v>0.476898740774</c:v>
                </c:pt>
                <c:pt idx="512">
                  <c:v>0.478072169374</c:v>
                </c:pt>
                <c:pt idx="513">
                  <c:v>0.479237205982</c:v>
                </c:pt>
                <c:pt idx="514">
                  <c:v>0.480385863492</c:v>
                </c:pt>
                <c:pt idx="515">
                  <c:v>0.481518794162</c:v>
                </c:pt>
                <c:pt idx="516">
                  <c:v>0.482645084064</c:v>
                </c:pt>
                <c:pt idx="517">
                  <c:v>0.483775625714</c:v>
                </c:pt>
                <c:pt idx="518">
                  <c:v>0.484915184725</c:v>
                </c:pt>
                <c:pt idx="519">
                  <c:v>0.486059915695</c:v>
                </c:pt>
                <c:pt idx="520">
                  <c:v>0.487201953677</c:v>
                </c:pt>
                <c:pt idx="521">
                  <c:v>0.488336117829</c:v>
                </c:pt>
                <c:pt idx="522">
                  <c:v>0.489462745381</c:v>
                </c:pt>
                <c:pt idx="523">
                  <c:v>0.490585355088</c:v>
                </c:pt>
                <c:pt idx="524">
                  <c:v>0.491706547155</c:v>
                </c:pt>
                <c:pt idx="525">
                  <c:v>0.492826051086</c:v>
                </c:pt>
                <c:pt idx="526">
                  <c:v>0.493941836577</c:v>
                </c:pt>
                <c:pt idx="527">
                  <c:v>0.495052408809</c:v>
                </c:pt>
                <c:pt idx="528">
                  <c:v>0.496158051628</c:v>
                </c:pt>
                <c:pt idx="529">
                  <c:v>0.497260349317</c:v>
                </c:pt>
                <c:pt idx="530">
                  <c:v>0.498361076321</c:v>
                </c:pt>
                <c:pt idx="531">
                  <c:v>0.499461780315</c:v>
                </c:pt>
                <c:pt idx="532">
                  <c:v>0.500564309845</c:v>
                </c:pt>
                <c:pt idx="533">
                  <c:v>0.501671496766</c:v>
                </c:pt>
                <c:pt idx="534">
                  <c:v>0.50278718722</c:v>
                </c:pt>
                <c:pt idx="535">
                  <c:v>0.503915626693</c:v>
                </c:pt>
                <c:pt idx="536">
                  <c:v>0.505060831602</c:v>
                </c:pt>
                <c:pt idx="537">
                  <c:v>0.506226451309</c:v>
                </c:pt>
                <c:pt idx="538">
                  <c:v>0.507416019927</c:v>
                </c:pt>
                <c:pt idx="539">
                  <c:v>0.508633139656</c:v>
                </c:pt>
                <c:pt idx="540">
                  <c:v>0.509881357916</c:v>
                </c:pt>
                <c:pt idx="541">
                  <c:v>0.511163961288</c:v>
                </c:pt>
                <c:pt idx="542">
                  <c:v>0.512484021182</c:v>
                </c:pt>
                <c:pt idx="543">
                  <c:v>0.513844677862</c:v>
                </c:pt>
                <c:pt idx="544">
                  <c:v>0.515249324328</c:v>
                </c:pt>
                <c:pt idx="545">
                  <c:v>0.516701479268</c:v>
                </c:pt>
                <c:pt idx="546">
                  <c:v>0.518204515382</c:v>
                </c:pt>
                <c:pt idx="547">
                  <c:v>0.519761548396</c:v>
                </c:pt>
                <c:pt idx="548">
                  <c:v>0.521375593435</c:v>
                </c:pt>
                <c:pt idx="549">
                  <c:v>0.52304982957</c:v>
                </c:pt>
                <c:pt idx="550">
                  <c:v>0.524788109337</c:v>
                </c:pt>
                <c:pt idx="551">
                  <c:v>0.526588008285</c:v>
                </c:pt>
                <c:pt idx="552">
                  <c:v>0.528425201086</c:v>
                </c:pt>
                <c:pt idx="553">
                  <c:v>0.530263419691</c:v>
                </c:pt>
                <c:pt idx="554">
                  <c:v>0.532072967806</c:v>
                </c:pt>
                <c:pt idx="555">
                  <c:v>0.533842160336</c:v>
                </c:pt>
                <c:pt idx="556">
                  <c:v>0.535578734854</c:v>
                </c:pt>
                <c:pt idx="557">
                  <c:v>0.53729934164</c:v>
                </c:pt>
                <c:pt idx="558">
                  <c:v>0.539010247181</c:v>
                </c:pt>
                <c:pt idx="559">
                  <c:v>0.540681304791</c:v>
                </c:pt>
                <c:pt idx="560">
                  <c:v>0.542236871013</c:v>
                </c:pt>
                <c:pt idx="561">
                  <c:v>0.543555610794</c:v>
                </c:pt>
                <c:pt idx="562">
                  <c:v>0.544518412142</c:v>
                </c:pt>
                <c:pt idx="563">
                  <c:v>0.545088849191</c:v>
                </c:pt>
                <c:pt idx="564">
                  <c:v>0.545376358999</c:v>
                </c:pt>
                <c:pt idx="565">
                  <c:v>0.545615781749</c:v>
                </c:pt>
                <c:pt idx="566">
                  <c:v>0.54606511814</c:v>
                </c:pt>
                <c:pt idx="567">
                  <c:v>0.546891822154</c:v>
                </c:pt>
                <c:pt idx="568">
                  <c:v>0.548112567388</c:v>
                </c:pt>
                <c:pt idx="569">
                  <c:v>0.549607497337</c:v>
                </c:pt>
                <c:pt idx="570">
                  <c:v>0.551194640392</c:v>
                </c:pt>
                <c:pt idx="571">
                  <c:v>0.552725622601</c:v>
                </c:pt>
                <c:pt idx="572">
                  <c:v>0.554149700481</c:v>
                </c:pt>
                <c:pt idx="573">
                  <c:v>0.555511223505</c:v>
                </c:pt>
                <c:pt idx="574">
                  <c:v>0.556889752995</c:v>
                </c:pt>
                <c:pt idx="575">
                  <c:v>0.55833496936</c:v>
                </c:pt>
                <c:pt idx="576">
                  <c:v>0.559843622238</c:v>
                </c:pt>
                <c:pt idx="577">
                  <c:v>0.56137984327</c:v>
                </c:pt>
                <c:pt idx="578">
                  <c:v>0.562907704371</c:v>
                </c:pt>
                <c:pt idx="579">
                  <c:v>0.564409187963</c:v>
                </c:pt>
                <c:pt idx="580">
                  <c:v>0.565882311137</c:v>
                </c:pt>
                <c:pt idx="581">
                  <c:v>0.567330546776</c:v>
                </c:pt>
                <c:pt idx="582">
                  <c:v>0.568756852143</c:v>
                </c:pt>
                <c:pt idx="583">
                  <c:v>0.57016564982</c:v>
                </c:pt>
                <c:pt idx="584">
                  <c:v>0.571564476625</c:v>
                </c:pt>
                <c:pt idx="585">
                  <c:v>0.572958929882</c:v>
                </c:pt>
                <c:pt idx="586">
                  <c:v>0.574344591337</c:v>
                </c:pt>
                <c:pt idx="587">
                  <c:v>0.575706931082</c:v>
                </c:pt>
                <c:pt idx="588">
                  <c:v>0.57703102097</c:v>
                </c:pt>
                <c:pt idx="589">
                  <c:v>0.578312022611</c:v>
                </c:pt>
                <c:pt idx="590">
                  <c:v>0.579557328853</c:v>
                </c:pt>
                <c:pt idx="591">
                  <c:v>0.580780471963</c:v>
                </c:pt>
                <c:pt idx="592">
                  <c:v>0.581993271284</c:v>
                </c:pt>
                <c:pt idx="593">
                  <c:v>0.583201612259</c:v>
                </c:pt>
                <c:pt idx="594">
                  <c:v>0.584405868948</c:v>
                </c:pt>
                <c:pt idx="595">
                  <c:v>0.585604137978</c:v>
                </c:pt>
                <c:pt idx="596">
                  <c:v>0.586795580808</c:v>
                </c:pt>
                <c:pt idx="597">
                  <c:v>0.587981763676</c:v>
                </c:pt>
                <c:pt idx="598">
                  <c:v>0.589165904133</c:v>
                </c:pt>
                <c:pt idx="599">
                  <c:v>0.590351134585</c:v>
                </c:pt>
                <c:pt idx="600">
                  <c:v>0.591539763681</c:v>
                </c:pt>
                <c:pt idx="601">
                  <c:v>0.592732898882</c:v>
                </c:pt>
                <c:pt idx="602">
                  <c:v>0.593930225104</c:v>
                </c:pt>
                <c:pt idx="603">
                  <c:v>0.595129515169</c:v>
                </c:pt>
                <c:pt idx="604">
                  <c:v>0.596327026442</c:v>
                </c:pt>
                <c:pt idx="605">
                  <c:v>0.59751835854</c:v>
                </c:pt>
                <c:pt idx="606">
                  <c:v>0.598700258061</c:v>
                </c:pt>
                <c:pt idx="607">
                  <c:v>0.59987204231</c:v>
                </c:pt>
                <c:pt idx="608">
                  <c:v>0.601035783729</c:v>
                </c:pt>
                <c:pt idx="609">
                  <c:v>0.602194896438</c:v>
                </c:pt>
                <c:pt idx="610">
                  <c:v>0.603352081715</c:v>
                </c:pt>
                <c:pt idx="611">
                  <c:v>0.604508224814</c:v>
                </c:pt>
                <c:pt idx="612">
                  <c:v>0.605663016606</c:v>
                </c:pt>
                <c:pt idx="613">
                  <c:v>0.606816269386</c:v>
                </c:pt>
                <c:pt idx="614">
                  <c:v>0.607968918628</c:v>
                </c:pt>
                <c:pt idx="615">
                  <c:v>0.609122866184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0</c:v>
                </c:pt>
                <c:pt idx="1">
                  <c:v>2.06591311525e-06</c:v>
                </c:pt>
                <c:pt idx="2">
                  <c:v>4.74584456849e-06</c:v>
                </c:pt>
                <c:pt idx="3">
                  <c:v>8.16857837026e-06</c:v>
                </c:pt>
                <c:pt idx="4">
                  <c:v>1.25418856408e-05</c:v>
                </c:pt>
                <c:pt idx="5">
                  <c:v>1.8212031617e-05</c:v>
                </c:pt>
                <c:pt idx="6">
                  <c:v>2.57291285895e-05</c:v>
                </c:pt>
                <c:pt idx="7">
                  <c:v>3.59021135226e-05</c:v>
                </c:pt>
                <c:pt idx="8">
                  <c:v>4.98380024649e-05</c:v>
                </c:pt>
                <c:pt idx="9">
                  <c:v>6.89814696479e-05</c:v>
                </c:pt>
                <c:pt idx="10">
                  <c:v>9.51719702372e-05</c:v>
                </c:pt>
                <c:pt idx="11">
                  <c:v>0.000130700300906</c:v>
                </c:pt>
                <c:pt idx="12">
                  <c:v>0.000178310142322</c:v>
                </c:pt>
                <c:pt idx="13">
                  <c:v>0.000241096085479</c:v>
                </c:pt>
                <c:pt idx="14">
                  <c:v>0.000322295753295</c:v>
                </c:pt>
                <c:pt idx="15">
                  <c:v>0.000425022302335</c:v>
                </c:pt>
                <c:pt idx="16">
                  <c:v>0.000552003969386</c:v>
                </c:pt>
                <c:pt idx="17">
                  <c:v>0.000705388554625</c:v>
                </c:pt>
                <c:pt idx="18">
                  <c:v>0.000886647921394</c:v>
                </c:pt>
                <c:pt idx="19">
                  <c:v>0.00109658953021</c:v>
                </c:pt>
                <c:pt idx="20">
                  <c:v>0.00133545015095</c:v>
                </c:pt>
                <c:pt idx="21">
                  <c:v>0.00160302161104</c:v>
                </c:pt>
                <c:pt idx="22">
                  <c:v>0.00189876496497</c:v>
                </c:pt>
                <c:pt idx="23">
                  <c:v>0.00222191498496</c:v>
                </c:pt>
                <c:pt idx="24">
                  <c:v>0.00257161689244</c:v>
                </c:pt>
                <c:pt idx="25">
                  <c:v>0.0029471202876</c:v>
                </c:pt>
                <c:pt idx="26">
                  <c:v>0.00334799216533</c:v>
                </c:pt>
                <c:pt idx="27">
                  <c:v>0.00377427447599</c:v>
                </c:pt>
                <c:pt idx="28">
                  <c:v>0.00422654537852</c:v>
                </c:pt>
                <c:pt idx="29">
                  <c:v>0.0047059067827</c:v>
                </c:pt>
                <c:pt idx="30">
                  <c:v>0.00521394601798</c:v>
                </c:pt>
                <c:pt idx="31">
                  <c:v>0.00575268659859</c:v>
                </c:pt>
                <c:pt idx="32">
                  <c:v>0.00632450406084</c:v>
                </c:pt>
                <c:pt idx="33">
                  <c:v>0.00693198430277</c:v>
                </c:pt>
                <c:pt idx="34">
                  <c:v>0.00757773423107</c:v>
                </c:pt>
                <c:pt idx="35">
                  <c:v>0.00826418736359</c:v>
                </c:pt>
                <c:pt idx="36">
                  <c:v>0.00899343652111</c:v>
                </c:pt>
                <c:pt idx="37">
                  <c:v>0.0097671160951</c:v>
                </c:pt>
                <c:pt idx="38">
                  <c:v>0.0105862993832</c:v>
                </c:pt>
                <c:pt idx="39">
                  <c:v>0.0114514162819</c:v>
                </c:pt>
                <c:pt idx="40">
                  <c:v>0.0123621817983</c:v>
                </c:pt>
                <c:pt idx="41">
                  <c:v>0.0133175623428</c:v>
                </c:pt>
                <c:pt idx="42">
                  <c:v>0.0143158030904</c:v>
                </c:pt>
                <c:pt idx="43">
                  <c:v>0.0153545113266</c:v>
                </c:pt>
                <c:pt idx="44">
                  <c:v>0.0164307624604</c:v>
                </c:pt>
                <c:pt idx="45">
                  <c:v>0.0175412020073</c:v>
                </c:pt>
                <c:pt idx="46">
                  <c:v>0.0186821077426</c:v>
                </c:pt>
                <c:pt idx="47">
                  <c:v>0.0198494576782</c:v>
                </c:pt>
                <c:pt idx="48">
                  <c:v>0.0210390353144</c:v>
                </c:pt>
                <c:pt idx="49">
                  <c:v>0.0222465928979</c:v>
                </c:pt>
                <c:pt idx="50">
                  <c:v>0.0234680290538</c:v>
                </c:pt>
                <c:pt idx="51">
                  <c:v>0.0246995114295</c:v>
                </c:pt>
                <c:pt idx="52">
                  <c:v>0.0259375097939</c:v>
                </c:pt>
                <c:pt idx="53">
                  <c:v>0.0271787715728</c:v>
                </c:pt>
                <c:pt idx="54">
                  <c:v>0.0284203084935</c:v>
                </c:pt>
                <c:pt idx="55">
                  <c:v>0.0296594330133</c:v>
                </c:pt>
                <c:pt idx="56">
                  <c:v>0.030893826365</c:v>
                </c:pt>
                <c:pt idx="57">
                  <c:v>0.0321215894957</c:v>
                </c:pt>
                <c:pt idx="58">
                  <c:v>0.0333412434287</c:v>
                </c:pt>
                <c:pt idx="59">
                  <c:v>0.0345516779444</c:v>
                </c:pt>
                <c:pt idx="60">
                  <c:v>0.0357520679404</c:v>
                </c:pt>
                <c:pt idx="61">
                  <c:v>0.0369417837936</c:v>
                </c:pt>
                <c:pt idx="62">
                  <c:v>0.0381203178424</c:v>
                </c:pt>
                <c:pt idx="63">
                  <c:v>0.0392872441688</c:v>
                </c:pt>
                <c:pt idx="64">
                  <c:v>0.0404422140241</c:v>
                </c:pt>
                <c:pt idx="65">
                  <c:v>0.0415849712463</c:v>
                </c:pt>
                <c:pt idx="66">
                  <c:v>0.0427153605873</c:v>
                </c:pt>
                <c:pt idx="67">
                  <c:v>0.0438333150479</c:v>
                </c:pt>
                <c:pt idx="68">
                  <c:v>0.0449388282325</c:v>
                </c:pt>
                <c:pt idx="69">
                  <c:v>0.0460319354177</c:v>
                </c:pt>
                <c:pt idx="70">
                  <c:v>0.0471127196501</c:v>
                </c:pt>
                <c:pt idx="71">
                  <c:v>0.0481813389537</c:v>
                </c:pt>
                <c:pt idx="72">
                  <c:v>0.0492380506816</c:v>
                </c:pt>
                <c:pt idx="73">
                  <c:v>0.0502832150544</c:v>
                </c:pt>
                <c:pt idx="74">
                  <c:v>0.0513172774335</c:v>
                </c:pt>
                <c:pt idx="75">
                  <c:v>0.0523407469306</c:v>
                </c:pt>
                <c:pt idx="76">
                  <c:v>0.0533541824727</c:v>
                </c:pt>
                <c:pt idx="77">
                  <c:v>0.054358186052</c:v>
                </c:pt>
                <c:pt idx="78">
                  <c:v>0.0553533931951</c:v>
                </c:pt>
                <c:pt idx="79">
                  <c:v>0.0563404548626</c:v>
                </c:pt>
                <c:pt idx="80">
                  <c:v>0.057320012287</c:v>
                </c:pt>
                <c:pt idx="81">
                  <c:v>0.0582926746828</c:v>
                </c:pt>
                <c:pt idx="82">
                  <c:v>0.0592590079967</c:v>
                </c:pt>
                <c:pt idx="83">
                  <c:v>0.0602195363756</c:v>
                </c:pt>
                <c:pt idx="84">
                  <c:v>0.0611747438759</c:v>
                </c:pt>
                <c:pt idx="85">
                  <c:v>0.062125068701</c:v>
                </c:pt>
                <c:pt idx="86">
                  <c:v>0.0630709068615</c:v>
                </c:pt>
                <c:pt idx="87">
                  <c:v>0.0640126177713</c:v>
                </c:pt>
                <c:pt idx="88">
                  <c:v>0.0649504724407</c:v>
                </c:pt>
                <c:pt idx="89">
                  <c:v>0.0658845633893</c:v>
                </c:pt>
                <c:pt idx="90">
                  <c:v>0.0668148945359</c:v>
                </c:pt>
                <c:pt idx="91">
                  <c:v>0.0677417947129</c:v>
                </c:pt>
                <c:pt idx="92">
                  <c:v>0.0686662896149</c:v>
                </c:pt>
                <c:pt idx="93">
                  <c:v>0.0695897964624</c:v>
                </c:pt>
                <c:pt idx="94">
                  <c:v>0.0705131074905</c:v>
                </c:pt>
                <c:pt idx="95">
                  <c:v>0.0714356009294</c:v>
                </c:pt>
                <c:pt idx="96">
                  <c:v>0.0723556769213</c:v>
                </c:pt>
                <c:pt idx="97">
                  <c:v>0.0732721712321</c:v>
                </c:pt>
                <c:pt idx="98">
                  <c:v>0.0741854089042</c:v>
                </c:pt>
                <c:pt idx="99">
                  <c:v>0.0750969369422</c:v>
                </c:pt>
                <c:pt idx="100">
                  <c:v>0.0760082956111</c:v>
                </c:pt>
                <c:pt idx="101">
                  <c:v>0.0769199173933</c:v>
                </c:pt>
                <c:pt idx="102">
                  <c:v>0.077830880932</c:v>
                </c:pt>
                <c:pt idx="103">
                  <c:v>0.0787395571182</c:v>
                </c:pt>
                <c:pt idx="104">
                  <c:v>0.0796447506805</c:v>
                </c:pt>
                <c:pt idx="105">
                  <c:v>0.0805466587466</c:v>
                </c:pt>
                <c:pt idx="106">
                  <c:v>0.0814468973099</c:v>
                </c:pt>
                <c:pt idx="107">
                  <c:v>0.0823474344089</c:v>
                </c:pt>
                <c:pt idx="108">
                  <c:v>0.0832492414045</c:v>
                </c:pt>
                <c:pt idx="109">
                  <c:v>0.0841518194717</c:v>
                </c:pt>
                <c:pt idx="110">
                  <c:v>0.0850539416504</c:v>
                </c:pt>
                <c:pt idx="111">
                  <c:v>0.0859548071408</c:v>
                </c:pt>
                <c:pt idx="112">
                  <c:v>0.086854565067</c:v>
                </c:pt>
                <c:pt idx="113">
                  <c:v>0.0877539351035</c:v>
                </c:pt>
                <c:pt idx="114">
                  <c:v>0.0886534884555</c:v>
                </c:pt>
                <c:pt idx="115">
                  <c:v>0.0895532838287</c:v>
                </c:pt>
                <c:pt idx="116">
                  <c:v>0.0904530488244</c:v>
                </c:pt>
                <c:pt idx="117">
                  <c:v>0.0913525912498</c:v>
                </c:pt>
                <c:pt idx="118">
                  <c:v>0.092252035621</c:v>
                </c:pt>
                <c:pt idx="119">
                  <c:v>0.0931517475244</c:v>
                </c:pt>
                <c:pt idx="120">
                  <c:v>0.0940521328865</c:v>
                </c:pt>
                <c:pt idx="121">
                  <c:v>0.0949535579898</c:v>
                </c:pt>
                <c:pt idx="122">
                  <c:v>0.0958564463929</c:v>
                </c:pt>
                <c:pt idx="123">
                  <c:v>0.0967614107732</c:v>
                </c:pt>
                <c:pt idx="124">
                  <c:v>0.0976692649371</c:v>
                </c:pt>
                <c:pt idx="125">
                  <c:v>0.0985809103623</c:v>
                </c:pt>
                <c:pt idx="126">
                  <c:v>0.0994972149946</c:v>
                </c:pt>
                <c:pt idx="127">
                  <c:v>0.100418983804</c:v>
                </c:pt>
                <c:pt idx="128">
                  <c:v>0.101347005926</c:v>
                </c:pt>
                <c:pt idx="129">
                  <c:v>0.102282090239</c:v>
                </c:pt>
                <c:pt idx="130">
                  <c:v>0.103225040438</c:v>
                </c:pt>
                <c:pt idx="131">
                  <c:v>0.104176611716</c:v>
                </c:pt>
                <c:pt idx="132">
                  <c:v>0.105137516934</c:v>
                </c:pt>
                <c:pt idx="133">
                  <c:v>0.106108482245</c:v>
                </c:pt>
                <c:pt idx="134">
                  <c:v>0.10709028432</c:v>
                </c:pt>
                <c:pt idx="135">
                  <c:v>0.108083724101</c:v>
                </c:pt>
                <c:pt idx="136">
                  <c:v>0.109089569126</c:v>
                </c:pt>
                <c:pt idx="137">
                  <c:v>0.110108527863</c:v>
                </c:pt>
                <c:pt idx="138">
                  <c:v>0.111141280271</c:v>
                </c:pt>
                <c:pt idx="139">
                  <c:v>0.11218853293</c:v>
                </c:pt>
                <c:pt idx="140">
                  <c:v>0.113251128355</c:v>
                </c:pt>
                <c:pt idx="141">
                  <c:v>0.114328562907</c:v>
                </c:pt>
                <c:pt idx="142">
                  <c:v>0.115415574611</c:v>
                </c:pt>
                <c:pt idx="143">
                  <c:v>0.116504156931</c:v>
                </c:pt>
                <c:pt idx="144">
                  <c:v>0.117587616062</c:v>
                </c:pt>
                <c:pt idx="145">
                  <c:v>0.118663156611</c:v>
                </c:pt>
                <c:pt idx="146">
                  <c:v>0.119732278016</c:v>
                </c:pt>
                <c:pt idx="147">
                  <c:v>0.120798518456</c:v>
                </c:pt>
                <c:pt idx="148">
                  <c:v>0.121863176812</c:v>
                </c:pt>
                <c:pt idx="149">
                  <c:v>0.122919382899</c:v>
                </c:pt>
                <c:pt idx="150">
                  <c:v>0.123949811811</c:v>
                </c:pt>
                <c:pt idx="151">
                  <c:v>0.124926418588</c:v>
                </c:pt>
                <c:pt idx="152">
                  <c:v>0.125821200378</c:v>
                </c:pt>
                <c:pt idx="153">
                  <c:v>0.126624798703</c:v>
                </c:pt>
                <c:pt idx="154">
                  <c:v>0.127361662738</c:v>
                </c:pt>
                <c:pt idx="155">
                  <c:v>0.128086095157</c:v>
                </c:pt>
                <c:pt idx="156">
                  <c:v>0.128858853213</c:v>
                </c:pt>
                <c:pt idx="157">
                  <c:v>0.129720271199</c:v>
                </c:pt>
                <c:pt idx="158">
                  <c:v>0.130675426094</c:v>
                </c:pt>
                <c:pt idx="159">
                  <c:v>0.131696757912</c:v>
                </c:pt>
                <c:pt idx="160">
                  <c:v>0.13274126082</c:v>
                </c:pt>
                <c:pt idx="161">
                  <c:v>0.133773290415</c:v>
                </c:pt>
                <c:pt idx="162">
                  <c:v>0.134780335599</c:v>
                </c:pt>
                <c:pt idx="163">
                  <c:v>0.135772951716</c:v>
                </c:pt>
                <c:pt idx="164">
                  <c:v>0.136770552117</c:v>
                </c:pt>
                <c:pt idx="165">
                  <c:v>0.137785483146</c:v>
                </c:pt>
                <c:pt idx="166">
                  <c:v>0.138817111444</c:v>
                </c:pt>
                <c:pt idx="167">
                  <c:v>0.13985661426</c:v>
                </c:pt>
                <c:pt idx="168">
                  <c:v>0.140895005772</c:v>
                </c:pt>
                <c:pt idx="169">
                  <c:v>0.141927707416</c:v>
                </c:pt>
                <c:pt idx="170">
                  <c:v>0.142954188019</c:v>
                </c:pt>
                <c:pt idx="171">
                  <c:v>0.143975335002</c:v>
                </c:pt>
                <c:pt idx="172">
                  <c:v>0.144991902995</c:v>
                </c:pt>
                <c:pt idx="173">
                  <c:v>0.146004977585</c:v>
                </c:pt>
                <c:pt idx="174">
                  <c:v>0.147016414537</c:v>
                </c:pt>
                <c:pt idx="175">
                  <c:v>0.148027585833</c:v>
                </c:pt>
                <c:pt idx="176">
                  <c:v>0.149037301628</c:v>
                </c:pt>
                <c:pt idx="177">
                  <c:v>0.150041735855</c:v>
                </c:pt>
                <c:pt idx="178">
                  <c:v>0.151036909098</c:v>
                </c:pt>
                <c:pt idx="179">
                  <c:v>0.152021439495</c:v>
                </c:pt>
                <c:pt idx="180">
                  <c:v>0.152997159382</c:v>
                </c:pt>
                <c:pt idx="181">
                  <c:v>0.153967562286</c:v>
                </c:pt>
                <c:pt idx="182">
                  <c:v>0.154935742186</c:v>
                </c:pt>
                <c:pt idx="183">
                  <c:v>0.155903253056</c:v>
                </c:pt>
                <c:pt idx="184">
                  <c:v>0.156870187928</c:v>
                </c:pt>
                <c:pt idx="185">
                  <c:v>0.157836021029</c:v>
                </c:pt>
                <c:pt idx="186">
                  <c:v>0.158800503988</c:v>
                </c:pt>
                <c:pt idx="187">
                  <c:v>0.159764040626</c:v>
                </c:pt>
                <c:pt idx="188">
                  <c:v>0.160727495716</c:v>
                </c:pt>
                <c:pt idx="189">
                  <c:v>0.161691726675</c:v>
                </c:pt>
                <c:pt idx="190">
                  <c:v>0.162657376433</c:v>
                </c:pt>
                <c:pt idx="191">
                  <c:v>0.163624764951</c:v>
                </c:pt>
                <c:pt idx="192">
                  <c:v>0.164593823062</c:v>
                </c:pt>
                <c:pt idx="193">
                  <c:v>0.165563951182</c:v>
                </c:pt>
                <c:pt idx="194">
                  <c:v>0.166534119775</c:v>
                </c:pt>
                <c:pt idx="195">
                  <c:v>0.167503101477</c:v>
                </c:pt>
                <c:pt idx="196">
                  <c:v>0.168469972038</c:v>
                </c:pt>
                <c:pt idx="197">
                  <c:v>0.169434516291</c:v>
                </c:pt>
                <c:pt idx="198">
                  <c:v>0.170397294122</c:v>
                </c:pt>
                <c:pt idx="199">
                  <c:v>0.171359254527</c:v>
                </c:pt>
                <c:pt idx="200">
                  <c:v>0.172321157174</c:v>
                </c:pt>
                <c:pt idx="201">
                  <c:v>0.173283252709</c:v>
                </c:pt>
                <c:pt idx="202">
                  <c:v>0.174245452267</c:v>
                </c:pt>
                <c:pt idx="203">
                  <c:v>0.175207702574</c:v>
                </c:pt>
                <c:pt idx="204">
                  <c:v>0.176170277274</c:v>
                </c:pt>
                <c:pt idx="205">
                  <c:v>0.17713373684</c:v>
                </c:pt>
                <c:pt idx="206">
                  <c:v>0.178098716565</c:v>
                </c:pt>
                <c:pt idx="207">
                  <c:v>0.179065697723</c:v>
                </c:pt>
                <c:pt idx="208">
                  <c:v>0.18003485523</c:v>
                </c:pt>
                <c:pt idx="209">
                  <c:v>0.181005995841</c:v>
                </c:pt>
                <c:pt idx="210">
                  <c:v>0.18197859281</c:v>
                </c:pt>
                <c:pt idx="211">
                  <c:v>0.182951916272</c:v>
                </c:pt>
                <c:pt idx="212">
                  <c:v>0.183925230138</c:v>
                </c:pt>
                <c:pt idx="213">
                  <c:v>0.184897975222</c:v>
                </c:pt>
                <c:pt idx="214">
                  <c:v>0.185869804381</c:v>
                </c:pt>
                <c:pt idx="215">
                  <c:v>0.186840513508</c:v>
                </c:pt>
                <c:pt idx="216">
                  <c:v>0.187809917015</c:v>
                </c:pt>
                <c:pt idx="217">
                  <c:v>0.188777795142</c:v>
                </c:pt>
                <c:pt idx="218">
                  <c:v>0.189743950179</c:v>
                </c:pt>
                <c:pt idx="219">
                  <c:v>0.19070831354</c:v>
                </c:pt>
                <c:pt idx="220">
                  <c:v>0.191671004898</c:v>
                </c:pt>
                <c:pt idx="221">
                  <c:v>0.192632299489</c:v>
                </c:pt>
                <c:pt idx="222">
                  <c:v>0.193592551695</c:v>
                </c:pt>
                <c:pt idx="223">
                  <c:v>0.194552142982</c:v>
                </c:pt>
                <c:pt idx="224">
                  <c:v>0.195511455507</c:v>
                </c:pt>
                <c:pt idx="225">
                  <c:v>0.196470832535</c:v>
                </c:pt>
                <c:pt idx="226">
                  <c:v>0.197430512124</c:v>
                </c:pt>
                <c:pt idx="227">
                  <c:v>0.198390663568</c:v>
                </c:pt>
                <c:pt idx="228">
                  <c:v>0.199351490024</c:v>
                </c:pt>
                <c:pt idx="229">
                  <c:v>0.200313299634</c:v>
                </c:pt>
                <c:pt idx="230">
                  <c:v>0.201276404632</c:v>
                </c:pt>
                <c:pt idx="231">
                  <c:v>0.202240925374</c:v>
                </c:pt>
                <c:pt idx="232">
                  <c:v>0.203206727135</c:v>
                </c:pt>
                <c:pt idx="233">
                  <c:v>0.204173580723</c:v>
                </c:pt>
                <c:pt idx="234">
                  <c:v>0.205141360008</c:v>
                </c:pt>
                <c:pt idx="235">
                  <c:v>0.206110098324</c:v>
                </c:pt>
                <c:pt idx="236">
                  <c:v>0.207080019676</c:v>
                </c:pt>
                <c:pt idx="237">
                  <c:v>0.208051738646</c:v>
                </c:pt>
                <c:pt idx="238">
                  <c:v>0.209026382499</c:v>
                </c:pt>
                <c:pt idx="239">
                  <c:v>0.210005044188</c:v>
                </c:pt>
                <c:pt idx="240">
                  <c:v>0.210987653991</c:v>
                </c:pt>
                <c:pt idx="241">
                  <c:v>0.2119724214</c:v>
                </c:pt>
                <c:pt idx="242">
                  <c:v>0.212956922807</c:v>
                </c:pt>
                <c:pt idx="243">
                  <c:v>0.213940036524</c:v>
                </c:pt>
                <c:pt idx="244">
                  <c:v>0.214923066848</c:v>
                </c:pt>
                <c:pt idx="245">
                  <c:v>0.215908724295</c:v>
                </c:pt>
                <c:pt idx="246">
                  <c:v>0.216898964428</c:v>
                </c:pt>
                <c:pt idx="247">
                  <c:v>0.217893494958</c:v>
                </c:pt>
                <c:pt idx="248">
                  <c:v>0.218890062192</c:v>
                </c:pt>
                <c:pt idx="249">
                  <c:v>0.219886104926</c:v>
                </c:pt>
                <c:pt idx="250">
                  <c:v>0.220880514082</c:v>
                </c:pt>
                <c:pt idx="251">
                  <c:v>0.221874391176</c:v>
                </c:pt>
                <c:pt idx="252">
                  <c:v>0.222870374325</c:v>
                </c:pt>
                <c:pt idx="253">
                  <c:v>0.223870872423</c:v>
                </c:pt>
                <c:pt idx="254">
                  <c:v>0.224876489224</c:v>
                </c:pt>
                <c:pt idx="255">
                  <c:v>0.225885797308</c:v>
                </c:pt>
                <c:pt idx="256">
                  <c:v>0.226896594556</c:v>
                </c:pt>
                <c:pt idx="257">
                  <c:v>0.227907492452</c:v>
                </c:pt>
                <c:pt idx="258">
                  <c:v>0.228918527553</c:v>
                </c:pt>
                <c:pt idx="259">
                  <c:v>0.229930500599</c:v>
                </c:pt>
                <c:pt idx="260">
                  <c:v>0.230943889077</c:v>
                </c:pt>
                <c:pt idx="261">
                  <c:v>0.231958351567</c:v>
                </c:pt>
                <c:pt idx="262">
                  <c:v>0.232973104447</c:v>
                </c:pt>
                <c:pt idx="263">
                  <c:v>0.233987594312</c:v>
                </c:pt>
                <c:pt idx="264">
                  <c:v>0.235001802042</c:v>
                </c:pt>
                <c:pt idx="265">
                  <c:v>0.236015980043</c:v>
                </c:pt>
                <c:pt idx="266">
                  <c:v>0.237030187545</c:v>
                </c:pt>
                <c:pt idx="267">
                  <c:v>0.238044153109</c:v>
                </c:pt>
                <c:pt idx="268">
                  <c:v>0.239057570178</c:v>
                </c:pt>
                <c:pt idx="269">
                  <c:v>0.240070531112</c:v>
                </c:pt>
                <c:pt idx="270">
                  <c:v>0.24108359003</c:v>
                </c:pt>
                <c:pt idx="271">
                  <c:v>0.24209751961</c:v>
                </c:pt>
                <c:pt idx="272">
                  <c:v>0.243112896804</c:v>
                </c:pt>
                <c:pt idx="273">
                  <c:v>0.244129936028</c:v>
                </c:pt>
                <c:pt idx="274">
                  <c:v>0.245148598186</c:v>
                </c:pt>
                <c:pt idx="275">
                  <c:v>0.24616880549</c:v>
                </c:pt>
                <c:pt idx="276">
                  <c:v>0.247190553385</c:v>
                </c:pt>
                <c:pt idx="277">
                  <c:v>0.248213879999</c:v>
                </c:pt>
                <c:pt idx="278">
                  <c:v>0.249238806642</c:v>
                </c:pt>
                <c:pt idx="279">
                  <c:v>0.250265345472</c:v>
                </c:pt>
                <c:pt idx="280">
                  <c:v>0.251293540377</c:v>
                </c:pt>
                <c:pt idx="281">
                  <c:v>0.252323448256</c:v>
                </c:pt>
                <c:pt idx="282">
                  <c:v>0.253355047097</c:v>
                </c:pt>
                <c:pt idx="283">
                  <c:v>0.25438815761</c:v>
                </c:pt>
                <c:pt idx="284">
                  <c:v>0.255422467876</c:v>
                </c:pt>
                <c:pt idx="285">
                  <c:v>0.256457655304</c:v>
                </c:pt>
                <c:pt idx="286">
                  <c:v>0.257493514669</c:v>
                </c:pt>
                <c:pt idx="287">
                  <c:v>0.258529991974</c:v>
                </c:pt>
                <c:pt idx="288">
                  <c:v>0.25956710136</c:v>
                </c:pt>
                <c:pt idx="289">
                  <c:v>0.260604794094</c:v>
                </c:pt>
                <c:pt idx="290">
                  <c:v>0.261642886504</c:v>
                </c:pt>
                <c:pt idx="291">
                  <c:v>0.262681122327</c:v>
                </c:pt>
                <c:pt idx="292">
                  <c:v>0.263719269274</c:v>
                </c:pt>
                <c:pt idx="293">
                  <c:v>0.264757187564</c:v>
                </c:pt>
                <c:pt idx="294">
                  <c:v>0.265794806899</c:v>
                </c:pt>
                <c:pt idx="295">
                  <c:v>0.26683207456</c:v>
                </c:pt>
                <c:pt idx="296">
                  <c:v>0.267868938196</c:v>
                </c:pt>
                <c:pt idx="297">
                  <c:v>0.268905371453</c:v>
                </c:pt>
                <c:pt idx="298">
                  <c:v>0.269941402769</c:v>
                </c:pt>
                <c:pt idx="299">
                  <c:v>0.2709771112</c:v>
                </c:pt>
                <c:pt idx="300">
                  <c:v>0.272012585883</c:v>
                </c:pt>
                <c:pt idx="301">
                  <c:v>0.273047878385</c:v>
                </c:pt>
                <c:pt idx="302">
                  <c:v>0.274082989885</c:v>
                </c:pt>
                <c:pt idx="303">
                  <c:v>0.275117914113</c:v>
                </c:pt>
                <c:pt idx="304">
                  <c:v>0.276152702507</c:v>
                </c:pt>
                <c:pt idx="305">
                  <c:v>0.277187484142</c:v>
                </c:pt>
                <c:pt idx="306">
                  <c:v>0.278222406322</c:v>
                </c:pt>
                <c:pt idx="307">
                  <c:v>0.279257544086</c:v>
                </c:pt>
                <c:pt idx="308">
                  <c:v>0.280292859338</c:v>
                </c:pt>
                <c:pt idx="309">
                  <c:v>0.281328234603</c:v>
                </c:pt>
                <c:pt idx="310">
                  <c:v>0.282363531975</c:v>
                </c:pt>
                <c:pt idx="311">
                  <c:v>0.283398625045</c:v>
                </c:pt>
                <c:pt idx="312">
                  <c:v>0.284433412899</c:v>
                </c:pt>
                <c:pt idx="313">
                  <c:v>0.285467845353</c:v>
                </c:pt>
                <c:pt idx="314">
                  <c:v>0.286501932181</c:v>
                </c:pt>
                <c:pt idx="315">
                  <c:v>0.287535682404</c:v>
                </c:pt>
                <c:pt idx="316">
                  <c:v>0.288568987291</c:v>
                </c:pt>
                <c:pt idx="317">
                  <c:v>0.289601573003</c:v>
                </c:pt>
                <c:pt idx="318">
                  <c:v>0.290633137954</c:v>
                </c:pt>
                <c:pt idx="319">
                  <c:v>0.291663602464</c:v>
                </c:pt>
                <c:pt idx="320">
                  <c:v>0.292693226638</c:v>
                </c:pt>
                <c:pt idx="321">
                  <c:v>0.293722420686</c:v>
                </c:pt>
                <c:pt idx="322">
                  <c:v>0.294751373479</c:v>
                </c:pt>
                <c:pt idx="323">
                  <c:v>0.295779830746</c:v>
                </c:pt>
                <c:pt idx="324">
                  <c:v>0.296807266648</c:v>
                </c:pt>
                <c:pt idx="325">
                  <c:v>0.297833318216</c:v>
                </c:pt>
                <c:pt idx="326">
                  <c:v>0.298858117104</c:v>
                </c:pt>
                <c:pt idx="327">
                  <c:v>0.299882225344</c:v>
                </c:pt>
                <c:pt idx="328">
                  <c:v>0.300906232072</c:v>
                </c:pt>
                <c:pt idx="329">
                  <c:v>0.301930324869</c:v>
                </c:pt>
                <c:pt idx="330">
                  <c:v>0.302954156317</c:v>
                </c:pt>
                <c:pt idx="331">
                  <c:v>0.303977094987</c:v>
                </c:pt>
                <c:pt idx="332">
                  <c:v>0.30499869358</c:v>
                </c:pt>
                <c:pt idx="333">
                  <c:v>0.306019029701</c:v>
                </c:pt>
                <c:pt idx="334">
                  <c:v>0.307038654457</c:v>
                </c:pt>
                <c:pt idx="335">
                  <c:v>0.30805816647</c:v>
                </c:pt>
                <c:pt idx="336">
                  <c:v>0.30907774988</c:v>
                </c:pt>
                <c:pt idx="337">
                  <c:v>0.31009705111</c:v>
                </c:pt>
                <c:pt idx="338">
                  <c:v>0.311115491022</c:v>
                </c:pt>
                <c:pt idx="339">
                  <c:v>0.312132723551</c:v>
                </c:pt>
                <c:pt idx="340">
                  <c:v>0.313148849876</c:v>
                </c:pt>
                <c:pt idx="341">
                  <c:v>0.314164247084</c:v>
                </c:pt>
                <c:pt idx="342">
                  <c:v>0.315179210329</c:v>
                </c:pt>
                <c:pt idx="343">
                  <c:v>0.316193727278</c:v>
                </c:pt>
                <c:pt idx="344">
                  <c:v>0.317207537974</c:v>
                </c:pt>
                <c:pt idx="345">
                  <c:v>0.318220379823</c:v>
                </c:pt>
                <c:pt idx="346">
                  <c:v>0.319232190874</c:v>
                </c:pt>
                <c:pt idx="347">
                  <c:v>0.320243118752</c:v>
                </c:pt>
                <c:pt idx="348">
                  <c:v>0.321253359448</c:v>
                </c:pt>
                <c:pt idx="349">
                  <c:v>0.322262982974</c:v>
                </c:pt>
                <c:pt idx="350">
                  <c:v>0.323271891305</c:v>
                </c:pt>
                <c:pt idx="351">
                  <c:v>0.324279925242</c:v>
                </c:pt>
                <c:pt idx="352">
                  <c:v>0.325287008754</c:v>
                </c:pt>
                <c:pt idx="353">
                  <c:v>0.326293206236</c:v>
                </c:pt>
                <c:pt idx="354">
                  <c:v>0.327298660094</c:v>
                </c:pt>
                <c:pt idx="355">
                  <c:v>0.328303479753</c:v>
                </c:pt>
                <c:pt idx="356">
                  <c:v>0.329307673</c:v>
                </c:pt>
                <c:pt idx="357">
                  <c:v>0.330311158121</c:v>
                </c:pt>
                <c:pt idx="358">
                  <c:v>0.331313829704</c:v>
                </c:pt>
                <c:pt idx="359">
                  <c:v>0.332315624028</c:v>
                </c:pt>
                <c:pt idx="360">
                  <c:v>0.333316544971</c:v>
                </c:pt>
                <c:pt idx="361">
                  <c:v>0.33431664518</c:v>
                </c:pt>
                <c:pt idx="362">
                  <c:v>0.335315987345</c:v>
                </c:pt>
                <c:pt idx="363">
                  <c:v>0.33631461461</c:v>
                </c:pt>
                <c:pt idx="364">
                  <c:v>0.337312543145</c:v>
                </c:pt>
                <c:pt idx="365">
                  <c:v>0.33830976848</c:v>
                </c:pt>
                <c:pt idx="366">
                  <c:v>0.339306274319</c:v>
                </c:pt>
                <c:pt idx="367">
                  <c:v>0.340302042816</c:v>
                </c:pt>
                <c:pt idx="368">
                  <c:v>0.341297069467</c:v>
                </c:pt>
                <c:pt idx="369">
                  <c:v>0.342291377036</c:v>
                </c:pt>
                <c:pt idx="370">
                  <c:v>0.343285015238</c:v>
                </c:pt>
                <c:pt idx="371">
                  <c:v>0.344278042013</c:v>
                </c:pt>
                <c:pt idx="372">
                  <c:v>0.345270497541</c:v>
                </c:pt>
                <c:pt idx="373">
                  <c:v>0.346262388563</c:v>
                </c:pt>
                <c:pt idx="374">
                  <c:v>0.34725369172</c:v>
                </c:pt>
                <c:pt idx="375">
                  <c:v>0.348244372109</c:v>
                </c:pt>
                <c:pt idx="376">
                  <c:v>0.349234402998</c:v>
                </c:pt>
                <c:pt idx="377">
                  <c:v>0.350223773441</c:v>
                </c:pt>
                <c:pt idx="378">
                  <c:v>0.351212481684</c:v>
                </c:pt>
                <c:pt idx="379">
                  <c:v>0.352200523343</c:v>
                </c:pt>
                <c:pt idx="380">
                  <c:v>0.353187887438</c:v>
                </c:pt>
                <c:pt idx="381">
                  <c:v>0.354174560889</c:v>
                </c:pt>
                <c:pt idx="382">
                  <c:v>0.355160531967</c:v>
                </c:pt>
                <c:pt idx="383">
                  <c:v>0.35614578569</c:v>
                </c:pt>
                <c:pt idx="384">
                  <c:v>0.357130296876</c:v>
                </c:pt>
                <c:pt idx="385">
                  <c:v>0.358114032611</c:v>
                </c:pt>
                <c:pt idx="386">
                  <c:v>0.359096966448</c:v>
                </c:pt>
                <c:pt idx="387">
                  <c:v>0.360079093588</c:v>
                </c:pt>
                <c:pt idx="388">
                  <c:v>0.361060434127</c:v>
                </c:pt>
                <c:pt idx="389">
                  <c:v>0.362041022159</c:v>
                </c:pt>
                <c:pt idx="390">
                  <c:v>0.36302088904</c:v>
                </c:pt>
                <c:pt idx="391">
                  <c:v>0.364000049269</c:v>
                </c:pt>
                <c:pt idx="392">
                  <c:v>0.364978494771</c:v>
                </c:pt>
                <c:pt idx="393">
                  <c:v>0.365956201011</c:v>
                </c:pt>
                <c:pt idx="394">
                  <c:v>0.366933148002</c:v>
                </c:pt>
                <c:pt idx="395">
                  <c:v>0.367909348924</c:v>
                </c:pt>
                <c:pt idx="396">
                  <c:v>0.368884865291</c:v>
                </c:pt>
                <c:pt idx="397">
                  <c:v>0.369859786874</c:v>
                </c:pt>
                <c:pt idx="398">
                  <c:v>0.370834180166</c:v>
                </c:pt>
                <c:pt idx="399">
                  <c:v>0.37180804267</c:v>
                </c:pt>
                <c:pt idx="400">
                  <c:v>0.372781307696</c:v>
                </c:pt>
                <c:pt idx="401">
                  <c:v>0.373753906515</c:v>
                </c:pt>
                <c:pt idx="402">
                  <c:v>0.374725842027</c:v>
                </c:pt>
                <c:pt idx="403">
                  <c:v>0.375697208578</c:v>
                </c:pt>
                <c:pt idx="404">
                  <c:v>0.376668134161</c:v>
                </c:pt>
                <c:pt idx="405">
                  <c:v>0.377638687984</c:v>
                </c:pt>
                <c:pt idx="406">
                  <c:v>0.37860882851</c:v>
                </c:pt>
                <c:pt idx="407">
                  <c:v>0.379578437182</c:v>
                </c:pt>
                <c:pt idx="408">
                  <c:v>0.380547417365</c:v>
                </c:pt>
                <c:pt idx="409">
                  <c:v>0.381515794579</c:v>
                </c:pt>
                <c:pt idx="410">
                  <c:v>0.382483833988</c:v>
                </c:pt>
                <c:pt idx="411">
                  <c:v>0.383425119928</c:v>
                </c:pt>
                <c:pt idx="412">
                  <c:v>0.384253787662</c:v>
                </c:pt>
                <c:pt idx="413">
                  <c:v>0.384807458097</c:v>
                </c:pt>
                <c:pt idx="414">
                  <c:v>0.384911912856</c:v>
                </c:pt>
                <c:pt idx="415">
                  <c:v>0.38448388287</c:v>
                </c:pt>
                <c:pt idx="416">
                  <c:v>0.383593730846</c:v>
                </c:pt>
                <c:pt idx="417">
                  <c:v>0.382441632267</c:v>
                </c:pt>
                <c:pt idx="418">
                  <c:v>0.381271494846</c:v>
                </c:pt>
                <c:pt idx="419">
                  <c:v>0.380278678548</c:v>
                </c:pt>
                <c:pt idx="420">
                  <c:v>0.379553005492</c:v>
                </c:pt>
                <c:pt idx="421">
                  <c:v>0.379071933274</c:v>
                </c:pt>
                <c:pt idx="422">
                  <c:v>0.378743574032</c:v>
                </c:pt>
                <c:pt idx="423">
                  <c:v>0.378477222607</c:v>
                </c:pt>
                <c:pt idx="424">
                  <c:v>0.378237176137</c:v>
                </c:pt>
                <c:pt idx="425">
                  <c:v>0.378047524012</c:v>
                </c:pt>
                <c:pt idx="426">
                  <c:v>0.377956252904</c:v>
                </c:pt>
                <c:pt idx="427">
                  <c:v>0.377994600758</c:v>
                </c:pt>
                <c:pt idx="428">
                  <c:v>0.378159911388</c:v>
                </c:pt>
                <c:pt idx="429">
                  <c:v>0.378424577729</c:v>
                </c:pt>
                <c:pt idx="430">
                  <c:v>0.378755525225</c:v>
                </c:pt>
                <c:pt idx="431">
                  <c:v>0.379127391824</c:v>
                </c:pt>
                <c:pt idx="432">
                  <c:v>0.379523690511</c:v>
                </c:pt>
                <c:pt idx="433">
                  <c:v>0.37993241382</c:v>
                </c:pt>
                <c:pt idx="434">
                  <c:v>0.380344736165</c:v>
                </c:pt>
                <c:pt idx="435">
                  <c:v>0.380758040706</c:v>
                </c:pt>
                <c:pt idx="436">
                  <c:v>0.381177483535</c:v>
                </c:pt>
                <c:pt idx="437">
                  <c:v>0.381611839461</c:v>
                </c:pt>
                <c:pt idx="438">
                  <c:v>0.382066282395</c:v>
                </c:pt>
                <c:pt idx="439">
                  <c:v>0.382538225021</c:v>
                </c:pt>
                <c:pt idx="440">
                  <c:v>0.383019200487</c:v>
                </c:pt>
                <c:pt idx="441">
                  <c:v>0.383500076716</c:v>
                </c:pt>
                <c:pt idx="442">
                  <c:v>0.383974960276</c:v>
                </c:pt>
                <c:pt idx="443">
                  <c:v>0.384441743386</c:v>
                </c:pt>
                <c:pt idx="444">
                  <c:v>0.384900533697</c:v>
                </c:pt>
                <c:pt idx="445">
                  <c:v>0.38535252676</c:v>
                </c:pt>
                <c:pt idx="446">
                  <c:v>0.385800067857</c:v>
                </c:pt>
                <c:pt idx="447">
                  <c:v>0.386247746632</c:v>
                </c:pt>
                <c:pt idx="448">
                  <c:v>0.38670212036</c:v>
                </c:pt>
                <c:pt idx="449">
                  <c:v>0.387170593638</c:v>
                </c:pt>
                <c:pt idx="450">
                  <c:v>0.387659495951</c:v>
                </c:pt>
                <c:pt idx="451">
                  <c:v>0.388172774479</c:v>
                </c:pt>
                <c:pt idx="452">
                  <c:v>0.388712053279</c:v>
                </c:pt>
                <c:pt idx="453">
                  <c:v>0.389277652889</c:v>
                </c:pt>
                <c:pt idx="454">
                  <c:v>0.389869534872</c:v>
                </c:pt>
                <c:pt idx="455">
                  <c:v>0.390487663477</c:v>
                </c:pt>
                <c:pt idx="456">
                  <c:v>0.391131257424</c:v>
                </c:pt>
                <c:pt idx="457">
                  <c:v>0.391798325577</c:v>
                </c:pt>
                <c:pt idx="458">
                  <c:v>0.392486034179</c:v>
                </c:pt>
                <c:pt idx="459">
                  <c:v>0.393192040798</c:v>
                </c:pt>
                <c:pt idx="460">
                  <c:v>0.393915776948</c:v>
                </c:pt>
                <c:pt idx="461">
                  <c:v>0.394658634259</c:v>
                </c:pt>
                <c:pt idx="462">
                  <c:v>0.395422923072</c:v>
                </c:pt>
                <c:pt idx="463">
                  <c:v>0.396210481371</c:v>
                </c:pt>
                <c:pt idx="464">
                  <c:v>0.39702201673</c:v>
                </c:pt>
                <c:pt idx="465">
                  <c:v>0.397857494631</c:v>
                </c:pt>
                <c:pt idx="466">
                  <c:v>0.398717039358</c:v>
                </c:pt>
                <c:pt idx="467">
                  <c:v>0.39960157734</c:v>
                </c:pt>
                <c:pt idx="468">
                  <c:v>0.400512847475</c:v>
                </c:pt>
                <c:pt idx="469">
                  <c:v>0.401452880532</c:v>
                </c:pt>
                <c:pt idx="470">
                  <c:v>0.402423258024</c:v>
                </c:pt>
                <c:pt idx="471">
                  <c:v>0.40342446626</c:v>
                </c:pt>
                <c:pt idx="472">
                  <c:v>0.404455545996</c:v>
                </c:pt>
                <c:pt idx="473">
                  <c:v>0.405514147831</c:v>
                </c:pt>
                <c:pt idx="474">
                  <c:v>0.406596936058</c:v>
                </c:pt>
                <c:pt idx="475">
                  <c:v>0.407700122459</c:v>
                </c:pt>
                <c:pt idx="476">
                  <c:v>0.408819843968</c:v>
                </c:pt>
                <c:pt idx="477">
                  <c:v>0.409952274138</c:v>
                </c:pt>
                <c:pt idx="478">
                  <c:v>0.411093560277</c:v>
                </c:pt>
                <c:pt idx="479">
                  <c:v>0.412239825072</c:v>
                </c:pt>
                <c:pt idx="480">
                  <c:v>0.413387370904</c:v>
                </c:pt>
                <c:pt idx="481">
                  <c:v>0.414533030075</c:v>
                </c:pt>
                <c:pt idx="482">
                  <c:v>0.415674441059</c:v>
                </c:pt>
                <c:pt idx="483">
                  <c:v>0.416810111359</c:v>
                </c:pt>
                <c:pt idx="484">
                  <c:v>0.417939287766</c:v>
                </c:pt>
                <c:pt idx="485">
                  <c:v>0.419061797053</c:v>
                </c:pt>
                <c:pt idx="486">
                  <c:v>0.420177947417</c:v>
                </c:pt>
                <c:pt idx="487">
                  <c:v>0.421288482665</c:v>
                </c:pt>
                <c:pt idx="488">
                  <c:v>0.422394508055</c:v>
                </c:pt>
                <c:pt idx="489">
                  <c:v>0.423497348144</c:v>
                </c:pt>
                <c:pt idx="490">
                  <c:v>0.424598355752</c:v>
                </c:pt>
                <c:pt idx="491">
                  <c:v>0.425698751445</c:v>
                </c:pt>
                <c:pt idx="492">
                  <c:v>0.426799551104</c:v>
                </c:pt>
                <c:pt idx="493">
                  <c:v>0.427901586536</c:v>
                </c:pt>
                <c:pt idx="494">
                  <c:v>0.429005523486</c:v>
                </c:pt>
                <c:pt idx="495">
                  <c:v>0.430111825206</c:v>
                </c:pt>
                <c:pt idx="496">
                  <c:v>0.431220784155</c:v>
                </c:pt>
                <c:pt idx="497">
                  <c:v>0.432332562277</c:v>
                </c:pt>
                <c:pt idx="498">
                  <c:v>0.43344683594</c:v>
                </c:pt>
                <c:pt idx="499">
                  <c:v>0.434562210237</c:v>
                </c:pt>
                <c:pt idx="500">
                  <c:v>0.435676866314</c:v>
                </c:pt>
                <c:pt idx="501">
                  <c:v>0.436791278055</c:v>
                </c:pt>
                <c:pt idx="502">
                  <c:v>0.437910480063</c:v>
                </c:pt>
                <c:pt idx="503">
                  <c:v>0.439041883306</c:v>
                </c:pt>
                <c:pt idx="504">
                  <c:v>0.440188763294</c:v>
                </c:pt>
                <c:pt idx="505">
                  <c:v>0.441345558417</c:v>
                </c:pt>
                <c:pt idx="506">
                  <c:v>0.442500960986</c:v>
                </c:pt>
                <c:pt idx="507">
                  <c:v>0.443646756016</c:v>
                </c:pt>
                <c:pt idx="508">
                  <c:v>0.444783997312</c:v>
                </c:pt>
                <c:pt idx="509">
                  <c:v>0.445921001142</c:v>
                </c:pt>
                <c:pt idx="510">
                  <c:v>0.447065797512</c:v>
                </c:pt>
                <c:pt idx="511">
                  <c:v>0.448219717835</c:v>
                </c:pt>
                <c:pt idx="512">
                  <c:v>0.449376246257</c:v>
                </c:pt>
                <c:pt idx="513">
                  <c:v>0.450525046177</c:v>
                </c:pt>
                <c:pt idx="514">
                  <c:v>0.451658609843</c:v>
                </c:pt>
                <c:pt idx="515">
                  <c:v>0.452777543821</c:v>
                </c:pt>
                <c:pt idx="516">
                  <c:v>0.453890380915</c:v>
                </c:pt>
                <c:pt idx="517">
                  <c:v>0.455007356029</c:v>
                </c:pt>
                <c:pt idx="518">
                  <c:v>0.456132949616</c:v>
                </c:pt>
                <c:pt idx="519">
                  <c:v>0.457263548586</c:v>
                </c:pt>
                <c:pt idx="520">
                  <c:v>0.458391758527</c:v>
                </c:pt>
                <c:pt idx="521">
                  <c:v>0.459512705539</c:v>
                </c:pt>
                <c:pt idx="522">
                  <c:v>0.460626703258</c:v>
                </c:pt>
                <c:pt idx="523">
                  <c:v>0.461737058182</c:v>
                </c:pt>
                <c:pt idx="524">
                  <c:v>0.462846214237</c:v>
                </c:pt>
                <c:pt idx="525">
                  <c:v>0.46395391539</c:v>
                </c:pt>
                <c:pt idx="526">
                  <c:v>0.465058249296</c:v>
                </c:pt>
                <c:pt idx="527">
                  <c:v>0.466157806447</c:v>
                </c:pt>
                <c:pt idx="528">
                  <c:v>0.467252850684</c:v>
                </c:pt>
                <c:pt idx="529">
                  <c:v>0.46834487012</c:v>
                </c:pt>
                <c:pt idx="530">
                  <c:v>0.469435532581</c:v>
                </c:pt>
                <c:pt idx="531">
                  <c:v>0.470526292997</c:v>
                </c:pt>
                <c:pt idx="532">
                  <c:v>0.471618889981</c:v>
                </c:pt>
                <c:pt idx="533">
                  <c:v>0.472715988582</c:v>
                </c:pt>
                <c:pt idx="534">
                  <c:v>0.473821209975</c:v>
                </c:pt>
                <c:pt idx="535">
                  <c:v>0.474938552747</c:v>
                </c:pt>
                <c:pt idx="536">
                  <c:v>0.476071801061</c:v>
                </c:pt>
                <c:pt idx="537">
                  <c:v>0.477224394467</c:v>
                </c:pt>
                <c:pt idx="538">
                  <c:v>0.478399664932</c:v>
                </c:pt>
                <c:pt idx="539">
                  <c:v>0.479601009555</c:v>
                </c:pt>
                <c:pt idx="540">
                  <c:v>0.480831774789</c:v>
                </c:pt>
                <c:pt idx="541">
                  <c:v>0.482095062108</c:v>
                </c:pt>
                <c:pt idx="542">
                  <c:v>0.483393770793</c:v>
                </c:pt>
                <c:pt idx="543">
                  <c:v>0.484730865535</c:v>
                </c:pt>
                <c:pt idx="544">
                  <c:v>0.486109549815</c:v>
                </c:pt>
                <c:pt idx="545">
                  <c:v>0.487533146207</c:v>
                </c:pt>
                <c:pt idx="546">
                  <c:v>0.489004840191</c:v>
                </c:pt>
                <c:pt idx="547">
                  <c:v>0.490527575365</c:v>
                </c:pt>
                <c:pt idx="548">
                  <c:v>0.492104200792</c:v>
                </c:pt>
                <c:pt idx="549">
                  <c:v>0.49373772052</c:v>
                </c:pt>
                <c:pt idx="550">
                  <c:v>0.495431774441</c:v>
                </c:pt>
                <c:pt idx="551">
                  <c:v>0.497184082071</c:v>
                </c:pt>
                <c:pt idx="552">
                  <c:v>0.498971696729</c:v>
                </c:pt>
                <c:pt idx="553">
                  <c:v>0.50076039009</c:v>
                </c:pt>
                <c:pt idx="554">
                  <c:v>0.502522128899</c:v>
                </c:pt>
                <c:pt idx="555">
                  <c:v>0.504245871246</c:v>
                </c:pt>
                <c:pt idx="556">
                  <c:v>0.505938909222</c:v>
                </c:pt>
                <c:pt idx="557">
                  <c:v>0.50761695506</c:v>
                </c:pt>
                <c:pt idx="558">
                  <c:v>0.509285924624</c:v>
                </c:pt>
                <c:pt idx="559">
                  <c:v>0.51091735157</c:v>
                </c:pt>
                <c:pt idx="560">
                  <c:v>0.512439793207</c:v>
                </c:pt>
                <c:pt idx="561">
                  <c:v>0.51373862371</c:v>
                </c:pt>
                <c:pt idx="562">
                  <c:v>0.514701276546</c:v>
                </c:pt>
                <c:pt idx="563">
                  <c:v>0.515293261562</c:v>
                </c:pt>
                <c:pt idx="564">
                  <c:v>0.51561789779</c:v>
                </c:pt>
                <c:pt idx="565">
                  <c:v>0.515897043876</c:v>
                </c:pt>
                <c:pt idx="566">
                  <c:v>0.516374530042</c:v>
                </c:pt>
                <c:pt idx="567">
                  <c:v>0.517208688889</c:v>
                </c:pt>
                <c:pt idx="568">
                  <c:v>0.518415377332</c:v>
                </c:pt>
                <c:pt idx="569">
                  <c:v>0.519881380327</c:v>
                </c:pt>
                <c:pt idx="570">
                  <c:v>0.521434709663</c:v>
                </c:pt>
                <c:pt idx="571">
                  <c:v>0.522935081148</c:v>
                </c:pt>
                <c:pt idx="572">
                  <c:v>0.524334486152</c:v>
                </c:pt>
                <c:pt idx="573">
                  <c:v>0.525674837623</c:v>
                </c:pt>
                <c:pt idx="574">
                  <c:v>0.527031373121</c:v>
                </c:pt>
                <c:pt idx="575">
                  <c:v>0.528451092795</c:v>
                </c:pt>
                <c:pt idx="576">
                  <c:v>0.529930937131</c:v>
                </c:pt>
                <c:pt idx="577">
                  <c:v>0.531436982217</c:v>
                </c:pt>
                <c:pt idx="578">
                  <c:v>0.532935235239</c:v>
                </c:pt>
                <c:pt idx="579">
                  <c:v>0.534408642042</c:v>
                </c:pt>
                <c:pt idx="580">
                  <c:v>0.535855319773</c:v>
                </c:pt>
                <c:pt idx="581">
                  <c:v>0.537278549663</c:v>
                </c:pt>
                <c:pt idx="582">
                  <c:v>0.53868112541</c:v>
                </c:pt>
                <c:pt idx="583">
                  <c:v>0.540067227763</c:v>
                </c:pt>
                <c:pt idx="584">
                  <c:v>0.541443987113</c:v>
                </c:pt>
                <c:pt idx="585">
                  <c:v>0.542816700678</c:v>
                </c:pt>
                <c:pt idx="586">
                  <c:v>0.544181184011</c:v>
                </c:pt>
                <c:pt idx="587">
                  <c:v>0.545523675384</c:v>
                </c:pt>
                <c:pt idx="588">
                  <c:v>0.546830031579</c:v>
                </c:pt>
                <c:pt idx="589">
                  <c:v>0.548095662943</c:v>
                </c:pt>
                <c:pt idx="590">
                  <c:v>0.549327566822</c:v>
                </c:pt>
                <c:pt idx="591">
                  <c:v>0.550538561105</c:v>
                </c:pt>
                <c:pt idx="592">
                  <c:v>0.551739846129</c:v>
                </c:pt>
                <c:pt idx="593">
                  <c:v>0.552937003803</c:v>
                </c:pt>
                <c:pt idx="594">
                  <c:v>0.554130395486</c:v>
                </c:pt>
                <c:pt idx="595">
                  <c:v>0.555318224948</c:v>
                </c:pt>
                <c:pt idx="596">
                  <c:v>0.556499705736</c:v>
                </c:pt>
                <c:pt idx="597">
                  <c:v>0.557676332038</c:v>
                </c:pt>
                <c:pt idx="598">
                  <c:v>0.558851165386</c:v>
                </c:pt>
                <c:pt idx="599">
                  <c:v>0.560027188766</c:v>
                </c:pt>
                <c:pt idx="600">
                  <c:v>0.561206606092</c:v>
                </c:pt>
                <c:pt idx="601">
                  <c:v>0.562390483812</c:v>
                </c:pt>
                <c:pt idx="602">
                  <c:v>0.563578540417</c:v>
                </c:pt>
                <c:pt idx="603">
                  <c:v>0.564768681407</c:v>
                </c:pt>
                <c:pt idx="604">
                  <c:v>0.565957374649</c:v>
                </c:pt>
                <c:pt idx="605">
                  <c:v>0.567140463272</c:v>
                </c:pt>
                <c:pt idx="606">
                  <c:v>0.568314877652</c:v>
                </c:pt>
                <c:pt idx="607">
                  <c:v>0.569479986764</c:v>
                </c:pt>
                <c:pt idx="608">
                  <c:v>0.570637774219</c:v>
                </c:pt>
                <c:pt idx="609">
                  <c:v>0.57179149784</c:v>
                </c:pt>
                <c:pt idx="610">
                  <c:v>0.572943739911</c:v>
                </c:pt>
                <c:pt idx="611">
                  <c:v>0.574095359338</c:v>
                </c:pt>
                <c:pt idx="612">
                  <c:v>0.575246080687</c:v>
                </c:pt>
                <c:pt idx="613">
                  <c:v>0.576395742696</c:v>
                </c:pt>
                <c:pt idx="614">
                  <c:v>0.577545249414</c:v>
                </c:pt>
                <c:pt idx="615">
                  <c:v>0.578696421707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0</c:v>
                </c:pt>
                <c:pt idx="1">
                  <c:v>2.17886597746e-06</c:v>
                </c:pt>
                <c:pt idx="2">
                  <c:v>5.19357323086e-06</c:v>
                </c:pt>
                <c:pt idx="3">
                  <c:v>9.31476507932e-06</c:v>
                </c:pt>
                <c:pt idx="4">
                  <c:v>1.49222206949e-05</c:v>
                </c:pt>
                <c:pt idx="5">
                  <c:v>2.25768860739e-05</c:v>
                </c:pt>
                <c:pt idx="6">
                  <c:v>3.31079021053e-05</c:v>
                </c:pt>
                <c:pt idx="7">
                  <c:v>4.76960463708e-05</c:v>
                </c:pt>
                <c:pt idx="8">
                  <c:v>6.79126290288e-05</c:v>
                </c:pt>
                <c:pt idx="9">
                  <c:v>9.57126547299e-05</c:v>
                </c:pt>
                <c:pt idx="10">
                  <c:v>0.000133416382137</c:v>
                </c:pt>
                <c:pt idx="11">
                  <c:v>0.000183665083067</c:v>
                </c:pt>
                <c:pt idx="12">
                  <c:v>0.000249298806417</c:v>
                </c:pt>
                <c:pt idx="13">
                  <c:v>0.000333134533758</c:v>
                </c:pt>
                <c:pt idx="14">
                  <c:v>0.000437691110591</c:v>
                </c:pt>
                <c:pt idx="15">
                  <c:v>0.000564944008277</c:v>
                </c:pt>
                <c:pt idx="16">
                  <c:v>0.00071617175033</c:v>
                </c:pt>
                <c:pt idx="17">
                  <c:v>0.000891916919485</c:v>
                </c:pt>
                <c:pt idx="18">
                  <c:v>0.00109206279973</c:v>
                </c:pt>
                <c:pt idx="19">
                  <c:v>0.00131601273522</c:v>
                </c:pt>
                <c:pt idx="20">
                  <c:v>0.00156293608299</c:v>
                </c:pt>
                <c:pt idx="21">
                  <c:v>0.0018320213124</c:v>
                </c:pt>
                <c:pt idx="22">
                  <c:v>0.00212268390682</c:v>
                </c:pt>
                <c:pt idx="23">
                  <c:v>0.0024347219138</c:v>
                </c:pt>
                <c:pt idx="24">
                  <c:v>0.00276844949165</c:v>
                </c:pt>
                <c:pt idx="25">
                  <c:v>0.00312482284001</c:v>
                </c:pt>
                <c:pt idx="26">
                  <c:v>0.00350552159911</c:v>
                </c:pt>
                <c:pt idx="27">
                  <c:v>0.00391293052538</c:v>
                </c:pt>
                <c:pt idx="28">
                  <c:v>0.00435001071113</c:v>
                </c:pt>
                <c:pt idx="29">
                  <c:v>0.0048201093957</c:v>
                </c:pt>
                <c:pt idx="30">
                  <c:v>0.0053267708182</c:v>
                </c:pt>
                <c:pt idx="31">
                  <c:v>0.00587356668337</c:v>
                </c:pt>
                <c:pt idx="32">
                  <c:v>0.00646391936338</c:v>
                </c:pt>
                <c:pt idx="33">
                  <c:v>0.00710088960131</c:v>
                </c:pt>
                <c:pt idx="34">
                  <c:v>0.00778693318253</c:v>
                </c:pt>
                <c:pt idx="35">
                  <c:v>0.00852366819262</c:v>
                </c:pt>
                <c:pt idx="36">
                  <c:v>0.00931168918002</c:v>
                </c:pt>
                <c:pt idx="37">
                  <c:v>0.0101504593189</c:v>
                </c:pt>
                <c:pt idx="38">
                  <c:v>0.0110382535123</c:v>
                </c:pt>
                <c:pt idx="39">
                  <c:v>0.0119721629048</c:v>
                </c:pt>
                <c:pt idx="40">
                  <c:v>0.012948152669</c:v>
                </c:pt>
                <c:pt idx="41">
                  <c:v>0.0139611982717</c:v>
                </c:pt>
                <c:pt idx="42">
                  <c:v>0.0150055174021</c:v>
                </c:pt>
                <c:pt idx="43">
                  <c:v>0.0160748795083</c:v>
                </c:pt>
                <c:pt idx="44">
                  <c:v>0.0171629404509</c:v>
                </c:pt>
                <c:pt idx="45">
                  <c:v>0.0182635548785</c:v>
                </c:pt>
                <c:pt idx="46">
                  <c:v>0.0193710105306</c:v>
                </c:pt>
                <c:pt idx="47">
                  <c:v>0.0204802171243</c:v>
                </c:pt>
                <c:pt idx="48">
                  <c:v>0.0215868706168</c:v>
                </c:pt>
                <c:pt idx="49">
                  <c:v>0.0226876071442</c:v>
                </c:pt>
                <c:pt idx="50">
                  <c:v>0.023780101927</c:v>
                </c:pt>
                <c:pt idx="51">
                  <c:v>0.0248630529842</c:v>
                </c:pt>
                <c:pt idx="52">
                  <c:v>0.0259360346785</c:v>
                </c:pt>
                <c:pt idx="53">
                  <c:v>0.026999277023</c:v>
                </c:pt>
                <c:pt idx="54">
                  <c:v>0.0280534595383</c:v>
                </c:pt>
                <c:pt idx="55">
                  <c:v>0.0290995710649</c:v>
                </c:pt>
                <c:pt idx="56">
                  <c:v>0.0301388249116</c:v>
                </c:pt>
                <c:pt idx="57">
                  <c:v>0.0311725861664</c:v>
                </c:pt>
                <c:pt idx="58">
                  <c:v>0.0322022819705</c:v>
                </c:pt>
                <c:pt idx="59">
                  <c:v>0.0332292952378</c:v>
                </c:pt>
                <c:pt idx="60">
                  <c:v>0.0342548591181</c:v>
                </c:pt>
                <c:pt idx="61">
                  <c:v>0.0352799730991</c:v>
                </c:pt>
                <c:pt idx="62">
                  <c:v>0.0363053553573</c:v>
                </c:pt>
                <c:pt idx="63">
                  <c:v>0.0373314405676</c:v>
                </c:pt>
                <c:pt idx="64">
                  <c:v>0.0383584189072</c:v>
                </c:pt>
                <c:pt idx="65">
                  <c:v>0.0393862964147</c:v>
                </c:pt>
                <c:pt idx="66">
                  <c:v>0.0404149478375</c:v>
                </c:pt>
                <c:pt idx="67">
                  <c:v>0.0414441468467</c:v>
                </c:pt>
                <c:pt idx="68">
                  <c:v>0.0424735782503</c:v>
                </c:pt>
                <c:pt idx="69">
                  <c:v>0.0435028539988</c:v>
                </c:pt>
                <c:pt idx="70">
                  <c:v>0.0445315483392</c:v>
                </c:pt>
                <c:pt idx="71">
                  <c:v>0.0455592486509</c:v>
                </c:pt>
                <c:pt idx="72">
                  <c:v>0.0465855997858</c:v>
                </c:pt>
                <c:pt idx="73">
                  <c:v>0.0476103252092</c:v>
                </c:pt>
                <c:pt idx="74">
                  <c:v>0.0486332247182</c:v>
                </c:pt>
                <c:pt idx="75">
                  <c:v>0.0496541654919</c:v>
                </c:pt>
                <c:pt idx="76">
                  <c:v>0.0506730773257</c:v>
                </c:pt>
                <c:pt idx="77">
                  <c:v>0.0516899521865</c:v>
                </c:pt>
                <c:pt idx="78">
                  <c:v>0.0527048390819</c:v>
                </c:pt>
                <c:pt idx="79">
                  <c:v>0.0537178291718</c:v>
                </c:pt>
                <c:pt idx="80">
                  <c:v>0.0547290328798</c:v>
                </c:pt>
                <c:pt idx="81">
                  <c:v>0.0557385588487</c:v>
                </c:pt>
                <c:pt idx="82">
                  <c:v>0.0567465029419</c:v>
                </c:pt>
                <c:pt idx="83">
                  <c:v>0.0577529493017</c:v>
                </c:pt>
                <c:pt idx="84">
                  <c:v>0.0587579718024</c:v>
                </c:pt>
                <c:pt idx="85">
                  <c:v>0.0597616285604</c:v>
                </c:pt>
                <c:pt idx="86">
                  <c:v>0.0607639657374</c:v>
                </c:pt>
                <c:pt idx="87">
                  <c:v>0.0617650234598</c:v>
                </c:pt>
                <c:pt idx="88">
                  <c:v>0.0627647862853</c:v>
                </c:pt>
                <c:pt idx="89">
                  <c:v>0.0637630959258</c:v>
                </c:pt>
                <c:pt idx="90">
                  <c:v>0.064759737566</c:v>
                </c:pt>
                <c:pt idx="91">
                  <c:v>0.0657548415885</c:v>
                </c:pt>
                <c:pt idx="92">
                  <c:v>0.066749248989</c:v>
                </c:pt>
                <c:pt idx="93">
                  <c:v>0.0677442202263</c:v>
                </c:pt>
                <c:pt idx="94">
                  <c:v>0.068740446472</c:v>
                </c:pt>
                <c:pt idx="95">
                  <c:v>0.0697372721474</c:v>
                </c:pt>
                <c:pt idx="96">
                  <c:v>0.0707331068134</c:v>
                </c:pt>
                <c:pt idx="97">
                  <c:v>0.0717267975714</c:v>
                </c:pt>
                <c:pt idx="98">
                  <c:v>0.0727186609985</c:v>
                </c:pt>
                <c:pt idx="99">
                  <c:v>0.0737102284021</c:v>
                </c:pt>
                <c:pt idx="100">
                  <c:v>0.0747030450115</c:v>
                </c:pt>
                <c:pt idx="101">
                  <c:v>0.0756975850911</c:v>
                </c:pt>
                <c:pt idx="102">
                  <c:v>0.07669300001</c:v>
                </c:pt>
                <c:pt idx="103">
                  <c:v>0.077687743451</c:v>
                </c:pt>
                <c:pt idx="104">
                  <c:v>0.0786806903777</c:v>
                </c:pt>
                <c:pt idx="105">
                  <c:v>0.0796720839295</c:v>
                </c:pt>
                <c:pt idx="106">
                  <c:v>0.0806635676254</c:v>
                </c:pt>
                <c:pt idx="107">
                  <c:v>0.0816571352588</c:v>
                </c:pt>
                <c:pt idx="108">
                  <c:v>0.0826537941869</c:v>
                </c:pt>
                <c:pt idx="109">
                  <c:v>0.083653088828</c:v>
                </c:pt>
                <c:pt idx="110">
                  <c:v>0.0846538297341</c:v>
                </c:pt>
                <c:pt idx="111">
                  <c:v>0.0856552380706</c:v>
                </c:pt>
                <c:pt idx="112">
                  <c:v>0.0866574693856</c:v>
                </c:pt>
                <c:pt idx="113">
                  <c:v>0.0876612398268</c:v>
                </c:pt>
                <c:pt idx="114">
                  <c:v>0.0886671109273</c:v>
                </c:pt>
                <c:pt idx="115">
                  <c:v>0.0896751252665</c:v>
                </c:pt>
                <c:pt idx="116">
                  <c:v>0.0906849864017</c:v>
                </c:pt>
                <c:pt idx="117">
                  <c:v>0.0916964706986</c:v>
                </c:pt>
                <c:pt idx="118">
                  <c:v>0.0927096663692</c:v>
                </c:pt>
                <c:pt idx="119">
                  <c:v>0.0937249002332</c:v>
                </c:pt>
                <c:pt idx="120">
                  <c:v>0.094742538067</c:v>
                </c:pt>
                <c:pt idx="121">
                  <c:v>0.0957629052276</c:v>
                </c:pt>
                <c:pt idx="122">
                  <c:v>0.0967863850539</c:v>
                </c:pt>
                <c:pt idx="123">
                  <c:v>0.0978135529942</c:v>
                </c:pt>
                <c:pt idx="124">
                  <c:v>0.0988451902708</c:v>
                </c:pt>
                <c:pt idx="125">
                  <c:v>0.0998821705786</c:v>
                </c:pt>
                <c:pt idx="126">
                  <c:v>0.100925338235</c:v>
                </c:pt>
                <c:pt idx="127">
                  <c:v>0.10197547869</c:v>
                </c:pt>
                <c:pt idx="128">
                  <c:v>0.103033366599</c:v>
                </c:pt>
                <c:pt idx="129">
                  <c:v>0.104099802436</c:v>
                </c:pt>
                <c:pt idx="130">
                  <c:v>0.105175587755</c:v>
                </c:pt>
                <c:pt idx="131">
                  <c:v>0.106261481594</c:v>
                </c:pt>
                <c:pt idx="132">
                  <c:v>0.107358207076</c:v>
                </c:pt>
                <c:pt idx="133">
                  <c:v>0.108466508367</c:v>
                </c:pt>
                <c:pt idx="134">
                  <c:v>0.109587188932</c:v>
                </c:pt>
                <c:pt idx="135">
                  <c:v>0.110721084854</c:v>
                </c:pt>
                <c:pt idx="136">
                  <c:v>0.111869005697</c:v>
                </c:pt>
                <c:pt idx="137">
                  <c:v>0.113031707718</c:v>
                </c:pt>
                <c:pt idx="138">
                  <c:v>0.114209924436</c:v>
                </c:pt>
                <c:pt idx="139">
                  <c:v>0.11540442224</c:v>
                </c:pt>
                <c:pt idx="140">
                  <c:v>0.116616111653</c:v>
                </c:pt>
                <c:pt idx="141">
                  <c:v>0.117844516882</c:v>
                </c:pt>
                <c:pt idx="142">
                  <c:v>0.119084241617</c:v>
                </c:pt>
                <c:pt idx="143">
                  <c:v>0.120327023023</c:v>
                </c:pt>
                <c:pt idx="144">
                  <c:v>0.121565910371</c:v>
                </c:pt>
                <c:pt idx="145">
                  <c:v>0.122797932768</c:v>
                </c:pt>
                <c:pt idx="146">
                  <c:v>0.12402456129</c:v>
                </c:pt>
                <c:pt idx="147">
                  <c:v>0.12524937769</c:v>
                </c:pt>
                <c:pt idx="148">
                  <c:v>0.126473627642</c:v>
                </c:pt>
                <c:pt idx="149">
                  <c:v>0.127690045707</c:v>
                </c:pt>
                <c:pt idx="150">
                  <c:v>0.128880456045</c:v>
                </c:pt>
                <c:pt idx="151">
                  <c:v>0.130015469156</c:v>
                </c:pt>
                <c:pt idx="152">
                  <c:v>0.131065666315</c:v>
                </c:pt>
                <c:pt idx="153">
                  <c:v>0.132021017203</c:v>
                </c:pt>
                <c:pt idx="154">
                  <c:v>0.132906804796</c:v>
                </c:pt>
                <c:pt idx="155">
                  <c:v>0.133779648969</c:v>
                </c:pt>
                <c:pt idx="156">
                  <c:v>0.134703136925</c:v>
                </c:pt>
                <c:pt idx="157">
                  <c:v>0.135719672901</c:v>
                </c:pt>
                <c:pt idx="158">
                  <c:v>0.136834806483</c:v>
                </c:pt>
                <c:pt idx="159">
                  <c:v>0.138019863857</c:v>
                </c:pt>
                <c:pt idx="160">
                  <c:v>0.139229902554</c:v>
                </c:pt>
                <c:pt idx="161">
                  <c:v>0.14042762514</c:v>
                </c:pt>
                <c:pt idx="162">
                  <c:v>0.14159996634</c:v>
                </c:pt>
                <c:pt idx="163">
                  <c:v>0.14275807268</c:v>
                </c:pt>
                <c:pt idx="164">
                  <c:v>0.143922406775</c:v>
                </c:pt>
                <c:pt idx="165">
                  <c:v>0.145106000833</c:v>
                </c:pt>
                <c:pt idx="166">
                  <c:v>0.146308207032</c:v>
                </c:pt>
                <c:pt idx="167">
                  <c:v>0.147519716453</c:v>
                </c:pt>
                <c:pt idx="168">
                  <c:v>0.148731016326</c:v>
                </c:pt>
                <c:pt idx="169">
                  <c:v>0.149937232313</c:v>
                </c:pt>
                <c:pt idx="170">
                  <c:v>0.151137777472</c:v>
                </c:pt>
                <c:pt idx="171">
                  <c:v>0.152333592514</c:v>
                </c:pt>
                <c:pt idx="172">
                  <c:v>0.153525503851</c:v>
                </c:pt>
                <c:pt idx="173">
                  <c:v>0.154714699538</c:v>
                </c:pt>
                <c:pt idx="174">
                  <c:v>0.155903178482</c:v>
                </c:pt>
                <c:pt idx="175">
                  <c:v>0.157092411519</c:v>
                </c:pt>
                <c:pt idx="176">
                  <c:v>0.158281133128</c:v>
                </c:pt>
                <c:pt idx="177">
                  <c:v>0.159465260513</c:v>
                </c:pt>
                <c:pt idx="178">
                  <c:v>0.16064053195</c:v>
                </c:pt>
                <c:pt idx="179">
                  <c:v>0.161805437309</c:v>
                </c:pt>
                <c:pt idx="180">
                  <c:v>0.16296188454</c:v>
                </c:pt>
                <c:pt idx="181">
                  <c:v>0.164113555828</c:v>
                </c:pt>
                <c:pt idx="182">
                  <c:v>0.165263715843</c:v>
                </c:pt>
                <c:pt idx="183">
                  <c:v>0.166413993296</c:v>
                </c:pt>
                <c:pt idx="184">
                  <c:v>0.1675644597</c:v>
                </c:pt>
                <c:pt idx="185">
                  <c:v>0.16871452341</c:v>
                </c:pt>
                <c:pt idx="186">
                  <c:v>0.169863884635</c:v>
                </c:pt>
                <c:pt idx="187">
                  <c:v>0.171012936235</c:v>
                </c:pt>
                <c:pt idx="188">
                  <c:v>0.172162560307</c:v>
                </c:pt>
                <c:pt idx="189">
                  <c:v>0.173313627811</c:v>
                </c:pt>
                <c:pt idx="190">
                  <c:v>0.174466776545</c:v>
                </c:pt>
                <c:pt idx="191">
                  <c:v>0.175622294715</c:v>
                </c:pt>
                <c:pt idx="192">
                  <c:v>0.176780050065</c:v>
                </c:pt>
                <c:pt idx="193">
                  <c:v>0.17793933883</c:v>
                </c:pt>
                <c:pt idx="194">
                  <c:v>0.179098994089</c:v>
                </c:pt>
                <c:pt idx="195">
                  <c:v>0.180257635575</c:v>
                </c:pt>
                <c:pt idx="196">
                  <c:v>0.181414208126</c:v>
                </c:pt>
                <c:pt idx="197">
                  <c:v>0.182568418152</c:v>
                </c:pt>
                <c:pt idx="198">
                  <c:v>0.183720804211</c:v>
                </c:pt>
                <c:pt idx="199">
                  <c:v>0.184872320862</c:v>
                </c:pt>
                <c:pt idx="200">
                  <c:v>0.186023714814</c:v>
                </c:pt>
                <c:pt idx="201">
                  <c:v>0.187175180029</c:v>
                </c:pt>
                <c:pt idx="202">
                  <c:v>0.18832654133</c:v>
                </c:pt>
                <c:pt idx="203">
                  <c:v>0.189477661151</c:v>
                </c:pt>
                <c:pt idx="204">
                  <c:v>0.190628756641</c:v>
                </c:pt>
                <c:pt idx="205">
                  <c:v>0.191780358481</c:v>
                </c:pt>
                <c:pt idx="206">
                  <c:v>0.192933082634</c:v>
                </c:pt>
                <c:pt idx="207">
                  <c:v>0.194087382476</c:v>
                </c:pt>
                <c:pt idx="208">
                  <c:v>0.195243382816</c:v>
                </c:pt>
                <c:pt idx="209">
                  <c:v>0.196400811675</c:v>
                </c:pt>
                <c:pt idx="210">
                  <c:v>0.197559036971</c:v>
                </c:pt>
                <c:pt idx="211">
                  <c:v>0.198717207576</c:v>
                </c:pt>
                <c:pt idx="212">
                  <c:v>0.199874467186</c:v>
                </c:pt>
                <c:pt idx="213">
                  <c:v>0.201030153678</c:v>
                </c:pt>
                <c:pt idx="214">
                  <c:v>0.202183837889</c:v>
                </c:pt>
                <c:pt idx="215">
                  <c:v>0.203335249074</c:v>
                </c:pt>
                <c:pt idx="216">
                  <c:v>0.204484139671</c:v>
                </c:pt>
                <c:pt idx="217">
                  <c:v>0.20563022798</c:v>
                </c:pt>
                <c:pt idx="218">
                  <c:v>0.206773259248</c:v>
                </c:pt>
                <c:pt idx="219">
                  <c:v>0.207913122249</c:v>
                </c:pt>
                <c:pt idx="220">
                  <c:v>0.209049913772</c:v>
                </c:pt>
                <c:pt idx="221">
                  <c:v>0.210183903063</c:v>
                </c:pt>
                <c:pt idx="222">
                  <c:v>0.211315448481</c:v>
                </c:pt>
                <c:pt idx="223">
                  <c:v>0.212444940627</c:v>
                </c:pt>
                <c:pt idx="224">
                  <c:v>0.213572773443</c:v>
                </c:pt>
                <c:pt idx="225">
                  <c:v>0.21469930099</c:v>
                </c:pt>
                <c:pt idx="226">
                  <c:v>0.215824765106</c:v>
                </c:pt>
                <c:pt idx="227">
                  <c:v>0.216949335224</c:v>
                </c:pt>
                <c:pt idx="228">
                  <c:v>0.218073220461</c:v>
                </c:pt>
                <c:pt idx="229">
                  <c:v>0.219196747226</c:v>
                </c:pt>
                <c:pt idx="230">
                  <c:v>0.220320248674</c:v>
                </c:pt>
                <c:pt idx="231">
                  <c:v>0.221443850101</c:v>
                </c:pt>
                <c:pt idx="232">
                  <c:v>0.222567399504</c:v>
                </c:pt>
                <c:pt idx="233">
                  <c:v>0.223690643195</c:v>
                </c:pt>
                <c:pt idx="234">
                  <c:v>0.224813441944</c:v>
                </c:pt>
                <c:pt idx="235">
                  <c:v>0.225935832694</c:v>
                </c:pt>
                <c:pt idx="236">
                  <c:v>0.227058062475</c:v>
                </c:pt>
                <c:pt idx="237">
                  <c:v>0.228180806787</c:v>
                </c:pt>
                <c:pt idx="238">
                  <c:v>0.229305302515</c:v>
                </c:pt>
                <c:pt idx="239">
                  <c:v>0.230432747704</c:v>
                </c:pt>
                <c:pt idx="240">
                  <c:v>0.231563064661</c:v>
                </c:pt>
                <c:pt idx="241">
                  <c:v>0.232694289418</c:v>
                </c:pt>
                <c:pt idx="242">
                  <c:v>0.233823767009</c:v>
                </c:pt>
                <c:pt idx="243">
                  <c:v>0.23495027612</c:v>
                </c:pt>
                <c:pt idx="244">
                  <c:v>0.236075262111</c:v>
                </c:pt>
                <c:pt idx="245">
                  <c:v>0.237201714988</c:v>
                </c:pt>
                <c:pt idx="246">
                  <c:v>0.238331793251</c:v>
                </c:pt>
                <c:pt idx="247">
                  <c:v>0.239465182468</c:v>
                </c:pt>
                <c:pt idx="248">
                  <c:v>0.240599410624</c:v>
                </c:pt>
                <c:pt idx="249">
                  <c:v>0.241731667865</c:v>
                </c:pt>
                <c:pt idx="250">
                  <c:v>0.242860743047</c:v>
                </c:pt>
                <c:pt idx="251">
                  <c:v>0.24398785839</c:v>
                </c:pt>
                <c:pt idx="252">
                  <c:v>0.245115927219</c:v>
                </c:pt>
                <c:pt idx="253">
                  <c:v>0.246247609953</c:v>
                </c:pt>
                <c:pt idx="254">
                  <c:v>0.247383579389</c:v>
                </c:pt>
                <c:pt idx="255">
                  <c:v>0.248522272146</c:v>
                </c:pt>
                <c:pt idx="256">
                  <c:v>0.249661272278</c:v>
                </c:pt>
                <c:pt idx="257">
                  <c:v>0.250799060371</c:v>
                </c:pt>
                <c:pt idx="258">
                  <c:v>0.251935687485</c:v>
                </c:pt>
                <c:pt idx="259">
                  <c:v>0.253072048269</c:v>
                </c:pt>
                <c:pt idx="260">
                  <c:v>0.254208683935</c:v>
                </c:pt>
                <c:pt idx="261">
                  <c:v>0.255345236036</c:v>
                </c:pt>
                <c:pt idx="262">
                  <c:v>0.256480860102</c:v>
                </c:pt>
                <c:pt idx="263">
                  <c:v>0.257614964737</c:v>
                </c:pt>
                <c:pt idx="264">
                  <c:v>0.258747545516</c:v>
                </c:pt>
                <c:pt idx="265">
                  <c:v>0.259878895465</c:v>
                </c:pt>
                <c:pt idx="266">
                  <c:v>0.261009093911</c:v>
                </c:pt>
                <c:pt idx="267">
                  <c:v>0.262137855981</c:v>
                </c:pt>
                <c:pt idx="268">
                  <c:v>0.263264858786</c:v>
                </c:pt>
                <c:pt idx="269">
                  <c:v>0.264390219517</c:v>
                </c:pt>
                <c:pt idx="270">
                  <c:v>0.265514564307</c:v>
                </c:pt>
                <c:pt idx="271">
                  <c:v>0.266638759686</c:v>
                </c:pt>
                <c:pt idx="272">
                  <c:v>0.267763455759</c:v>
                </c:pt>
                <c:pt idx="273">
                  <c:v>0.26888890222</c:v>
                </c:pt>
                <c:pt idx="274">
                  <c:v>0.270015068445</c:v>
                </c:pt>
                <c:pt idx="275">
                  <c:v>0.271141880397</c:v>
                </c:pt>
                <c:pt idx="276">
                  <c:v>0.272269344364</c:v>
                </c:pt>
                <c:pt idx="277">
                  <c:v>0.27339751388</c:v>
                </c:pt>
                <c:pt idx="278">
                  <c:v>0.274526424625</c:v>
                </c:pt>
                <c:pt idx="279">
                  <c:v>0.275656103051</c:v>
                </c:pt>
                <c:pt idx="280">
                  <c:v>0.276786611251</c:v>
                </c:pt>
                <c:pt idx="281">
                  <c:v>0.277918025928</c:v>
                </c:pt>
                <c:pt idx="282">
                  <c:v>0.279050336806</c:v>
                </c:pt>
                <c:pt idx="283">
                  <c:v>0.280183360168</c:v>
                </c:pt>
                <c:pt idx="284">
                  <c:v>0.281316766108</c:v>
                </c:pt>
                <c:pt idx="285">
                  <c:v>0.282450213107</c:v>
                </c:pt>
                <c:pt idx="286">
                  <c:v>0.283583489245</c:v>
                </c:pt>
                <c:pt idx="287">
                  <c:v>0.284716549539</c:v>
                </c:pt>
                <c:pt idx="288">
                  <c:v>0.285849424392</c:v>
                </c:pt>
                <c:pt idx="289">
                  <c:v>0.286982075238</c:v>
                </c:pt>
                <c:pt idx="290">
                  <c:v>0.288114315193</c:v>
                </c:pt>
                <c:pt idx="291">
                  <c:v>0.289245877747</c:v>
                </c:pt>
                <c:pt idx="292">
                  <c:v>0.290376523126</c:v>
                </c:pt>
                <c:pt idx="293">
                  <c:v>0.291506113689</c:v>
                </c:pt>
                <c:pt idx="294">
                  <c:v>0.292634588484</c:v>
                </c:pt>
                <c:pt idx="295">
                  <c:v>0.293761906006</c:v>
                </c:pt>
                <c:pt idx="296">
                  <c:v>0.294888025161</c:v>
                </c:pt>
                <c:pt idx="297">
                  <c:v>0.296012933375</c:v>
                </c:pt>
                <c:pt idx="298">
                  <c:v>0.29713667818</c:v>
                </c:pt>
                <c:pt idx="299">
                  <c:v>0.298259362478</c:v>
                </c:pt>
                <c:pt idx="300">
                  <c:v>0.299381099831</c:v>
                </c:pt>
                <c:pt idx="301">
                  <c:v>0.300501962038</c:v>
                </c:pt>
                <c:pt idx="302">
                  <c:v>0.301621965144</c:v>
                </c:pt>
                <c:pt idx="303">
                  <c:v>0.302741116839</c:v>
                </c:pt>
                <c:pt idx="304">
                  <c:v>0.303859488217</c:v>
                </c:pt>
                <c:pt idx="305">
                  <c:v>0.304977235651</c:v>
                </c:pt>
                <c:pt idx="306">
                  <c:v>0.306094535314</c:v>
                </c:pt>
                <c:pt idx="307">
                  <c:v>0.307211483563</c:v>
                </c:pt>
                <c:pt idx="308">
                  <c:v>0.308328052042</c:v>
                </c:pt>
                <c:pt idx="309">
                  <c:v>0.309444124956</c:v>
                </c:pt>
                <c:pt idx="310">
                  <c:v>0.31055956408</c:v>
                </c:pt>
                <c:pt idx="311">
                  <c:v>0.311674244012</c:v>
                </c:pt>
                <c:pt idx="312">
                  <c:v>0.312788067631</c:v>
                </c:pt>
                <c:pt idx="313">
                  <c:v>0.313900993807</c:v>
                </c:pt>
                <c:pt idx="314">
                  <c:v>0.3150130474</c:v>
                </c:pt>
                <c:pt idx="315">
                  <c:v>0.316124252338</c:v>
                </c:pt>
                <c:pt idx="316">
                  <c:v>0.317234502926</c:v>
                </c:pt>
                <c:pt idx="317">
                  <c:v>0.318343511946</c:v>
                </c:pt>
                <c:pt idx="318">
                  <c:v>0.319450961842</c:v>
                </c:pt>
                <c:pt idx="319">
                  <c:v>0.320556779114</c:v>
                </c:pt>
                <c:pt idx="320">
                  <c:v>0.321661263515</c:v>
                </c:pt>
                <c:pt idx="321">
                  <c:v>0.322764879113</c:v>
                </c:pt>
                <c:pt idx="322">
                  <c:v>0.3238678459</c:v>
                </c:pt>
                <c:pt idx="323">
                  <c:v>0.324969896377</c:v>
                </c:pt>
                <c:pt idx="324">
                  <c:v>0.326070464693</c:v>
                </c:pt>
                <c:pt idx="325">
                  <c:v>0.327169164391</c:v>
                </c:pt>
                <c:pt idx="326">
                  <c:v>0.328266152785</c:v>
                </c:pt>
                <c:pt idx="327">
                  <c:v>0.329362059791</c:v>
                </c:pt>
                <c:pt idx="328">
                  <c:v>0.330457544319</c:v>
                </c:pt>
                <c:pt idx="329">
                  <c:v>0.331552823189</c:v>
                </c:pt>
                <c:pt idx="330">
                  <c:v>0.332647524933</c:v>
                </c:pt>
                <c:pt idx="331">
                  <c:v>0.333740966122</c:v>
                </c:pt>
                <c:pt idx="332">
                  <c:v>0.334832665962</c:v>
                </c:pt>
                <c:pt idx="333">
                  <c:v>0.335922720464</c:v>
                </c:pt>
                <c:pt idx="334">
                  <c:v>0.337011745483</c:v>
                </c:pt>
                <c:pt idx="335">
                  <c:v>0.338100408457</c:v>
                </c:pt>
                <c:pt idx="336">
                  <c:v>0.339188921063</c:v>
                </c:pt>
                <c:pt idx="337">
                  <c:v>0.340276904237</c:v>
                </c:pt>
                <c:pt idx="338">
                  <c:v>0.341363731286</c:v>
                </c:pt>
                <c:pt idx="339">
                  <c:v>0.342449031467</c:v>
                </c:pt>
                <c:pt idx="340">
                  <c:v>0.343532924945</c:v>
                </c:pt>
                <c:pt idx="341">
                  <c:v>0.344615834496</c:v>
                </c:pt>
                <c:pt idx="342">
                  <c:v>0.345698092727</c:v>
                </c:pt>
                <c:pt idx="343">
                  <c:v>0.346779694648</c:v>
                </c:pt>
                <c:pt idx="344">
                  <c:v>0.347860363499</c:v>
                </c:pt>
                <c:pt idx="345">
                  <c:v>0.348939819544</c:v>
                </c:pt>
                <c:pt idx="346">
                  <c:v>0.350018002971</c:v>
                </c:pt>
                <c:pt idx="347">
                  <c:v>0.351095083522</c:v>
                </c:pt>
                <c:pt idx="348">
                  <c:v>0.352171283605</c:v>
                </c:pt>
                <c:pt idx="349">
                  <c:v>0.353246687156</c:v>
                </c:pt>
                <c:pt idx="350">
                  <c:v>0.354321193673</c:v>
                </c:pt>
                <c:pt idx="351">
                  <c:v>0.355394635505</c:v>
                </c:pt>
                <c:pt idx="352">
                  <c:v>0.356466936114</c:v>
                </c:pt>
                <c:pt idx="353">
                  <c:v>0.357538172761</c:v>
                </c:pt>
                <c:pt idx="354">
                  <c:v>0.358608507966</c:v>
                </c:pt>
                <c:pt idx="355">
                  <c:v>0.359678067802</c:v>
                </c:pt>
                <c:pt idx="356">
                  <c:v>0.360746866651</c:v>
                </c:pt>
                <c:pt idx="357">
                  <c:v>0.361814820578</c:v>
                </c:pt>
                <c:pt idx="358">
                  <c:v>0.362881819519</c:v>
                </c:pt>
                <c:pt idx="359">
                  <c:v>0.363947798965</c:v>
                </c:pt>
                <c:pt idx="360">
                  <c:v>0.365012768369</c:v>
                </c:pt>
                <c:pt idx="361">
                  <c:v>0.366076790504</c:v>
                </c:pt>
                <c:pt idx="362">
                  <c:v>0.367139938974</c:v>
                </c:pt>
                <c:pt idx="363">
                  <c:v>0.368202265771</c:v>
                </c:pt>
                <c:pt idx="364">
                  <c:v>0.36926379308</c:v>
                </c:pt>
                <c:pt idx="365">
                  <c:v>0.370324520193</c:v>
                </c:pt>
                <c:pt idx="366">
                  <c:v>0.371384433178</c:v>
                </c:pt>
                <c:pt idx="367">
                  <c:v>0.372443516169</c:v>
                </c:pt>
                <c:pt idx="368">
                  <c:v>0.373501767726</c:v>
                </c:pt>
                <c:pt idx="369">
                  <c:v>0.374559216104</c:v>
                </c:pt>
                <c:pt idx="370">
                  <c:v>0.375615918896</c:v>
                </c:pt>
                <c:pt idx="371">
                  <c:v>0.376671942514</c:v>
                </c:pt>
                <c:pt idx="372">
                  <c:v>0.377727333725</c:v>
                </c:pt>
                <c:pt idx="373">
                  <c:v>0.378782102494</c:v>
                </c:pt>
                <c:pt idx="374">
                  <c:v>0.379836225661</c:v>
                </c:pt>
                <c:pt idx="375">
                  <c:v>0.38088966728</c:v>
                </c:pt>
                <c:pt idx="376">
                  <c:v>0.381942400229</c:v>
                </c:pt>
                <c:pt idx="377">
                  <c:v>0.382994414552</c:v>
                </c:pt>
                <c:pt idx="378">
                  <c:v>0.384045710265</c:v>
                </c:pt>
                <c:pt idx="379">
                  <c:v>0.385096284424</c:v>
                </c:pt>
                <c:pt idx="380">
                  <c:v>0.386146126776</c:v>
                </c:pt>
                <c:pt idx="381">
                  <c:v>0.387195224669</c:v>
                </c:pt>
                <c:pt idx="382">
                  <c:v>0.3882435668</c:v>
                </c:pt>
                <c:pt idx="383">
                  <c:v>0.389291138176</c:v>
                </c:pt>
                <c:pt idx="384">
                  <c:v>0.390337912526</c:v>
                </c:pt>
                <c:pt idx="385">
                  <c:v>0.391383855023</c:v>
                </c:pt>
                <c:pt idx="386">
                  <c:v>0.392428937817</c:v>
                </c:pt>
                <c:pt idx="387">
                  <c:v>0.393473156641</c:v>
                </c:pt>
                <c:pt idx="388">
                  <c:v>0.394516534331</c:v>
                </c:pt>
                <c:pt idx="389">
                  <c:v>0.395559108894</c:v>
                </c:pt>
                <c:pt idx="390">
                  <c:v>0.396600915183</c:v>
                </c:pt>
                <c:pt idx="391">
                  <c:v>0.39764196947</c:v>
                </c:pt>
                <c:pt idx="392">
                  <c:v>0.39868226321</c:v>
                </c:pt>
                <c:pt idx="393">
                  <c:v>0.399721769759</c:v>
                </c:pt>
                <c:pt idx="394">
                  <c:v>0.400760467363</c:v>
                </c:pt>
                <c:pt idx="395">
                  <c:v>0.401798370425</c:v>
                </c:pt>
                <c:pt idx="396">
                  <c:v>0.40283554604</c:v>
                </c:pt>
                <c:pt idx="397">
                  <c:v>0.403872092011</c:v>
                </c:pt>
                <c:pt idx="398">
                  <c:v>0.404908080548</c:v>
                </c:pt>
                <c:pt idx="399">
                  <c:v>0.405943508361</c:v>
                </c:pt>
                <c:pt idx="400">
                  <c:v>0.40697830198</c:v>
                </c:pt>
                <c:pt idx="401">
                  <c:v>0.408012385678</c:v>
                </c:pt>
                <c:pt idx="402">
                  <c:v>0.409045761924</c:v>
                </c:pt>
                <c:pt idx="403">
                  <c:v>0.410078532965</c:v>
                </c:pt>
                <c:pt idx="404">
                  <c:v>0.411110837664</c:v>
                </c:pt>
                <c:pt idx="405">
                  <c:v>0.412142750573</c:v>
                </c:pt>
                <c:pt idx="406">
                  <c:v>0.413174225271</c:v>
                </c:pt>
                <c:pt idx="407">
                  <c:v>0.414205131257</c:v>
                </c:pt>
                <c:pt idx="408">
                  <c:v>0.41523536204</c:v>
                </c:pt>
                <c:pt idx="409">
                  <c:v>0.416264944538</c:v>
                </c:pt>
                <c:pt idx="410">
                  <c:v>0.41729416733</c:v>
                </c:pt>
                <c:pt idx="411">
                  <c:v>0.418294186886</c:v>
                </c:pt>
                <c:pt idx="412">
                  <c:v>0.419171223896</c:v>
                </c:pt>
                <c:pt idx="413">
                  <c:v>0.419747856465</c:v>
                </c:pt>
                <c:pt idx="414">
                  <c:v>0.419833493785</c:v>
                </c:pt>
                <c:pt idx="415">
                  <c:v>0.419336501097</c:v>
                </c:pt>
                <c:pt idx="416">
                  <c:v>0.418332776592</c:v>
                </c:pt>
                <c:pt idx="417">
                  <c:v>0.417040086131</c:v>
                </c:pt>
                <c:pt idx="418">
                  <c:v>0.415724173614</c:v>
                </c:pt>
                <c:pt idx="419">
                  <c:v>0.414597888483</c:v>
                </c:pt>
                <c:pt idx="420">
                  <c:v>0.413758941679</c:v>
                </c:pt>
                <c:pt idx="421">
                  <c:v>0.41318251119</c:v>
                </c:pt>
                <c:pt idx="422">
                  <c:v>0.4127682287</c:v>
                </c:pt>
                <c:pt idx="423">
                  <c:v>0.412417088475</c:v>
                </c:pt>
                <c:pt idx="424">
                  <c:v>0.412090064063</c:v>
                </c:pt>
                <c:pt idx="425">
                  <c:v>0.41181328324</c:v>
                </c:pt>
                <c:pt idx="426">
                  <c:v>0.411638906002</c:v>
                </c:pt>
                <c:pt idx="427">
                  <c:v>0.41160085319</c:v>
                </c:pt>
                <c:pt idx="428">
                  <c:v>0.411696143023</c:v>
                </c:pt>
                <c:pt idx="429">
                  <c:v>0.411894635223</c:v>
                </c:pt>
                <c:pt idx="430">
                  <c:v>0.412160237251</c:v>
                </c:pt>
                <c:pt idx="431">
                  <c:v>0.412465235688</c:v>
                </c:pt>
                <c:pt idx="432">
                  <c:v>0.412791549276</c:v>
                </c:pt>
                <c:pt idx="433">
                  <c:v>0.413125950281</c:v>
                </c:pt>
                <c:pt idx="434">
                  <c:v>0.41345867366</c:v>
                </c:pt>
                <c:pt idx="435">
                  <c:v>0.413786735157</c:v>
                </c:pt>
                <c:pt idx="436">
                  <c:v>0.414115652424</c:v>
                </c:pt>
                <c:pt idx="437">
                  <c:v>0.414454943546</c:v>
                </c:pt>
                <c:pt idx="438">
                  <c:v>0.414810296442</c:v>
                </c:pt>
                <c:pt idx="439">
                  <c:v>0.415179068371</c:v>
                </c:pt>
                <c:pt idx="440">
                  <c:v>0.415552347849</c:v>
                </c:pt>
                <c:pt idx="441">
                  <c:v>0.415920624469</c:v>
                </c:pt>
                <c:pt idx="442">
                  <c:v>0.416278020646</c:v>
                </c:pt>
                <c:pt idx="443">
                  <c:v>0.416622867911</c:v>
                </c:pt>
                <c:pt idx="444">
                  <c:v>0.416955979296</c:v>
                </c:pt>
                <c:pt idx="445">
                  <c:v>0.417279397524</c:v>
                </c:pt>
                <c:pt idx="446">
                  <c:v>0.417596429202</c:v>
                </c:pt>
                <c:pt idx="447">
                  <c:v>0.417912796498</c:v>
                </c:pt>
                <c:pt idx="448">
                  <c:v>0.418236307315</c:v>
                </c:pt>
                <c:pt idx="449">
                  <c:v>0.418575622583</c:v>
                </c:pt>
                <c:pt idx="450">
                  <c:v>0.41893816993</c:v>
                </c:pt>
                <c:pt idx="451">
                  <c:v>0.419328736409</c:v>
                </c:pt>
                <c:pt idx="452">
                  <c:v>0.419749546277</c:v>
                </c:pt>
                <c:pt idx="453">
                  <c:v>0.420201376924</c:v>
                </c:pt>
                <c:pt idx="454">
                  <c:v>0.420684588325</c:v>
                </c:pt>
                <c:pt idx="455">
                  <c:v>0.421199515838</c:v>
                </c:pt>
                <c:pt idx="456">
                  <c:v>0.421745658899</c:v>
                </c:pt>
                <c:pt idx="457">
                  <c:v>0.422321172917</c:v>
                </c:pt>
                <c:pt idx="458">
                  <c:v>0.42292325668</c:v>
                </c:pt>
                <c:pt idx="459">
                  <c:v>0.423549582013</c:v>
                </c:pt>
                <c:pt idx="460">
                  <c:v>0.424199669089</c:v>
                </c:pt>
                <c:pt idx="461">
                  <c:v>0.424875082936</c:v>
                </c:pt>
                <c:pt idx="462">
                  <c:v>0.425578311699</c:v>
                </c:pt>
                <c:pt idx="463">
                  <c:v>0.426311272735</c:v>
                </c:pt>
                <c:pt idx="464">
                  <c:v>0.427074610977</c:v>
                </c:pt>
                <c:pt idx="465">
                  <c:v>0.427868124668</c:v>
                </c:pt>
                <c:pt idx="466">
                  <c:v>0.428691742378</c:v>
                </c:pt>
                <c:pt idx="467">
                  <c:v>0.429546222461</c:v>
                </c:pt>
                <c:pt idx="468">
                  <c:v>0.430433171627</c:v>
                </c:pt>
                <c:pt idx="469">
                  <c:v>0.43135449304</c:v>
                </c:pt>
                <c:pt idx="470">
                  <c:v>0.432311597662</c:v>
                </c:pt>
                <c:pt idx="471">
                  <c:v>0.433304717735</c:v>
                </c:pt>
                <c:pt idx="472">
                  <c:v>0.434332537044</c:v>
                </c:pt>
                <c:pt idx="473">
                  <c:v>0.43539225577</c:v>
                </c:pt>
                <c:pt idx="474">
                  <c:v>0.436480028107</c:v>
                </c:pt>
                <c:pt idx="475">
                  <c:v>0.437591538041</c:v>
                </c:pt>
                <c:pt idx="476">
                  <c:v>0.438722406382</c:v>
                </c:pt>
                <c:pt idx="477">
                  <c:v>0.439868311312</c:v>
                </c:pt>
                <c:pt idx="478">
                  <c:v>0.441024921352</c:v>
                </c:pt>
                <c:pt idx="479">
                  <c:v>0.442187897265</c:v>
                </c:pt>
                <c:pt idx="480">
                  <c:v>0.443353111181</c:v>
                </c:pt>
                <c:pt idx="481">
                  <c:v>0.444517021905</c:v>
                </c:pt>
                <c:pt idx="482">
                  <c:v>0.445676970492</c:v>
                </c:pt>
                <c:pt idx="483">
                  <c:v>0.446831246539</c:v>
                </c:pt>
                <c:pt idx="484">
                  <c:v>0.447978947645</c:v>
                </c:pt>
                <c:pt idx="485">
                  <c:v>0.449119806967</c:v>
                </c:pt>
                <c:pt idx="486">
                  <c:v>0.45025408581</c:v>
                </c:pt>
                <c:pt idx="487">
                  <c:v>0.451382522746</c:v>
                </c:pt>
                <c:pt idx="488">
                  <c:v>0.452506252435</c:v>
                </c:pt>
                <c:pt idx="489">
                  <c:v>0.453626651795</c:v>
                </c:pt>
                <c:pt idx="490">
                  <c:v>0.454745134062</c:v>
                </c:pt>
                <c:pt idx="491">
                  <c:v>0.455862975872</c:v>
                </c:pt>
                <c:pt idx="492">
                  <c:v>0.456981238974</c:v>
                </c:pt>
                <c:pt idx="493">
                  <c:v>0.458100791773</c:v>
                </c:pt>
                <c:pt idx="494">
                  <c:v>0.459222328177</c:v>
                </c:pt>
                <c:pt idx="495">
                  <c:v>0.460346328183</c:v>
                </c:pt>
                <c:pt idx="496">
                  <c:v>0.461473091426</c:v>
                </c:pt>
                <c:pt idx="497">
                  <c:v>0.462602779907</c:v>
                </c:pt>
                <c:pt idx="498">
                  <c:v>0.463735037612</c:v>
                </c:pt>
                <c:pt idx="499">
                  <c:v>0.464868363673</c:v>
                </c:pt>
                <c:pt idx="500">
                  <c:v>0.466000805149</c:v>
                </c:pt>
                <c:pt idx="501">
                  <c:v>0.467132863107</c:v>
                </c:pt>
                <c:pt idx="502">
                  <c:v>0.468269916866</c:v>
                </c:pt>
                <c:pt idx="503">
                  <c:v>0.46941988516</c:v>
                </c:pt>
                <c:pt idx="504">
                  <c:v>0.470586261523</c:v>
                </c:pt>
                <c:pt idx="505">
                  <c:v>0.471763089694</c:v>
                </c:pt>
                <c:pt idx="506">
                  <c:v>0.472938272988</c:v>
                </c:pt>
                <c:pt idx="507">
                  <c:v>0.474103025348</c:v>
                </c:pt>
                <c:pt idx="508">
                  <c:v>0.475258470598</c:v>
                </c:pt>
                <c:pt idx="509">
                  <c:v>0.476413493468</c:v>
                </c:pt>
                <c:pt idx="510">
                  <c:v>0.477576669719</c:v>
                </c:pt>
                <c:pt idx="511">
                  <c:v>0.478749415248</c:v>
                </c:pt>
                <c:pt idx="512">
                  <c:v>0.479924762482</c:v>
                </c:pt>
                <c:pt idx="513">
                  <c:v>0.481091665495</c:v>
                </c:pt>
                <c:pt idx="514">
                  <c:v>0.482242103842</c:v>
                </c:pt>
                <c:pt idx="515">
                  <c:v>0.483376724908</c:v>
                </c:pt>
                <c:pt idx="516">
                  <c:v>0.484504638289</c:v>
                </c:pt>
                <c:pt idx="517">
                  <c:v>0.485636766504</c:v>
                </c:pt>
                <c:pt idx="518">
                  <c:v>0.486777884894</c:v>
                </c:pt>
                <c:pt idx="519">
                  <c:v>0.487924128748</c:v>
                </c:pt>
                <c:pt idx="520">
                  <c:v>0.489067599964</c:v>
                </c:pt>
                <c:pt idx="521">
                  <c:v>0.490203093546</c:v>
                </c:pt>
                <c:pt idx="522">
                  <c:v>0.491330941839</c:v>
                </c:pt>
                <c:pt idx="523">
                  <c:v>0.492454670818</c:v>
                </c:pt>
                <c:pt idx="524">
                  <c:v>0.493576886287</c:v>
                </c:pt>
                <c:pt idx="525">
                  <c:v>0.494697314556</c:v>
                </c:pt>
                <c:pt idx="526">
                  <c:v>0.495813916145</c:v>
                </c:pt>
                <c:pt idx="527">
                  <c:v>0.496925188087</c:v>
                </c:pt>
                <c:pt idx="528">
                  <c:v>0.49803141114</c:v>
                </c:pt>
                <c:pt idx="529">
                  <c:v>0.499134170361</c:v>
                </c:pt>
                <c:pt idx="530">
                  <c:v>0.50023524168</c:v>
                </c:pt>
                <c:pt idx="531">
                  <c:v>0.501336173968</c:v>
                </c:pt>
                <c:pt idx="532">
                  <c:v>0.50243881858</c:v>
                </c:pt>
                <c:pt idx="533">
                  <c:v>0.503546013995</c:v>
                </c:pt>
                <c:pt idx="534">
                  <c:v>0.504661616851</c:v>
                </c:pt>
                <c:pt idx="535">
                  <c:v>0.505789884964</c:v>
                </c:pt>
                <c:pt idx="536">
                  <c:v>0.506934846867</c:v>
                </c:pt>
                <c:pt idx="537">
                  <c:v>0.508100163412</c:v>
                </c:pt>
                <c:pt idx="538">
                  <c:v>0.509289380501</c:v>
                </c:pt>
                <c:pt idx="539">
                  <c:v>0.510506113262</c:v>
                </c:pt>
                <c:pt idx="540">
                  <c:v>0.511753923175</c:v>
                </c:pt>
                <c:pt idx="541">
                  <c:v>0.513036111737</c:v>
                </c:pt>
                <c:pt idx="542">
                  <c:v>0.514355766528</c:v>
                </c:pt>
                <c:pt idx="543">
                  <c:v>0.515716046276</c:v>
                </c:pt>
                <c:pt idx="544">
                  <c:v>0.517120365293</c:v>
                </c:pt>
                <c:pt idx="545">
                  <c:v>0.518572265949</c:v>
                </c:pt>
                <c:pt idx="546">
                  <c:v>0.520075146087</c:v>
                </c:pt>
                <c:pt idx="547">
                  <c:v>0.521632147662</c:v>
                </c:pt>
                <c:pt idx="548">
                  <c:v>0.523246313594</c:v>
                </c:pt>
                <c:pt idx="549">
                  <c:v>0.524920853015</c:v>
                </c:pt>
                <c:pt idx="550">
                  <c:v>0.526659652293</c:v>
                </c:pt>
                <c:pt idx="551">
                  <c:v>0.528460301586</c:v>
                </c:pt>
                <c:pt idx="552">
                  <c:v>0.530298413668</c:v>
                </c:pt>
                <c:pt idx="553">
                  <c:v>0.532137603864</c:v>
                </c:pt>
                <c:pt idx="554">
                  <c:v>0.533948070645</c:v>
                </c:pt>
                <c:pt idx="555">
                  <c:v>0.535718074621</c:v>
                </c:pt>
                <c:pt idx="556">
                  <c:v>0.537455368187</c:v>
                </c:pt>
                <c:pt idx="557">
                  <c:v>0.539176649841</c:v>
                </c:pt>
                <c:pt idx="558">
                  <c:v>0.540888196701</c:v>
                </c:pt>
                <c:pt idx="559">
                  <c:v>0.542559743856</c:v>
                </c:pt>
                <c:pt idx="560">
                  <c:v>0.544115371919</c:v>
                </c:pt>
                <c:pt idx="561">
                  <c:v>0.545433305543</c:v>
                </c:pt>
                <c:pt idx="562">
                  <c:v>0.546393972383</c:v>
                </c:pt>
                <c:pt idx="563">
                  <c:v>0.54696071922</c:v>
                </c:pt>
                <c:pt idx="564">
                  <c:v>0.547243216356</c:v>
                </c:pt>
                <c:pt idx="565">
                  <c:v>0.547476984671</c:v>
                </c:pt>
                <c:pt idx="566">
                  <c:v>0.547920858133</c:v>
                </c:pt>
                <c:pt idx="567">
                  <c:v>0.548742888115</c:v>
                </c:pt>
                <c:pt idx="568">
                  <c:v>0.549959870677</c:v>
                </c:pt>
                <c:pt idx="569">
                  <c:v>0.551451621742</c:v>
                </c:pt>
                <c:pt idx="570">
                  <c:v>0.553035644767</c:v>
                </c:pt>
                <c:pt idx="571">
                  <c:v>0.554563162712</c:v>
                </c:pt>
                <c:pt idx="572">
                  <c:v>0.555983346909</c:v>
                </c:pt>
                <c:pt idx="573">
                  <c:v>0.557340750339</c:v>
                </c:pt>
                <c:pt idx="574">
                  <c:v>0.558715224093</c:v>
                </c:pt>
                <c:pt idx="575">
                  <c:v>0.560156619873</c:v>
                </c:pt>
                <c:pt idx="576">
                  <c:v>0.561661672519</c:v>
                </c:pt>
                <c:pt idx="577">
                  <c:v>0.563194380161</c:v>
                </c:pt>
                <c:pt idx="578">
                  <c:v>0.564718670177</c:v>
                </c:pt>
                <c:pt idx="579">
                  <c:v>0.566216436972</c:v>
                </c:pt>
                <c:pt idx="580">
                  <c:v>0.567685675172</c:v>
                </c:pt>
                <c:pt idx="581">
                  <c:v>0.569129877865</c:v>
                </c:pt>
                <c:pt idx="582">
                  <c:v>0.570552044108</c:v>
                </c:pt>
                <c:pt idx="583">
                  <c:v>0.571956651817</c:v>
                </c:pt>
                <c:pt idx="584">
                  <c:v>0.573351296172</c:v>
                </c:pt>
                <c:pt idx="585">
                  <c:v>0.574741612811</c:v>
                </c:pt>
                <c:pt idx="586">
                  <c:v>0.576123178927</c:v>
                </c:pt>
                <c:pt idx="587">
                  <c:v>0.57748142191</c:v>
                </c:pt>
                <c:pt idx="588">
                  <c:v>0.57880136513</c:v>
                </c:pt>
                <c:pt idx="589">
                  <c:v>0.580078148603</c:v>
                </c:pt>
                <c:pt idx="590">
                  <c:v>0.581319178588</c:v>
                </c:pt>
                <c:pt idx="591">
                  <c:v>0.5825380205</c:v>
                </c:pt>
                <c:pt idx="592">
                  <c:v>0.583746525714</c:v>
                </c:pt>
                <c:pt idx="593">
                  <c:v>0.584950598784</c:v>
                </c:pt>
                <c:pt idx="594">
                  <c:v>0.586150620009</c:v>
                </c:pt>
                <c:pt idx="595">
                  <c:v>0.58734468667</c:v>
                </c:pt>
                <c:pt idx="596">
                  <c:v>0.588531962943</c:v>
                </c:pt>
                <c:pt idx="597">
                  <c:v>0.589714022613</c:v>
                </c:pt>
                <c:pt idx="598">
                  <c:v>0.590894093257</c:v>
                </c:pt>
                <c:pt idx="599">
                  <c:v>0.592075315252</c:v>
                </c:pt>
                <c:pt idx="600">
                  <c:v>0.593260001338</c:v>
                </c:pt>
                <c:pt idx="601">
                  <c:v>0.594449258577</c:v>
                </c:pt>
                <c:pt idx="602">
                  <c:v>0.595642767211</c:v>
                </c:pt>
                <c:pt idx="603">
                  <c:v>0.59683829103</c:v>
                </c:pt>
                <c:pt idx="604">
                  <c:v>0.59803207596</c:v>
                </c:pt>
                <c:pt idx="605">
                  <c:v>0.599219710218</c:v>
                </c:pt>
                <c:pt idx="606">
                  <c:v>0.600397932739</c:v>
                </c:pt>
                <c:pt idx="607">
                  <c:v>0.60156605865</c:v>
                </c:pt>
                <c:pt idx="608">
                  <c:v>0.602726162131</c:v>
                </c:pt>
                <c:pt idx="609">
                  <c:v>0.603881658091</c:v>
                </c:pt>
                <c:pt idx="610">
                  <c:v>0.605035242383</c:v>
                </c:pt>
                <c:pt idx="611">
                  <c:v>0.606187786828</c:v>
                </c:pt>
                <c:pt idx="612">
                  <c:v>0.607338963864</c:v>
                </c:pt>
                <c:pt idx="613">
                  <c:v>0.608488567166</c:v>
                </c:pt>
                <c:pt idx="614">
                  <c:v>0.609637517119</c:v>
                </c:pt>
                <c:pt idx="615">
                  <c:v>0.610787704367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0</c:v>
                </c:pt>
                <c:pt idx="1">
                  <c:v>0</c:v>
                </c:pt>
                <c:pt idx="2">
                  <c:v>1.32917647683e-58</c:v>
                </c:pt>
                <c:pt idx="3">
                  <c:v>3.21482161573e-55</c:v>
                </c:pt>
                <c:pt idx="4">
                  <c:v>6.11399172542e-53</c:v>
                </c:pt>
                <c:pt idx="5">
                  <c:v>4.28735487449e-51</c:v>
                </c:pt>
                <c:pt idx="6">
                  <c:v>1.7105417261e-49</c:v>
                </c:pt>
                <c:pt idx="7">
                  <c:v>4.58705838622e-48</c:v>
                </c:pt>
                <c:pt idx="8">
                  <c:v>9.85947818706e-47</c:v>
                </c:pt>
                <c:pt idx="9">
                  <c:v>1.97034531552e-45</c:v>
                </c:pt>
                <c:pt idx="10">
                  <c:v>4.4007470785e-44</c:v>
                </c:pt>
                <c:pt idx="11">
                  <c:v>1.36424139638e-42</c:v>
                </c:pt>
                <c:pt idx="12">
                  <c:v>6.3763302503e-41</c:v>
                </c:pt>
                <c:pt idx="13">
                  <c:v>3.94242163851e-39</c:v>
                </c:pt>
                <c:pt idx="14">
                  <c:v>2.7218019672e-37</c:v>
                </c:pt>
                <c:pt idx="15">
                  <c:v>1.82243837467e-35</c:v>
                </c:pt>
                <c:pt idx="16">
                  <c:v>1.05416199777e-33</c:v>
                </c:pt>
                <c:pt idx="17">
                  <c:v>5.13650301312e-32</c:v>
                </c:pt>
                <c:pt idx="18">
                  <c:v>2.0217105441e-30</c:v>
                </c:pt>
                <c:pt idx="19">
                  <c:v>6.29307145339e-29</c:v>
                </c:pt>
                <c:pt idx="20">
                  <c:v>1.54926417173e-27</c:v>
                </c:pt>
                <c:pt idx="21">
                  <c:v>3.01504868887e-26</c:v>
                </c:pt>
                <c:pt idx="22">
                  <c:v>4.7363725906e-25</c:v>
                </c:pt>
                <c:pt idx="23">
                  <c:v>6.09829771436e-24</c:v>
                </c:pt>
                <c:pt idx="24">
                  <c:v>6.53230835126e-23</c:v>
                </c:pt>
                <c:pt idx="25">
                  <c:v>5.90484166861e-22</c:v>
                </c:pt>
                <c:pt idx="26">
                  <c:v>4.57199501305e-21</c:v>
                </c:pt>
                <c:pt idx="27">
                  <c:v>3.07636465529e-20</c:v>
                </c:pt>
                <c:pt idx="28">
                  <c:v>1.8242170078e-19</c:v>
                </c:pt>
                <c:pt idx="29">
                  <c:v>9.64988637296e-19</c:v>
                </c:pt>
                <c:pt idx="30">
                  <c:v>4.59977491066e-18</c:v>
                </c:pt>
                <c:pt idx="31">
                  <c:v>1.99122465277e-17</c:v>
                </c:pt>
                <c:pt idx="32">
                  <c:v>7.87470306314e-17</c:v>
                </c:pt>
                <c:pt idx="33">
                  <c:v>2.85880830157e-16</c:v>
                </c:pt>
                <c:pt idx="34">
                  <c:v>9.57288558115e-16</c:v>
                </c:pt>
                <c:pt idx="35">
                  <c:v>2.97355432021e-15</c:v>
                </c:pt>
                <c:pt idx="36">
                  <c:v>8.62817526529e-15</c:v>
                </c:pt>
                <c:pt idx="37">
                  <c:v>2.35779820818e-14</c:v>
                </c:pt>
                <c:pt idx="38">
                  <c:v>6.1203151911e-14</c:v>
                </c:pt>
                <c:pt idx="39">
                  <c:v>1.52150006322e-13</c:v>
                </c:pt>
                <c:pt idx="40">
                  <c:v>3.64775431523e-13</c:v>
                </c:pt>
                <c:pt idx="41">
                  <c:v>8.4787702264e-13</c:v>
                </c:pt>
                <c:pt idx="42">
                  <c:v>1.91753237667e-12</c:v>
                </c:pt>
                <c:pt idx="43">
                  <c:v>4.22841325548e-12</c:v>
                </c:pt>
                <c:pt idx="44">
                  <c:v>9.1015752575e-12</c:v>
                </c:pt>
                <c:pt idx="45">
                  <c:v>1.9132358112e-11</c:v>
                </c:pt>
                <c:pt idx="46">
                  <c:v>3.928273346e-11</c:v>
                </c:pt>
                <c:pt idx="47">
                  <c:v>7.87794306607e-11</c:v>
                </c:pt>
                <c:pt idx="48">
                  <c:v>1.54299991024e-10</c:v>
                </c:pt>
                <c:pt idx="49">
                  <c:v>2.95128038374e-10</c:v>
                </c:pt>
                <c:pt idx="50">
                  <c:v>5.51183313294e-10</c:v>
                </c:pt>
                <c:pt idx="51">
                  <c:v>1.00506113779e-09</c:v>
                </c:pt>
                <c:pt idx="52">
                  <c:v>1.78938686111e-09</c:v>
                </c:pt>
                <c:pt idx="53">
                  <c:v>3.11090572345e-09</c:v>
                </c:pt>
                <c:pt idx="54">
                  <c:v>5.28268362526e-09</c:v>
                </c:pt>
                <c:pt idx="55">
                  <c:v>8.7657018767e-09</c:v>
                </c:pt>
                <c:pt idx="56">
                  <c:v>1.42210432961e-08</c:v>
                </c:pt>
                <c:pt idx="57">
                  <c:v>2.25740194057e-08</c:v>
                </c:pt>
                <c:pt idx="58">
                  <c:v>3.50921385289e-08</c:v>
                </c:pt>
                <c:pt idx="59">
                  <c:v>5.34796064978e-08</c:v>
                </c:pt>
                <c:pt idx="60">
                  <c:v>7.99913631452e-08</c:v>
                </c:pt>
                <c:pt idx="61">
                  <c:v>1.17569093241e-07</c:v>
                </c:pt>
                <c:pt idx="62">
                  <c:v>1.69998711113e-07</c:v>
                </c:pt>
                <c:pt idx="63">
                  <c:v>2.42085782386e-07</c:v>
                </c:pt>
                <c:pt idx="64">
                  <c:v>3.39839520546e-07</c:v>
                </c:pt>
                <c:pt idx="65">
                  <c:v>4.70654647826e-07</c:v>
                </c:pt>
                <c:pt idx="66">
                  <c:v>6.43474411688e-07</c:v>
                </c:pt>
                <c:pt idx="67">
                  <c:v>8.68921473326e-07</c:v>
                </c:pt>
                <c:pt idx="68">
                  <c:v>1.15937837192e-06</c:v>
                </c:pt>
                <c:pt idx="69">
                  <c:v>1.5290082752e-06</c:v>
                </c:pt>
                <c:pt idx="70">
                  <c:v>1.99370394828e-06</c:v>
                </c:pt>
                <c:pt idx="71">
                  <c:v>2.57097150843e-06</c:v>
                </c:pt>
                <c:pt idx="72">
                  <c:v>3.27975160051e-06</c:v>
                </c:pt>
                <c:pt idx="73">
                  <c:v>4.14021590127e-06</c:v>
                </c:pt>
                <c:pt idx="74">
                  <c:v>5.17355548829e-06</c:v>
                </c:pt>
                <c:pt idx="75">
                  <c:v>6.40182375544e-06</c:v>
                </c:pt>
                <c:pt idx="76">
                  <c:v>7.84784390286e-06</c:v>
                </c:pt>
                <c:pt idx="77">
                  <c:v>9.53523188263e-06</c:v>
                </c:pt>
                <c:pt idx="78">
                  <c:v>1.14885214937e-05</c:v>
                </c:pt>
                <c:pt idx="79">
                  <c:v>1.37333980253e-05</c:v>
                </c:pt>
                <c:pt idx="80">
                  <c:v>1.6297002509e-05</c:v>
                </c:pt>
                <c:pt idx="81">
                  <c:v>1.92082524365e-05</c:v>
                </c:pt>
                <c:pt idx="82">
                  <c:v>2.24981194106e-05</c:v>
                </c:pt>
                <c:pt idx="83">
                  <c:v>2.61997532143e-05</c:v>
                </c:pt>
                <c:pt idx="84">
                  <c:v>3.03484023e-05</c:v>
                </c:pt>
                <c:pt idx="85">
                  <c:v>3.49810195418e-05</c:v>
                </c:pt>
                <c:pt idx="86">
                  <c:v>4.01355670341e-05</c:v>
                </c:pt>
                <c:pt idx="87">
                  <c:v>4.58499726743e-05</c:v>
                </c:pt>
                <c:pt idx="88">
                  <c:v>5.21608396968e-05</c:v>
                </c:pt>
                <c:pt idx="89">
                  <c:v>5.91019473246e-05</c:v>
                </c:pt>
                <c:pt idx="90">
                  <c:v>6.67027239755e-05</c:v>
                </c:pt>
                <c:pt idx="91">
                  <c:v>7.49868022369e-05</c:v>
                </c:pt>
                <c:pt idx="92">
                  <c:v>8.39708726688e-05</c:v>
                </c:pt>
                <c:pt idx="93">
                  <c:v>9.36639614409e-05</c:v>
                </c:pt>
                <c:pt idx="94">
                  <c:v>0.000104067283493</c:v>
                </c:pt>
                <c:pt idx="95">
                  <c:v>0.000115174640733</c:v>
                </c:pt>
                <c:pt idx="96">
                  <c:v>0.000126973444549</c:v>
                </c:pt>
                <c:pt idx="97">
                  <c:v>0.000139446854872</c:v>
                </c:pt>
                <c:pt idx="98">
                  <c:v>0.000152577103416</c:v>
                </c:pt>
                <c:pt idx="99">
                  <c:v>0.000166345099793</c:v>
                </c:pt>
                <c:pt idx="100">
                  <c:v>0.000180733115824</c:v>
                </c:pt>
                <c:pt idx="101">
                  <c:v>0.000195726706473</c:v>
                </c:pt>
                <c:pt idx="102">
                  <c:v>0.000211315811462</c:v>
                </c:pt>
                <c:pt idx="103">
                  <c:v>0.00022749522757</c:v>
                </c:pt>
                <c:pt idx="104">
                  <c:v>0.00024426392765</c:v>
                </c:pt>
                <c:pt idx="105">
                  <c:v>0.000261623764079</c:v>
                </c:pt>
                <c:pt idx="106">
                  <c:v>0.000279579511197</c:v>
                </c:pt>
                <c:pt idx="107">
                  <c:v>0.000298138241548</c:v>
                </c:pt>
                <c:pt idx="108">
                  <c:v>0.000317304502778</c:v>
                </c:pt>
                <c:pt idx="109">
                  <c:v>0.000337076270958</c:v>
                </c:pt>
                <c:pt idx="110">
                  <c:v>0.000357446023216</c:v>
                </c:pt>
                <c:pt idx="111">
                  <c:v>0.00037839878828</c:v>
                </c:pt>
                <c:pt idx="112">
                  <c:v>0.000399911726665</c:v>
                </c:pt>
                <c:pt idx="113">
                  <c:v>0.000421954655794</c:v>
                </c:pt>
                <c:pt idx="114">
                  <c:v>0.000444490849349</c:v>
                </c:pt>
                <c:pt idx="115">
                  <c:v>0.000467479208679</c:v>
                </c:pt>
                <c:pt idx="116">
                  <c:v>0.000490877054953</c:v>
                </c:pt>
                <c:pt idx="117">
                  <c:v>0.000514641650175</c:v>
                </c:pt>
                <c:pt idx="118">
                  <c:v>0.000538733852716</c:v>
                </c:pt>
                <c:pt idx="119">
                  <c:v>0.000563119656108</c:v>
                </c:pt>
                <c:pt idx="120">
                  <c:v>0.000587771378644</c:v>
                </c:pt>
                <c:pt idx="121">
                  <c:v>0.000612668181887</c:v>
                </c:pt>
                <c:pt idx="122">
                  <c:v>0.000637797390517</c:v>
                </c:pt>
                <c:pt idx="123">
                  <c:v>0.000663148156642</c:v>
                </c:pt>
                <c:pt idx="124">
                  <c:v>0.000688715493164</c:v>
                </c:pt>
                <c:pt idx="125">
                  <c:v>0.000714493179405</c:v>
                </c:pt>
                <c:pt idx="126">
                  <c:v>0.000740467794446</c:v>
                </c:pt>
                <c:pt idx="127">
                  <c:v>0.00076662009212</c:v>
                </c:pt>
                <c:pt idx="128">
                  <c:v>0.000792918202742</c:v>
                </c:pt>
                <c:pt idx="129">
                  <c:v>0.000819308066111</c:v>
                </c:pt>
                <c:pt idx="130">
                  <c:v>0.000845722843129</c:v>
                </c:pt>
                <c:pt idx="131">
                  <c:v>0.000872079438611</c:v>
                </c:pt>
                <c:pt idx="132">
                  <c:v>0.000898263369467</c:v>
                </c:pt>
                <c:pt idx="133">
                  <c:v>0.000924137693014</c:v>
                </c:pt>
                <c:pt idx="134">
                  <c:v>0.000949546798629</c:v>
                </c:pt>
                <c:pt idx="135">
                  <c:v>0.000974305362603</c:v>
                </c:pt>
                <c:pt idx="136">
                  <c:v>0.000998212726092</c:v>
                </c:pt>
                <c:pt idx="137">
                  <c:v>0.00102106585315</c:v>
                </c:pt>
                <c:pt idx="138">
                  <c:v>0.00104263596904</c:v>
                </c:pt>
                <c:pt idx="139">
                  <c:v>0.00106272203108</c:v>
                </c:pt>
                <c:pt idx="140">
                  <c:v>0.00108112005048</c:v>
                </c:pt>
                <c:pt idx="141">
                  <c:v>0.00109761113304</c:v>
                </c:pt>
                <c:pt idx="142">
                  <c:v>0.00111195051523</c:v>
                </c:pt>
                <c:pt idx="143">
                  <c:v>0.00112390421354</c:v>
                </c:pt>
                <c:pt idx="144">
                  <c:v>0.00113324730458</c:v>
                </c:pt>
                <c:pt idx="145">
                  <c:v>0.00113977819582</c:v>
                </c:pt>
                <c:pt idx="146">
                  <c:v>0.00114333860862</c:v>
                </c:pt>
                <c:pt idx="147">
                  <c:v>0.00114383686882</c:v>
                </c:pt>
                <c:pt idx="148">
                  <c:v>0.00114125972564</c:v>
                </c:pt>
                <c:pt idx="149">
                  <c:v>0.00113564955019</c:v>
                </c:pt>
                <c:pt idx="150">
                  <c:v>0.00112708044033</c:v>
                </c:pt>
                <c:pt idx="151">
                  <c:v>0.00111571964411</c:v>
                </c:pt>
                <c:pt idx="152">
                  <c:v>0.00110187392853</c:v>
                </c:pt>
                <c:pt idx="153">
                  <c:v>0.00108604128939</c:v>
                </c:pt>
                <c:pt idx="154">
                  <c:v>0.00106887741796</c:v>
                </c:pt>
                <c:pt idx="155">
                  <c:v>0.00105108465884</c:v>
                </c:pt>
                <c:pt idx="156">
                  <c:v>0.00103335441917</c:v>
                </c:pt>
                <c:pt idx="157">
                  <c:v>0.00101639947307</c:v>
                </c:pt>
                <c:pt idx="158">
                  <c:v>0.00100095191803</c:v>
                </c:pt>
                <c:pt idx="159">
                  <c:v>0.000987783891091</c:v>
                </c:pt>
                <c:pt idx="160">
                  <c:v>0.000977573686292</c:v>
                </c:pt>
                <c:pt idx="161">
                  <c:v>0.000970860837529</c:v>
                </c:pt>
                <c:pt idx="162">
                  <c:v>0.000968267493689</c:v>
                </c:pt>
                <c:pt idx="163">
                  <c:v>0.000970221686608</c:v>
                </c:pt>
                <c:pt idx="164">
                  <c:v>0.000976714908787</c:v>
                </c:pt>
                <c:pt idx="165">
                  <c:v>0.000986775701848</c:v>
                </c:pt>
                <c:pt idx="166">
                  <c:v>0.000998821280016</c:v>
                </c:pt>
                <c:pt idx="167">
                  <c:v>0.00101133061957</c:v>
                </c:pt>
                <c:pt idx="168">
                  <c:v>0.00102344461279</c:v>
                </c:pt>
                <c:pt idx="169">
                  <c:v>0.00103498738688</c:v>
                </c:pt>
                <c:pt idx="170">
                  <c:v>0.00104610890566</c:v>
                </c:pt>
                <c:pt idx="171">
                  <c:v>0.00105693646835</c:v>
                </c:pt>
                <c:pt idx="172">
                  <c:v>0.00106743397131</c:v>
                </c:pt>
                <c:pt idx="173">
                  <c:v>0.00107745828011</c:v>
                </c:pt>
                <c:pt idx="174">
                  <c:v>0.00108686255196</c:v>
                </c:pt>
                <c:pt idx="175">
                  <c:v>0.00109557008163</c:v>
                </c:pt>
                <c:pt idx="176">
                  <c:v>0.00110356984633</c:v>
                </c:pt>
                <c:pt idx="177">
                  <c:v>0.00111086300814</c:v>
                </c:pt>
                <c:pt idx="178">
                  <c:v>0.00111740580685</c:v>
                </c:pt>
                <c:pt idx="179">
                  <c:v>0.00112309050851</c:v>
                </c:pt>
                <c:pt idx="180">
                  <c:v>0.00112777567515</c:v>
                </c:pt>
                <c:pt idx="181">
                  <c:v>0.00113135775228</c:v>
                </c:pt>
                <c:pt idx="182">
                  <c:v>0.00113384796798</c:v>
                </c:pt>
                <c:pt idx="183">
                  <c:v>0.00113545697665</c:v>
                </c:pt>
                <c:pt idx="184">
                  <c:v>0.00113656958433</c:v>
                </c:pt>
                <c:pt idx="185">
                  <c:v>0.00113766336141</c:v>
                </c:pt>
                <c:pt idx="186">
                  <c:v>0.00113921323321</c:v>
                </c:pt>
                <c:pt idx="187">
                  <c:v>0.00114157690865</c:v>
                </c:pt>
                <c:pt idx="188">
                  <c:v>0.0011449290391</c:v>
                </c:pt>
                <c:pt idx="189">
                  <c:v>0.00114924995954</c:v>
                </c:pt>
                <c:pt idx="190">
                  <c:v>0.00115437946332</c:v>
                </c:pt>
                <c:pt idx="191">
                  <c:v>0.00116009719855</c:v>
                </c:pt>
                <c:pt idx="192">
                  <c:v>0.00116618858287</c:v>
                </c:pt>
                <c:pt idx="193">
                  <c:v>0.00117248137682</c:v>
                </c:pt>
                <c:pt idx="194">
                  <c:v>0.00117885502067</c:v>
                </c:pt>
                <c:pt idx="195">
                  <c:v>0.00118523243207</c:v>
                </c:pt>
                <c:pt idx="196">
                  <c:v>0.00119156427687</c:v>
                </c:pt>
                <c:pt idx="197">
                  <c:v>0.00119781113891</c:v>
                </c:pt>
                <c:pt idx="198">
                  <c:v>0.0012039318462</c:v>
                </c:pt>
                <c:pt idx="199">
                  <c:v>0.00120987949612</c:v>
                </c:pt>
                <c:pt idx="200">
                  <c:v>0.0012156048018</c:v>
                </c:pt>
                <c:pt idx="201">
                  <c:v>0.00122106179118</c:v>
                </c:pt>
                <c:pt idx="202">
                  <c:v>0.00122621656209</c:v>
                </c:pt>
                <c:pt idx="203">
                  <c:v>0.00123105387883</c:v>
                </c:pt>
                <c:pt idx="204">
                  <c:v>0.00123558633567</c:v>
                </c:pt>
                <c:pt idx="205">
                  <c:v>0.00123986162168</c:v>
                </c:pt>
                <c:pt idx="206">
                  <c:v>0.00124396332876</c:v>
                </c:pt>
                <c:pt idx="207">
                  <c:v>0.00124800436493</c:v>
                </c:pt>
                <c:pt idx="208">
                  <c:v>0.00125210943714</c:v>
                </c:pt>
                <c:pt idx="209">
                  <c:v>0.00125639368831</c:v>
                </c:pt>
                <c:pt idx="210">
                  <c:v>0.00126094402906</c:v>
                </c:pt>
                <c:pt idx="211">
                  <c:v>0.00126580677751</c:v>
                </c:pt>
                <c:pt idx="212">
                  <c:v>0.00127098415569</c:v>
                </c:pt>
                <c:pt idx="213">
                  <c:v>0.00127643851449</c:v>
                </c:pt>
                <c:pt idx="214">
                  <c:v>0.00128210268322</c:v>
                </c:pt>
                <c:pt idx="215">
                  <c:v>0.00128789308895</c:v>
                </c:pt>
                <c:pt idx="216">
                  <c:v>0.00129372270209</c:v>
                </c:pt>
                <c:pt idx="217">
                  <c:v>0.00129951139783</c:v>
                </c:pt>
                <c:pt idx="218">
                  <c:v>0.00130519284159</c:v>
                </c:pt>
                <c:pt idx="219">
                  <c:v>0.00131071756721</c:v>
                </c:pt>
                <c:pt idx="220">
                  <c:v>0.00131605322727</c:v>
                </c:pt>
                <c:pt idx="221">
                  <c:v>0.00132118304765</c:v>
                </c:pt>
                <c:pt idx="222">
                  <c:v>0.0013261037904</c:v>
                </c:pt>
                <c:pt idx="223">
                  <c:v>0.00133082376288</c:v>
                </c:pt>
                <c:pt idx="224">
                  <c:v>0.00133536152175</c:v>
                </c:pt>
                <c:pt idx="225">
                  <c:v>0.00133974501081</c:v>
                </c:pt>
                <c:pt idx="226">
                  <c:v>0.0013440110274</c:v>
                </c:pt>
                <c:pt idx="227">
                  <c:v>0.00134820436459</c:v>
                </c:pt>
                <c:pt idx="228">
                  <c:v>0.00135237601515</c:v>
                </c:pt>
                <c:pt idx="229">
                  <c:v>0.00135658009482</c:v>
                </c:pt>
                <c:pt idx="230">
                  <c:v>0.00136086949009</c:v>
                </c:pt>
                <c:pt idx="231">
                  <c:v>0.00136529079658</c:v>
                </c:pt>
                <c:pt idx="232">
                  <c:v>0.00136987932287</c:v>
                </c:pt>
                <c:pt idx="233">
                  <c:v>0.00137465506791</c:v>
                </c:pt>
                <c:pt idx="234">
                  <c:v>0.00137962037498</c:v>
                </c:pt>
                <c:pt idx="235">
                  <c:v>0.00138475971008</c:v>
                </c:pt>
                <c:pt idx="236">
                  <c:v>0.00139004161655</c:v>
                </c:pt>
                <c:pt idx="237">
                  <c:v>0.00139542255761</c:v>
                </c:pt>
                <c:pt idx="238">
                  <c:v>0.00140085198612</c:v>
                </c:pt>
                <c:pt idx="239">
                  <c:v>0.00140627788667</c:v>
                </c:pt>
                <c:pt idx="240">
                  <c:v>0.00141165196608</c:v>
                </c:pt>
                <c:pt idx="241">
                  <c:v>0.00141693390338</c:v>
                </c:pt>
                <c:pt idx="242">
                  <c:v>0.00142209428935</c:v>
                </c:pt>
                <c:pt idx="243">
                  <c:v>0.00142711618209</c:v>
                </c:pt>
                <c:pt idx="244">
                  <c:v>0.00143199536569</c:v>
                </c:pt>
                <c:pt idx="245">
                  <c:v>0.0014367395344</c:v>
                </c:pt>
                <c:pt idx="246">
                  <c:v>0.00144136668326</c:v>
                </c:pt>
                <c:pt idx="247">
                  <c:v>0.00144590297327</c:v>
                </c:pt>
                <c:pt idx="248">
                  <c:v>0.00145038029288</c:v>
                </c:pt>
                <c:pt idx="249">
                  <c:v>0.00145483364757</c:v>
                </c:pt>
                <c:pt idx="250">
                  <c:v>0.00145929851142</c:v>
                </c:pt>
                <c:pt idx="251">
                  <c:v>0.00146380823701</c:v>
                </c:pt>
                <c:pt idx="252">
                  <c:v>0.00146839163588</c:v>
                </c:pt>
                <c:pt idx="253">
                  <c:v>0.00147307084696</c:v>
                </c:pt>
                <c:pt idx="254">
                  <c:v>0.00147785966864</c:v>
                </c:pt>
                <c:pt idx="255">
                  <c:v>0.00148276252411</c:v>
                </c:pt>
                <c:pt idx="256">
                  <c:v>0.00148777421089</c:v>
                </c:pt>
                <c:pt idx="257">
                  <c:v>0.00149288050575</c:v>
                </c:pt>
                <c:pt idx="258">
                  <c:v>0.00149805960259</c:v>
                </c:pt>
                <c:pt idx="259">
                  <c:v>0.00150328425791</c:v>
                </c:pt>
                <c:pt idx="260">
                  <c:v>0.00150852443202</c:v>
                </c:pt>
                <c:pt idx="261">
                  <c:v>0.00151375015261</c:v>
                </c:pt>
                <c:pt idx="262">
                  <c:v>0.00151893429056</c:v>
                </c:pt>
                <c:pt idx="263">
                  <c:v>0.00152405495952</c:v>
                </c:pt>
                <c:pt idx="264">
                  <c:v>0.00152909731288</c:v>
                </c:pt>
                <c:pt idx="265">
                  <c:v>0.00153405460202</c:v>
                </c:pt>
                <c:pt idx="266">
                  <c:v>0.00153892843977</c:v>
                </c:pt>
                <c:pt idx="267">
                  <c:v>0.00154372830155</c:v>
                </c:pt>
                <c:pt idx="268">
                  <c:v>0.00154847037951</c:v>
                </c:pt>
                <c:pt idx="269">
                  <c:v>0.00155317596009</c:v>
                </c:pt>
                <c:pt idx="270">
                  <c:v>0.00155786949538</c:v>
                </c:pt>
                <c:pt idx="271">
                  <c:v>0.00156257653897</c:v>
                </c:pt>
                <c:pt idx="272">
                  <c:v>0.00156732171434</c:v>
                </c:pt>
                <c:pt idx="273">
                  <c:v>0.00157212686811</c:v>
                </c:pt>
                <c:pt idx="274">
                  <c:v>0.00157700952607</c:v>
                </c:pt>
                <c:pt idx="275">
                  <c:v>0.00158198174145</c:v>
                </c:pt>
                <c:pt idx="276">
                  <c:v>0.0015870493853</c:v>
                </c:pt>
                <c:pt idx="277">
                  <c:v>0.00159221190784</c:v>
                </c:pt>
                <c:pt idx="278">
                  <c:v>0.00159746258323</c:v>
                </c:pt>
                <c:pt idx="279">
                  <c:v>0.00160278922688</c:v>
                </c:pt>
                <c:pt idx="280">
                  <c:v>0.00160817532049</c:v>
                </c:pt>
                <c:pt idx="281">
                  <c:v>0.00161360144982</c:v>
                </c:pt>
                <c:pt idx="282">
                  <c:v>0.00161904693427</c:v>
                </c:pt>
                <c:pt idx="283">
                  <c:v>0.00162449151591</c:v>
                </c:pt>
                <c:pt idx="284">
                  <c:v>0.00162991696581</c:v>
                </c:pt>
                <c:pt idx="285">
                  <c:v>0.00163530846489</c:v>
                </c:pt>
                <c:pt idx="286">
                  <c:v>0.00164065565564</c:v>
                </c:pt>
                <c:pt idx="287">
                  <c:v>0.00164595328883</c:v>
                </c:pt>
                <c:pt idx="288">
                  <c:v>0.00165120142343</c:v>
                </c:pt>
                <c:pt idx="289">
                  <c:v>0.00165640517729</c:v>
                </c:pt>
                <c:pt idx="290">
                  <c:v>0.00166157406675</c:v>
                </c:pt>
                <c:pt idx="291">
                  <c:v>0.00166672101656</c:v>
                </c:pt>
                <c:pt idx="292">
                  <c:v>0.00167186114481</c:v>
                </c:pt>
                <c:pt idx="293">
                  <c:v>0.00167701044008</c:v>
                </c:pt>
                <c:pt idx="294">
                  <c:v>0.00168218444295</c:v>
                </c:pt>
                <c:pt idx="295">
                  <c:v>0.00168739703286</c:v>
                </c:pt>
                <c:pt idx="296">
                  <c:v>0.00169265941357</c:v>
                </c:pt>
                <c:pt idx="297">
                  <c:v>0.00169797937213</c:v>
                </c:pt>
                <c:pt idx="298">
                  <c:v>0.00170336084894</c:v>
                </c:pt>
                <c:pt idx="299">
                  <c:v>0.0017088038311</c:v>
                </c:pt>
                <c:pt idx="300">
                  <c:v>0.00171430456424</c:v>
                </c:pt>
                <c:pt idx="301">
                  <c:v>0.00171985605623</c:v>
                </c:pt>
                <c:pt idx="302">
                  <c:v>0.00172544883064</c:v>
                </c:pt>
                <c:pt idx="303">
                  <c:v>0.00173107186325</c:v>
                </c:pt>
                <c:pt idx="304">
                  <c:v>0.0017367136085</c:v>
                </c:pt>
                <c:pt idx="305">
                  <c:v>0.00174236301846</c:v>
                </c:pt>
                <c:pt idx="306">
                  <c:v>0.00174801047732</c:v>
                </c:pt>
                <c:pt idx="307">
                  <c:v>0.00175364858313</c:v>
                </c:pt>
                <c:pt idx="308">
                  <c:v>0.00175927271993</c:v>
                </c:pt>
                <c:pt idx="309">
                  <c:v>0.0017648813811</c:v>
                </c:pt>
                <c:pt idx="310">
                  <c:v>0.00177047620866</c:v>
                </c:pt>
                <c:pt idx="311">
                  <c:v>0.00177606174636</c:v>
                </c:pt>
                <c:pt idx="312">
                  <c:v>0.0017816449494</c:v>
                </c:pt>
                <c:pt idx="313">
                  <c:v>0.00178723452019</c:v>
                </c:pt>
                <c:pt idx="314">
                  <c:v>0.00179284012326</c:v>
                </c:pt>
                <c:pt idx="315">
                  <c:v>0.00179847153067</c:v>
                </c:pt>
                <c:pt idx="316">
                  <c:v>0.00180413777992</c:v>
                </c:pt>
                <c:pt idx="317">
                  <c:v>0.00180984642938</c:v>
                </c:pt>
                <c:pt idx="318">
                  <c:v>0.00181560296775</c:v>
                </c:pt>
                <c:pt idx="319">
                  <c:v>0.00182141040597</c:v>
                </c:pt>
                <c:pt idx="320">
                  <c:v>0.00182726907747</c:v>
                </c:pt>
                <c:pt idx="321">
                  <c:v>0.00183317666277</c:v>
                </c:pt>
                <c:pt idx="322">
                  <c:v>0.00183912843053</c:v>
                </c:pt>
                <c:pt idx="323">
                  <c:v>0.0018451176616</c:v>
                </c:pt>
                <c:pt idx="324">
                  <c:v>0.00185113622166</c:v>
                </c:pt>
                <c:pt idx="325">
                  <c:v>0.00185717524073</c:v>
                </c:pt>
                <c:pt idx="326">
                  <c:v>0.00186322583424</c:v>
                </c:pt>
                <c:pt idx="327">
                  <c:v>0.00186927980007</c:v>
                </c:pt>
                <c:pt idx="328">
                  <c:v>0.00187533023342</c:v>
                </c:pt>
                <c:pt idx="329">
                  <c:v>0.00188137201594</c:v>
                </c:pt>
                <c:pt idx="330">
                  <c:v>0.00188740215239</c:v>
                </c:pt>
                <c:pt idx="331">
                  <c:v>0.00189341993676</c:v>
                </c:pt>
                <c:pt idx="332">
                  <c:v>0.00189942693677</c:v>
                </c:pt>
                <c:pt idx="333">
                  <c:v>0.00190542680815</c:v>
                </c:pt>
                <c:pt idx="334">
                  <c:v>0.00191142494898</c:v>
                </c:pt>
                <c:pt idx="335">
                  <c:v>0.00191742801872</c:v>
                </c:pt>
                <c:pt idx="336">
                  <c:v>0.00192344338157</c:v>
                </c:pt>
                <c:pt idx="337">
                  <c:v>0.00192947852797</c:v>
                </c:pt>
                <c:pt idx="338">
                  <c:v>0.00193554052453</c:v>
                </c:pt>
                <c:pt idx="339">
                  <c:v>0.00194163552869</c:v>
                </c:pt>
                <c:pt idx="340">
                  <c:v>0.00194776838936</c:v>
                </c:pt>
                <c:pt idx="341">
                  <c:v>0.00195394235875</c:v>
                </c:pt>
                <c:pt idx="342">
                  <c:v>0.00196015894027</c:v>
                </c:pt>
                <c:pt idx="343">
                  <c:v>0.0019664178892</c:v>
                </c:pt>
                <c:pt idx="344">
                  <c:v>0.00197271735472</c:v>
                </c:pt>
                <c:pt idx="345">
                  <c:v>0.0019790541296</c:v>
                </c:pt>
                <c:pt idx="346">
                  <c:v>0.00198542399303</c:v>
                </c:pt>
                <c:pt idx="347">
                  <c:v>0.00199182213087</c:v>
                </c:pt>
                <c:pt idx="348">
                  <c:v>0.00199824358426</c:v>
                </c:pt>
                <c:pt idx="349">
                  <c:v>0.00200468367331</c:v>
                </c:pt>
                <c:pt idx="350">
                  <c:v>0.00201113836663</c:v>
                </c:pt>
                <c:pt idx="351">
                  <c:v>0.00201760457979</c:v>
                </c:pt>
                <c:pt idx="352">
                  <c:v>0.00202408038767</c:v>
                </c:pt>
                <c:pt idx="353">
                  <c:v>0.00203056513168</c:v>
                </c:pt>
                <c:pt idx="354">
                  <c:v>0.00203705941236</c:v>
                </c:pt>
                <c:pt idx="355">
                  <c:v>0.0020435649771</c:v>
                </c:pt>
                <c:pt idx="356">
                  <c:v>0.00205008451372</c:v>
                </c:pt>
                <c:pt idx="357">
                  <c:v>0.00205662136669</c:v>
                </c:pt>
                <c:pt idx="358">
                  <c:v>0.00206317920782</c:v>
                </c:pt>
                <c:pt idx="359">
                  <c:v>0.00206976169744</c:v>
                </c:pt>
                <c:pt idx="360">
                  <c:v>0.0020763721627</c:v>
                </c:pt>
                <c:pt idx="361">
                  <c:v>0.00208301331499</c:v>
                </c:pt>
                <c:pt idx="362">
                  <c:v>0.00208968702917</c:v>
                </c:pt>
                <c:pt idx="363">
                  <c:v>0.00209639420526</c:v>
                </c:pt>
                <c:pt idx="364">
                  <c:v>0.00210313471731</c:v>
                </c:pt>
                <c:pt idx="365">
                  <c:v>0.0021099074422</c:v>
                </c:pt>
                <c:pt idx="366">
                  <c:v>0.00211671037137</c:v>
                </c:pt>
                <c:pt idx="367">
                  <c:v>0.00212354080517</c:v>
                </c:pt>
                <c:pt idx="368">
                  <c:v>0.00213039560571</c:v>
                </c:pt>
                <c:pt idx="369">
                  <c:v>0.00213727147876</c:v>
                </c:pt>
                <c:pt idx="370">
                  <c:v>0.002144165256</c:v>
                </c:pt>
                <c:pt idx="371">
                  <c:v>0.00215107415701</c:v>
                </c:pt>
                <c:pt idx="372">
                  <c:v>0.00215799601931</c:v>
                </c:pt>
                <c:pt idx="373">
                  <c:v>0.00216492948576</c:v>
                </c:pt>
                <c:pt idx="374">
                  <c:v>0.0021718741258</c:v>
                </c:pt>
                <c:pt idx="375">
                  <c:v>0.00217883047385</c:v>
                </c:pt>
                <c:pt idx="376">
                  <c:v>0.00218579998463</c:v>
                </c:pt>
                <c:pt idx="377">
                  <c:v>0.00219278491099</c:v>
                </c:pt>
                <c:pt idx="378">
                  <c:v>0.00219978813076</c:v>
                </c:pt>
                <c:pt idx="379">
                  <c:v>0.00220681294949</c:v>
                </c:pt>
                <c:pt idx="380">
                  <c:v>0.00221386287475</c:v>
                </c:pt>
                <c:pt idx="381">
                  <c:v>0.00222094136172</c:v>
                </c:pt>
                <c:pt idx="382">
                  <c:v>0.00222805156192</c:v>
                </c:pt>
                <c:pt idx="383">
                  <c:v>0.00223519611538</c:v>
                </c:pt>
                <c:pt idx="384">
                  <c:v>0.00224237699918</c:v>
                </c:pt>
                <c:pt idx="385">
                  <c:v>0.00224959541927</c:v>
                </c:pt>
                <c:pt idx="386">
                  <c:v>0.00225685175899</c:v>
                </c:pt>
                <c:pt idx="387">
                  <c:v>0.00226414560292</c:v>
                </c:pt>
                <c:pt idx="388">
                  <c:v>0.00227147582442</c:v>
                </c:pt>
                <c:pt idx="389">
                  <c:v>0.00227884071356</c:v>
                </c:pt>
                <c:pt idx="390">
                  <c:v>0.00228623813314</c:v>
                </c:pt>
                <c:pt idx="391">
                  <c:v>0.00229366569652</c:v>
                </c:pt>
                <c:pt idx="392">
                  <c:v>0.00230112096313</c:v>
                </c:pt>
                <c:pt idx="393">
                  <c:v>0.00230860163584</c:v>
                </c:pt>
                <c:pt idx="394">
                  <c:v>0.00231610573668</c:v>
                </c:pt>
                <c:pt idx="395">
                  <c:v>0.00232363174271</c:v>
                </c:pt>
                <c:pt idx="396">
                  <c:v>0.00233117867473</c:v>
                </c:pt>
                <c:pt idx="397">
                  <c:v>0.00233874614211</c:v>
                </c:pt>
                <c:pt idx="398">
                  <c:v>0.00234633434006</c:v>
                </c:pt>
                <c:pt idx="399">
                  <c:v>0.00235394399598</c:v>
                </c:pt>
                <c:pt idx="400">
                  <c:v>0.00236157627566</c:v>
                </c:pt>
                <c:pt idx="401">
                  <c:v>0.00236923266582</c:v>
                </c:pt>
                <c:pt idx="402">
                  <c:v>0.00237691484036</c:v>
                </c:pt>
                <c:pt idx="403">
                  <c:v>0.00238462451429</c:v>
                </c:pt>
                <c:pt idx="404">
                  <c:v>0.00239236330093</c:v>
                </c:pt>
                <c:pt idx="405">
                  <c:v>0.00240013259191</c:v>
                </c:pt>
                <c:pt idx="406">
                  <c:v>0.00240793346568</c:v>
                </c:pt>
                <c:pt idx="407">
                  <c:v>0.00241576645964</c:v>
                </c:pt>
                <c:pt idx="408">
                  <c:v>0.0024236316374</c:v>
                </c:pt>
                <c:pt idx="409">
                  <c:v>0.00243153036749</c:v>
                </c:pt>
                <c:pt idx="410">
                  <c:v>0.00243946722239</c:v>
                </c:pt>
                <c:pt idx="411">
                  <c:v>0.00244744973838</c:v>
                </c:pt>
                <c:pt idx="412">
                  <c:v>0.00245548555539</c:v>
                </c:pt>
                <c:pt idx="413">
                  <c:v>0.00246358655254</c:v>
                </c:pt>
                <c:pt idx="414">
                  <c:v>0.00247179500022</c:v>
                </c:pt>
                <c:pt idx="415">
                  <c:v>0.00248025254392</c:v>
                </c:pt>
                <c:pt idx="416">
                  <c:v>0.00248932703472</c:v>
                </c:pt>
                <c:pt idx="417">
                  <c:v>0.00249978827199</c:v>
                </c:pt>
                <c:pt idx="418">
                  <c:v>0.00251301254649</c:v>
                </c:pt>
                <c:pt idx="419">
                  <c:v>0.0025311658582</c:v>
                </c:pt>
                <c:pt idx="420">
                  <c:v>0.00255732214911</c:v>
                </c:pt>
                <c:pt idx="421">
                  <c:v>0.00259504335514</c:v>
                </c:pt>
                <c:pt idx="422">
                  <c:v>0.00264830296376</c:v>
                </c:pt>
                <c:pt idx="423">
                  <c:v>0.00272148495111</c:v>
                </c:pt>
                <c:pt idx="424">
                  <c:v>0.00282069388596</c:v>
                </c:pt>
                <c:pt idx="425">
                  <c:v>0.00295314646484</c:v>
                </c:pt>
                <c:pt idx="426">
                  <c:v>0.00312602304797</c:v>
                </c:pt>
                <c:pt idx="427">
                  <c:v>0.00334465983064</c:v>
                </c:pt>
                <c:pt idx="428">
                  <c:v>0.00361241295266</c:v>
                </c:pt>
                <c:pt idx="429">
                  <c:v>0.00393178576449</c:v>
                </c:pt>
                <c:pt idx="430">
                  <c:v>0.00430597375484</c:v>
                </c:pt>
                <c:pt idx="431">
                  <c:v>0.0047397699952</c:v>
                </c:pt>
                <c:pt idx="432">
                  <c:v>0.00523946997744</c:v>
                </c:pt>
                <c:pt idx="433">
                  <c:v>0.0058120486976</c:v>
                </c:pt>
                <c:pt idx="434">
                  <c:v>0.00646450413971</c:v>
                </c:pt>
                <c:pt idx="435">
                  <c:v>0.00720344287404</c:v>
                </c:pt>
                <c:pt idx="436">
                  <c:v>0.00803531999418</c:v>
                </c:pt>
                <c:pt idx="437">
                  <c:v>0.00896665826263</c:v>
                </c:pt>
                <c:pt idx="438">
                  <c:v>0.0100043642335</c:v>
                </c:pt>
                <c:pt idx="439">
                  <c:v>0.0111551997815</c:v>
                </c:pt>
                <c:pt idx="440">
                  <c:v>0.0124252189957</c:v>
                </c:pt>
                <c:pt idx="441">
                  <c:v>0.0138188356807</c:v>
                </c:pt>
                <c:pt idx="442">
                  <c:v>0.0153376809743</c:v>
                </c:pt>
                <c:pt idx="443">
                  <c:v>0.01698020769</c:v>
                </c:pt>
                <c:pt idx="444">
                  <c:v>0.0187421161555</c:v>
                </c:pt>
                <c:pt idx="445">
                  <c:v>0.0206182642882</c:v>
                </c:pt>
                <c:pt idx="446">
                  <c:v>0.0226050126915</c:v>
                </c:pt>
                <c:pt idx="447">
                  <c:v>0.0247024038906</c:v>
                </c:pt>
                <c:pt idx="448">
                  <c:v>0.0269149984051</c:v>
                </c:pt>
                <c:pt idx="449">
                  <c:v>0.0292511406334</c:v>
                </c:pt>
                <c:pt idx="450">
                  <c:v>0.0317209349865</c:v>
                </c:pt>
                <c:pt idx="451">
                  <c:v>0.0343338253004</c:v>
                </c:pt>
                <c:pt idx="452">
                  <c:v>0.0370966557599</c:v>
                </c:pt>
                <c:pt idx="453">
                  <c:v>0.0400127798071</c:v>
                </c:pt>
                <c:pt idx="454">
                  <c:v>0.0430820543855</c:v>
                </c:pt>
                <c:pt idx="455">
                  <c:v>0.04630128396</c:v>
                </c:pt>
                <c:pt idx="456">
                  <c:v>0.0496648332555</c:v>
                </c:pt>
                <c:pt idx="457">
                  <c:v>0.0531648938861</c:v>
                </c:pt>
                <c:pt idx="458">
                  <c:v>0.0567916624367</c:v>
                </c:pt>
                <c:pt idx="459">
                  <c:v>0.0605333663596</c:v>
                </c:pt>
                <c:pt idx="460">
                  <c:v>0.0643763389658</c:v>
                </c:pt>
                <c:pt idx="461">
                  <c:v>0.0683053439175</c:v>
                </c:pt>
                <c:pt idx="462">
                  <c:v>0.0723039239451</c:v>
                </c:pt>
                <c:pt idx="463">
                  <c:v>0.0763549503867</c:v>
                </c:pt>
                <c:pt idx="464">
                  <c:v>0.0804411077137</c:v>
                </c:pt>
                <c:pt idx="465">
                  <c:v>0.0845454363171</c:v>
                </c:pt>
                <c:pt idx="466">
                  <c:v>0.088651910184</c:v>
                </c:pt>
                <c:pt idx="467">
                  <c:v>0.0927460415857</c:v>
                </c:pt>
                <c:pt idx="468">
                  <c:v>0.0968154515557</c:v>
                </c:pt>
                <c:pt idx="469">
                  <c:v>0.100850258528</c:v>
                </c:pt>
                <c:pt idx="470">
                  <c:v>0.104843100063</c:v>
                </c:pt>
                <c:pt idx="471">
                  <c:v>0.108788768806</c:v>
                </c:pt>
                <c:pt idx="472">
                  <c:v>0.112683456626</c:v>
                </c:pt>
                <c:pt idx="473">
                  <c:v>0.116523904776</c:v>
                </c:pt>
                <c:pt idx="474">
                  <c:v>0.120306563515</c:v>
                </c:pt>
                <c:pt idx="475">
                  <c:v>0.124027090623</c:v>
                </c:pt>
                <c:pt idx="476">
                  <c:v>0.127680089663</c:v>
                </c:pt>
                <c:pt idx="477">
                  <c:v>0.131259215711</c:v>
                </c:pt>
                <c:pt idx="478">
                  <c:v>0.134757418121</c:v>
                </c:pt>
                <c:pt idx="479">
                  <c:v>0.138167352331</c:v>
                </c:pt>
                <c:pt idx="480">
                  <c:v>0.141481773398</c:v>
                </c:pt>
                <c:pt idx="481">
                  <c:v>0.144693978213</c:v>
                </c:pt>
                <c:pt idx="482">
                  <c:v>0.147798145041</c:v>
                </c:pt>
                <c:pt idx="483">
                  <c:v>0.150789705405</c:v>
                </c:pt>
                <c:pt idx="484">
                  <c:v>0.153665562341</c:v>
                </c:pt>
                <c:pt idx="485">
                  <c:v>0.156424309852</c:v>
                </c:pt>
                <c:pt idx="486">
                  <c:v>0.159066269185</c:v>
                </c:pt>
                <c:pt idx="487">
                  <c:v>0.161593476399</c:v>
                </c:pt>
                <c:pt idx="488">
                  <c:v>0.164009522534</c:v>
                </c:pt>
                <c:pt idx="489">
                  <c:v>0.166319330578</c:v>
                </c:pt>
                <c:pt idx="490">
                  <c:v>0.168528855905</c:v>
                </c:pt>
                <c:pt idx="491">
                  <c:v>0.170644731024</c:v>
                </c:pt>
                <c:pt idx="492">
                  <c:v>0.172673890442</c:v>
                </c:pt>
                <c:pt idx="493">
                  <c:v>0.17462315796</c:v>
                </c:pt>
                <c:pt idx="494">
                  <c:v>0.176498872307</c:v>
                </c:pt>
                <c:pt idx="495">
                  <c:v>0.178306529871</c:v>
                </c:pt>
                <c:pt idx="496">
                  <c:v>0.180050530684</c:v>
                </c:pt>
                <c:pt idx="497">
                  <c:v>0.18173400124</c:v>
                </c:pt>
                <c:pt idx="498">
                  <c:v>0.183358751311</c:v>
                </c:pt>
                <c:pt idx="499">
                  <c:v>0.184925324634</c:v>
                </c:pt>
                <c:pt idx="500">
                  <c:v>0.186433166638</c:v>
                </c:pt>
                <c:pt idx="501">
                  <c:v>0.187880860388</c:v>
                </c:pt>
                <c:pt idx="502">
                  <c:v>0.189266429006</c:v>
                </c:pt>
                <c:pt idx="503">
                  <c:v>0.190587647138</c:v>
                </c:pt>
                <c:pt idx="504">
                  <c:v>0.191842292098</c:v>
                </c:pt>
                <c:pt idx="505">
                  <c:v>0.193028479846</c:v>
                </c:pt>
                <c:pt idx="506">
                  <c:v>0.194145139928</c:v>
                </c:pt>
                <c:pt idx="507">
                  <c:v>0.19519219828</c:v>
                </c:pt>
                <c:pt idx="508">
                  <c:v>0.19617030952</c:v>
                </c:pt>
                <c:pt idx="509">
                  <c:v>0.197081027485</c:v>
                </c:pt>
                <c:pt idx="510">
                  <c:v>0.197926770192</c:v>
                </c:pt>
                <c:pt idx="511">
                  <c:v>0.198710700674</c:v>
                </c:pt>
                <c:pt idx="512">
                  <c:v>0.199436509318</c:v>
                </c:pt>
                <c:pt idx="513">
                  <c:v>0.200107939898</c:v>
                </c:pt>
                <c:pt idx="514">
                  <c:v>0.200729179638</c:v>
                </c:pt>
                <c:pt idx="515">
                  <c:v>0.201304668779</c:v>
                </c:pt>
                <c:pt idx="516">
                  <c:v>0.20183835895</c:v>
                </c:pt>
                <c:pt idx="517">
                  <c:v>0.202333634566</c:v>
                </c:pt>
                <c:pt idx="518">
                  <c:v>0.202793321866</c:v>
                </c:pt>
                <c:pt idx="519">
                  <c:v>0.203219564505</c:v>
                </c:pt>
                <c:pt idx="520">
                  <c:v>0.203613886729</c:v>
                </c:pt>
                <c:pt idx="521">
                  <c:v>0.20397721393</c:v>
                </c:pt>
                <c:pt idx="522">
                  <c:v>0.204309984934</c:v>
                </c:pt>
                <c:pt idx="523">
                  <c:v>0.204612293022</c:v>
                </c:pt>
                <c:pt idx="524">
                  <c:v>0.204883993853</c:v>
                </c:pt>
                <c:pt idx="525">
                  <c:v>0.205124940967</c:v>
                </c:pt>
                <c:pt idx="526">
                  <c:v>0.205335026923</c:v>
                </c:pt>
                <c:pt idx="527">
                  <c:v>0.205514428689</c:v>
                </c:pt>
                <c:pt idx="528">
                  <c:v>0.205663560808</c:v>
                </c:pt>
                <c:pt idx="529">
                  <c:v>0.205783213766</c:v>
                </c:pt>
                <c:pt idx="530">
                  <c:v>0.205874532122</c:v>
                </c:pt>
                <c:pt idx="531">
                  <c:v>0.205938846317</c:v>
                </c:pt>
                <c:pt idx="532">
                  <c:v>0.205977842787</c:v>
                </c:pt>
                <c:pt idx="533">
                  <c:v>0.205993152608</c:v>
                </c:pt>
                <c:pt idx="534">
                  <c:v>0.205986361562</c:v>
                </c:pt>
                <c:pt idx="535">
                  <c:v>0.205958870333</c:v>
                </c:pt>
                <c:pt idx="536">
                  <c:v>0.205911645648</c:v>
                </c:pt>
                <c:pt idx="537">
                  <c:v>0.205845420144</c:v>
                </c:pt>
                <c:pt idx="538">
                  <c:v>0.20576034391</c:v>
                </c:pt>
                <c:pt idx="539">
                  <c:v>0.205655945497</c:v>
                </c:pt>
                <c:pt idx="540">
                  <c:v>0.205531059627</c:v>
                </c:pt>
                <c:pt idx="541">
                  <c:v>0.205383728921</c:v>
                </c:pt>
                <c:pt idx="542">
                  <c:v>0.205211523159</c:v>
                </c:pt>
                <c:pt idx="543">
                  <c:v>0.205011408646</c:v>
                </c:pt>
                <c:pt idx="544">
                  <c:v>0.20477983418</c:v>
                </c:pt>
                <c:pt idx="545">
                  <c:v>0.204512838446</c:v>
                </c:pt>
                <c:pt idx="546">
                  <c:v>0.204206227193</c:v>
                </c:pt>
                <c:pt idx="547">
                  <c:v>0.20385555379</c:v>
                </c:pt>
                <c:pt idx="548">
                  <c:v>0.203456192669</c:v>
                </c:pt>
                <c:pt idx="549">
                  <c:v>0.203003933882</c:v>
                </c:pt>
                <c:pt idx="550">
                  <c:v>0.202493636506</c:v>
                </c:pt>
                <c:pt idx="551">
                  <c:v>0.201919987891</c:v>
                </c:pt>
                <c:pt idx="552">
                  <c:v>0.201278039047</c:v>
                </c:pt>
                <c:pt idx="553">
                  <c:v>0.200562749175</c:v>
                </c:pt>
                <c:pt idx="554">
                  <c:v>0.199769076947</c:v>
                </c:pt>
                <c:pt idx="555">
                  <c:v>0.198892301902</c:v>
                </c:pt>
                <c:pt idx="556">
                  <c:v>0.197928514129</c:v>
                </c:pt>
                <c:pt idx="557">
                  <c:v>0.196875230078</c:v>
                </c:pt>
                <c:pt idx="558">
                  <c:v>0.195731682206</c:v>
                </c:pt>
                <c:pt idx="559">
                  <c:v>0.194498028557</c:v>
                </c:pt>
                <c:pt idx="560">
                  <c:v>0.193174678486</c:v>
                </c:pt>
                <c:pt idx="561">
                  <c:v>0.191764639106</c:v>
                </c:pt>
                <c:pt idx="562">
                  <c:v>0.190275274461</c:v>
                </c:pt>
                <c:pt idx="563">
                  <c:v>0.188720478861</c:v>
                </c:pt>
                <c:pt idx="564">
                  <c:v>0.187119921008</c:v>
                </c:pt>
                <c:pt idx="565">
                  <c:v>0.185495481871</c:v>
                </c:pt>
                <c:pt idx="566">
                  <c:v>0.183869610933</c:v>
                </c:pt>
                <c:pt idx="567">
                  <c:v>0.182266889793</c:v>
                </c:pt>
                <c:pt idx="568">
                  <c:v>0.180714202674</c:v>
                </c:pt>
                <c:pt idx="569">
                  <c:v>0.179241895589</c:v>
                </c:pt>
                <c:pt idx="570">
                  <c:v>0.177878356703</c:v>
                </c:pt>
                <c:pt idx="571">
                  <c:v>0.176647939092</c:v>
                </c:pt>
                <c:pt idx="572">
                  <c:v>0.175578909139</c:v>
                </c:pt>
                <c:pt idx="573">
                  <c:v>0.174690111819</c:v>
                </c:pt>
                <c:pt idx="574">
                  <c:v>0.173980472045</c:v>
                </c:pt>
                <c:pt idx="575">
                  <c:v>0.173408653562</c:v>
                </c:pt>
                <c:pt idx="576">
                  <c:v>0.172910742142</c:v>
                </c:pt>
                <c:pt idx="577">
                  <c:v>0.172428040064</c:v>
                </c:pt>
                <c:pt idx="578">
                  <c:v>0.171929062802</c:v>
                </c:pt>
                <c:pt idx="579">
                  <c:v>0.171408264436</c:v>
                </c:pt>
                <c:pt idx="580">
                  <c:v>0.170871722129</c:v>
                </c:pt>
                <c:pt idx="581">
                  <c:v>0.170324343495</c:v>
                </c:pt>
                <c:pt idx="582">
                  <c:v>0.16976507601</c:v>
                </c:pt>
                <c:pt idx="583">
                  <c:v>0.169189188774</c:v>
                </c:pt>
                <c:pt idx="584">
                  <c:v>0.168591938305</c:v>
                </c:pt>
                <c:pt idx="585">
                  <c:v>0.167971093014</c:v>
                </c:pt>
                <c:pt idx="586">
                  <c:v>0.167326671805</c:v>
                </c:pt>
                <c:pt idx="587">
                  <c:v>0.166659067401</c:v>
                </c:pt>
                <c:pt idx="588">
                  <c:v>0.165967120981</c:v>
                </c:pt>
                <c:pt idx="589">
                  <c:v>0.165247519117</c:v>
                </c:pt>
                <c:pt idx="590">
                  <c:v>0.164495826482</c:v>
                </c:pt>
                <c:pt idx="591">
                  <c:v>0.163708863723</c:v>
                </c:pt>
                <c:pt idx="592">
                  <c:v>0.162887241198</c:v>
                </c:pt>
                <c:pt idx="593">
                  <c:v>0.162038267655</c:v>
                </c:pt>
                <c:pt idx="594">
                  <c:v>0.161174974149</c:v>
                </c:pt>
                <c:pt idx="595">
                  <c:v>0.160313459945</c:v>
                </c:pt>
                <c:pt idx="596">
                  <c:v>0.159469758704</c:v>
                </c:pt>
                <c:pt idx="597">
                  <c:v>0.158655846578</c:v>
                </c:pt>
                <c:pt idx="598">
                  <c:v>0.157877412446</c:v>
                </c:pt>
                <c:pt idx="599">
                  <c:v>0.157133498509</c:v>
                </c:pt>
                <c:pt idx="600">
                  <c:v>0.156418409844</c:v>
                </c:pt>
                <c:pt idx="601">
                  <c:v>0.155724505891</c:v>
                </c:pt>
                <c:pt idx="602">
                  <c:v>0.155044446079</c:v>
                </c:pt>
                <c:pt idx="603">
                  <c:v>0.154372414329</c:v>
                </c:pt>
                <c:pt idx="604">
                  <c:v>0.153704408667</c:v>
                </c:pt>
                <c:pt idx="605">
                  <c:v>0.153037938852</c:v>
                </c:pt>
                <c:pt idx="606">
                  <c:v>0.152371478513</c:v>
                </c:pt>
                <c:pt idx="607">
                  <c:v>0.151703853686</c:v>
                </c:pt>
                <c:pt idx="608">
                  <c:v>0.151033855685</c:v>
                </c:pt>
                <c:pt idx="609">
                  <c:v>0.150360111366</c:v>
                </c:pt>
                <c:pt idx="610">
                  <c:v>0.149681192149</c:v>
                </c:pt>
                <c:pt idx="611">
                  <c:v>0.148995790189</c:v>
                </c:pt>
                <c:pt idx="612">
                  <c:v>0.148302995406</c:v>
                </c:pt>
                <c:pt idx="613">
                  <c:v>0.147602487448</c:v>
                </c:pt>
                <c:pt idx="614">
                  <c:v>0.146894827544</c:v>
                </c:pt>
                <c:pt idx="615">
                  <c:v>0.146181680774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0</c:v>
                </c:pt>
                <c:pt idx="1">
                  <c:v>8.48910931182e-40</c:v>
                </c:pt>
                <c:pt idx="2">
                  <c:v>2.30781470993e-38</c:v>
                </c:pt>
                <c:pt idx="3">
                  <c:v>3.27104945483e-37</c:v>
                </c:pt>
                <c:pt idx="4">
                  <c:v>3.23312255646e-36</c:v>
                </c:pt>
                <c:pt idx="5">
                  <c:v>2.52269418257e-35</c:v>
                </c:pt>
                <c:pt idx="6">
                  <c:v>1.71201826714e-34</c:v>
                </c:pt>
                <c:pt idx="7">
                  <c:v>1.15921600663e-33</c:v>
                </c:pt>
                <c:pt idx="8">
                  <c:v>9.80192582958e-33</c:v>
                </c:pt>
                <c:pt idx="9">
                  <c:v>1.36441527822e-31</c:v>
                </c:pt>
                <c:pt idx="10">
                  <c:v>4.71497182737e-30</c:v>
                </c:pt>
                <c:pt idx="11">
                  <c:v>3.37266843187e-28</c:v>
                </c:pt>
                <c:pt idx="12">
                  <c:v>2.15502238682e-26</c:v>
                </c:pt>
                <c:pt idx="13">
                  <c:v>9.86812815819e-25</c:v>
                </c:pt>
                <c:pt idx="14">
                  <c:v>3.20258481428e-23</c:v>
                </c:pt>
                <c:pt idx="15">
                  <c:v>7.69324942826e-22</c:v>
                </c:pt>
                <c:pt idx="16">
                  <c:v>1.42997302796e-20</c:v>
                </c:pt>
                <c:pt idx="17">
                  <c:v>2.09557247929e-19</c:v>
                </c:pt>
                <c:pt idx="18">
                  <c:v>2.43583053566e-18</c:v>
                </c:pt>
                <c:pt idx="19">
                  <c:v>2.26154680583e-17</c:v>
                </c:pt>
                <c:pt idx="20">
                  <c:v>1.70202572231e-16</c:v>
                </c:pt>
                <c:pt idx="21">
                  <c:v>1.06030486927e-15</c:v>
                </c:pt>
                <c:pt idx="22">
                  <c:v>5.59194758165e-15</c:v>
                </c:pt>
                <c:pt idx="23">
                  <c:v>2.54759272426e-14</c:v>
                </c:pt>
                <c:pt idx="24">
                  <c:v>1.01999621774e-13</c:v>
                </c:pt>
                <c:pt idx="25">
                  <c:v>3.64171574895e-13</c:v>
                </c:pt>
                <c:pt idx="26">
                  <c:v>1.1747138226e-12</c:v>
                </c:pt>
                <c:pt idx="27">
                  <c:v>3.46406213669e-12</c:v>
                </c:pt>
                <c:pt idx="28">
                  <c:v>9.43703648375e-12</c:v>
                </c:pt>
                <c:pt idx="29">
                  <c:v>2.39586544154e-11</c:v>
                </c:pt>
                <c:pt idx="30">
                  <c:v>5.70766154767e-11</c:v>
                </c:pt>
                <c:pt idx="31">
                  <c:v>1.2826054271e-10</c:v>
                </c:pt>
                <c:pt idx="32">
                  <c:v>2.72936036903e-10</c:v>
                </c:pt>
                <c:pt idx="33">
                  <c:v>5.51789924166e-10</c:v>
                </c:pt>
                <c:pt idx="34">
                  <c:v>1.0632630352e-09</c:v>
                </c:pt>
                <c:pt idx="35">
                  <c:v>1.96037451856e-09</c:v>
                </c:pt>
                <c:pt idx="36">
                  <c:v>3.47460174972e-09</c:v>
                </c:pt>
                <c:pt idx="37">
                  <c:v>5.95215667294e-09</c:v>
                </c:pt>
                <c:pt idx="38">
                  <c:v>9.9101113128e-09</c:v>
                </c:pt>
                <c:pt idx="39">
                  <c:v>1.61210987258e-08</c:v>
                </c:pt>
                <c:pt idx="40">
                  <c:v>2.57350543486e-08</c:v>
                </c:pt>
                <c:pt idx="41">
                  <c:v>4.0445789621e-08</c:v>
                </c:pt>
                <c:pt idx="42">
                  <c:v>6.27097738395e-08</c:v>
                </c:pt>
                <c:pt idx="43">
                  <c:v>9.60257512579e-08</c:v>
                </c:pt>
                <c:pt idx="44">
                  <c:v>1.45284022889e-07</c:v>
                </c:pt>
                <c:pt idx="45">
                  <c:v>2.1719186884e-07</c:v>
                </c:pt>
                <c:pt idx="46">
                  <c:v>3.2077832743e-07</c:v>
                </c:pt>
                <c:pt idx="47">
                  <c:v>4.67962987304e-07</c:v>
                </c:pt>
                <c:pt idx="48">
                  <c:v>6.74165328253e-07</c:v>
                </c:pt>
                <c:pt idx="49">
                  <c:v>9.58907719702e-07</c:v>
                </c:pt>
                <c:pt idx="50">
                  <c:v>1.34635571937e-06</c:v>
                </c:pt>
                <c:pt idx="51">
                  <c:v>1.86574840782e-06</c:v>
                </c:pt>
                <c:pt idx="52">
                  <c:v>2.5516560335e-06</c:v>
                </c:pt>
                <c:pt idx="53">
                  <c:v>3.44405242438e-06</c:v>
                </c:pt>
                <c:pt idx="54">
                  <c:v>4.58817991606e-06</c:v>
                </c:pt>
                <c:pt idx="55">
                  <c:v>6.03425916986e-06</c:v>
                </c:pt>
                <c:pt idx="56">
                  <c:v>7.83714147712e-06</c:v>
                </c:pt>
                <c:pt idx="57">
                  <c:v>1.00560552677e-05</c:v>
                </c:pt>
                <c:pt idx="58">
                  <c:v>1.27546107203e-05</c:v>
                </c:pt>
                <c:pt idx="59">
                  <c:v>1.60011490143e-05</c:v>
                </c:pt>
                <c:pt idx="60">
                  <c:v>1.986933828e-05</c:v>
                </c:pt>
                <c:pt idx="61">
                  <c:v>2.44387811895e-05</c:v>
                </c:pt>
                <c:pt idx="62">
                  <c:v>2.97952076222e-05</c:v>
                </c:pt>
                <c:pt idx="63">
                  <c:v>3.6029998892e-05</c:v>
                </c:pt>
                <c:pt idx="64">
                  <c:v>4.32387541861e-05</c:v>
                </c:pt>
                <c:pt idx="65">
                  <c:v>5.15191001219e-05</c:v>
                </c:pt>
                <c:pt idx="66">
                  <c:v>6.09677497387e-05</c:v>
                </c:pt>
                <c:pt idx="67">
                  <c:v>7.1677305577e-05</c:v>
                </c:pt>
                <c:pt idx="68">
                  <c:v>8.37328780732e-05</c:v>
                </c:pt>
                <c:pt idx="69">
                  <c:v>9.72090209401e-05</c:v>
                </c:pt>
                <c:pt idx="70">
                  <c:v>0.000112167014275</c:v>
                </c:pt>
                <c:pt idx="71">
                  <c:v>0.000128653049307</c:v>
                </c:pt>
                <c:pt idx="72">
                  <c:v>0.000146697224697</c:v>
                </c:pt>
                <c:pt idx="73">
                  <c:v>0.000166314080479</c:v>
                </c:pt>
                <c:pt idx="74">
                  <c:v>0.000187504192782</c:v>
                </c:pt>
                <c:pt idx="75">
                  <c:v>0.000210257443964</c:v>
                </c:pt>
                <c:pt idx="76">
                  <c:v>0.000234556978248</c:v>
                </c:pt>
                <c:pt idx="77">
                  <c:v>0.000260384039941</c:v>
                </c:pt>
                <c:pt idx="78">
                  <c:v>0.000287722646018</c:v>
                </c:pt>
                <c:pt idx="79">
                  <c:v>0.000316563910015</c:v>
                </c:pt>
                <c:pt idx="80">
                  <c:v>0.000346909347112</c:v>
                </c:pt>
                <c:pt idx="81">
                  <c:v>0.000378772688812</c:v>
                </c:pt>
                <c:pt idx="82">
                  <c:v>0.000412179997972</c:v>
                </c:pt>
                <c:pt idx="83">
                  <c:v>0.000447167495956</c:v>
                </c:pt>
                <c:pt idx="84">
                  <c:v>0.000483777541699</c:v>
                </c:pt>
                <c:pt idx="85">
                  <c:v>0.000522052501947</c:v>
                </c:pt>
                <c:pt idx="86">
                  <c:v>0.000562027632601</c:v>
                </c:pt>
                <c:pt idx="87">
                  <c:v>0.0006037231491</c:v>
                </c:pt>
                <c:pt idx="88">
                  <c:v>0.000647136862668</c:v>
                </c:pt>
                <c:pt idx="89">
                  <c:v>0.000692237712125</c:v>
                </c:pt>
                <c:pt idx="90">
                  <c:v>0.000738961424166</c:v>
                </c:pt>
                <c:pt idx="91">
                  <c:v>0.000787208495867</c:v>
                </c:pt>
                <c:pt idx="92">
                  <c:v>0.000836845267674</c:v>
                </c:pt>
                <c:pt idx="93">
                  <c:v>0.000887707910033</c:v>
                </c:pt>
                <c:pt idx="94">
                  <c:v>0.000939609310461</c:v>
                </c:pt>
                <c:pt idx="95">
                  <c:v>0.00099234822841</c:v>
                </c:pt>
                <c:pt idx="96">
                  <c:v>0.00104571985424</c:v>
                </c:pt>
                <c:pt idx="97">
                  <c:v>0.00109952683849</c:v>
                </c:pt>
                <c:pt idx="98">
                  <c:v>0.0011535894752</c:v>
                </c:pt>
                <c:pt idx="99">
                  <c:v>0.00120775426262</c:v>
                </c:pt>
                <c:pt idx="100">
                  <c:v>0.00126189969475</c:v>
                </c:pt>
                <c:pt idx="101">
                  <c:v>0.00131593912672</c:v>
                </c:pt>
                <c:pt idx="102">
                  <c:v>0.00136982009076</c:v>
                </c:pt>
                <c:pt idx="103">
                  <c:v>0.00142352072026</c:v>
                </c:pt>
                <c:pt idx="104">
                  <c:v>0.00147704316571</c:v>
                </c:pt>
                <c:pt idx="105">
                  <c:v>0.00153040542214</c:v>
                </c:pt>
                <c:pt idx="106">
                  <c:v>0.00158363166782</c:v>
                </c:pt>
                <c:pt idx="107">
                  <c:v>0.001636743021</c:v>
                </c:pt>
                <c:pt idx="108">
                  <c:v>0.00168974862273</c:v>
                </c:pt>
                <c:pt idx="109">
                  <c:v>0.00174263906727</c:v>
                </c:pt>
                <c:pt idx="110">
                  <c:v>0.00179538158158</c:v>
                </c:pt>
                <c:pt idx="111">
                  <c:v>0.00184791876164</c:v>
                </c:pt>
                <c:pt idx="112">
                  <c:v>0.00190016956187</c:v>
                </c:pt>
                <c:pt idx="113">
                  <c:v>0.0019520337905</c:v>
                </c:pt>
                <c:pt idx="114">
                  <c:v>0.00200339822195</c:v>
                </c:pt>
                <c:pt idx="115">
                  <c:v>0.00205414494685</c:v>
                </c:pt>
                <c:pt idx="116">
                  <c:v>0.00210415982374</c:v>
                </c:pt>
                <c:pt idx="117">
                  <c:v>0.00215334102148</c:v>
                </c:pt>
                <c:pt idx="118">
                  <c:v>0.0022016059297</c:v>
                </c:pt>
                <c:pt idx="119">
                  <c:v>0.00224889600892</c:v>
                </c:pt>
                <c:pt idx="120">
                  <c:v>0.00229517901661</c:v>
                </c:pt>
                <c:pt idx="121">
                  <c:v>0.002340447851</c:v>
                </c:pt>
                <c:pt idx="122">
                  <c:v>0.00238471701438</c:v>
                </c:pt>
                <c:pt idx="123">
                  <c:v>0.00242801547222</c:v>
                </c:pt>
                <c:pt idx="124">
                  <c:v>0.00247037852557</c:v>
                </c:pt>
                <c:pt idx="125">
                  <c:v>0.00251183689543</c:v>
                </c:pt>
                <c:pt idx="126">
                  <c:v>0.00255240739085</c:v>
                </c:pt>
                <c:pt idx="127">
                  <c:v>0.00259226101932</c:v>
                </c:pt>
                <c:pt idx="128">
                  <c:v>0.00263182158767</c:v>
                </c:pt>
                <c:pt idx="129">
                  <c:v>0.00267079816628</c:v>
                </c:pt>
                <c:pt idx="130">
                  <c:v>0.0027090953151</c:v>
                </c:pt>
                <c:pt idx="131">
                  <c:v>0.00274658261738</c:v>
                </c:pt>
                <c:pt idx="132">
                  <c:v>0.00278309485169</c:v>
                </c:pt>
                <c:pt idx="133">
                  <c:v>0.0028184328641</c:v>
                </c:pt>
                <c:pt idx="134">
                  <c:v>0.00285236678795</c:v>
                </c:pt>
                <c:pt idx="135">
                  <c:v>0.00288464004169</c:v>
                </c:pt>
                <c:pt idx="136">
                  <c:v>0.00291497433851</c:v>
                </c:pt>
                <c:pt idx="137">
                  <c:v>0.00294307495096</c:v>
                </c:pt>
                <c:pt idx="138">
                  <c:v>0.00296863555684</c:v>
                </c:pt>
                <c:pt idx="139">
                  <c:v>0.00299134290786</c:v>
                </c:pt>
                <c:pt idx="140">
                  <c:v>0.00301088003032</c:v>
                </c:pt>
                <c:pt idx="141">
                  <c:v>0.00302692908417</c:v>
                </c:pt>
                <c:pt idx="142">
                  <c:v>0.00303917247619</c:v>
                </c:pt>
                <c:pt idx="143">
                  <c:v>0.00304729671036</c:v>
                </c:pt>
                <c:pt idx="144">
                  <c:v>0.00305100040132</c:v>
                </c:pt>
                <c:pt idx="145">
                  <c:v>0.0030500146703</c:v>
                </c:pt>
                <c:pt idx="146">
                  <c:v>0.00304413214349</c:v>
                </c:pt>
                <c:pt idx="147">
                  <c:v>0.00303324198507</c:v>
                </c:pt>
                <c:pt idx="148">
                  <c:v>0.00301734622802</c:v>
                </c:pt>
                <c:pt idx="149">
                  <c:v>0.00299651790199</c:v>
                </c:pt>
                <c:pt idx="150">
                  <c:v>0.00297086812977</c:v>
                </c:pt>
                <c:pt idx="151">
                  <c:v>0.00294066962103</c:v>
                </c:pt>
                <c:pt idx="152">
                  <c:v>0.00290643119733</c:v>
                </c:pt>
                <c:pt idx="153">
                  <c:v>0.00286898160858</c:v>
                </c:pt>
                <c:pt idx="154">
                  <c:v>0.00282939856161</c:v>
                </c:pt>
                <c:pt idx="155">
                  <c:v>0.00278881086524</c:v>
                </c:pt>
                <c:pt idx="156">
                  <c:v>0.00274832282369</c:v>
                </c:pt>
                <c:pt idx="157">
                  <c:v>0.00270910220688</c:v>
                </c:pt>
                <c:pt idx="158">
                  <c:v>0.00267238932267</c:v>
                </c:pt>
                <c:pt idx="159">
                  <c:v>0.00263955411376</c:v>
                </c:pt>
                <c:pt idx="160">
                  <c:v>0.00261184203455</c:v>
                </c:pt>
                <c:pt idx="161">
                  <c:v>0.00259029691798</c:v>
                </c:pt>
                <c:pt idx="162">
                  <c:v>0.00257614308361</c:v>
                </c:pt>
                <c:pt idx="163">
                  <c:v>0.0025701582039</c:v>
                </c:pt>
                <c:pt idx="164">
                  <c:v>0.00257222404595</c:v>
                </c:pt>
                <c:pt idx="165">
                  <c:v>0.00258041810019</c:v>
                </c:pt>
                <c:pt idx="166">
                  <c:v>0.00259183685692</c:v>
                </c:pt>
                <c:pt idx="167">
                  <c:v>0.00260384824227</c:v>
                </c:pt>
                <c:pt idx="168">
                  <c:v>0.00261507159581</c:v>
                </c:pt>
                <c:pt idx="169">
                  <c:v>0.00262529277501</c:v>
                </c:pt>
                <c:pt idx="170">
                  <c:v>0.00263480109102</c:v>
                </c:pt>
                <c:pt idx="171">
                  <c:v>0.00264381327914</c:v>
                </c:pt>
                <c:pt idx="172">
                  <c:v>0.00265226514487</c:v>
                </c:pt>
                <c:pt idx="173">
                  <c:v>0.00265992433701</c:v>
                </c:pt>
                <c:pt idx="174">
                  <c:v>0.00266656211725</c:v>
                </c:pt>
                <c:pt idx="175">
                  <c:v>0.00267207061903</c:v>
                </c:pt>
                <c:pt idx="176">
                  <c:v>0.00267644914784</c:v>
                </c:pt>
                <c:pt idx="177">
                  <c:v>0.00267971528337</c:v>
                </c:pt>
                <c:pt idx="178">
                  <c:v>0.00268181457563</c:v>
                </c:pt>
                <c:pt idx="179">
                  <c:v>0.00268259292174</c:v>
                </c:pt>
                <c:pt idx="180">
                  <c:v>0.00268184549559</c:v>
                </c:pt>
                <c:pt idx="181">
                  <c:v>0.00267942835013</c:v>
                </c:pt>
                <c:pt idx="182">
                  <c:v>0.0026753757329</c:v>
                </c:pt>
                <c:pt idx="183">
                  <c:v>0.00267003394869</c:v>
                </c:pt>
                <c:pt idx="184">
                  <c:v>0.00266400832533</c:v>
                </c:pt>
                <c:pt idx="185">
                  <c:v>0.0026580351776</c:v>
                </c:pt>
                <c:pt idx="186">
                  <c:v>0.00265284019157</c:v>
                </c:pt>
                <c:pt idx="187">
                  <c:v>0.00264895900606</c:v>
                </c:pt>
                <c:pt idx="188">
                  <c:v>0.0026466401503</c:v>
                </c:pt>
                <c:pt idx="189">
                  <c:v>0.00264583407196</c:v>
                </c:pt>
                <c:pt idx="190">
                  <c:v>0.00264628252979</c:v>
                </c:pt>
                <c:pt idx="191">
                  <c:v>0.00264764359557</c:v>
                </c:pt>
                <c:pt idx="192">
                  <c:v>0.00264958995127</c:v>
                </c:pt>
                <c:pt idx="193">
                  <c:v>0.00265186185114</c:v>
                </c:pt>
                <c:pt idx="194">
                  <c:v>0.00265427939635</c:v>
                </c:pt>
                <c:pt idx="195">
                  <c:v>0.0026567289614</c:v>
                </c:pt>
                <c:pt idx="196">
                  <c:v>0.00265913884542</c:v>
                </c:pt>
                <c:pt idx="197">
                  <c:v>0.00266145199328</c:v>
                </c:pt>
                <c:pt idx="198">
                  <c:v>0.00266360896749</c:v>
                </c:pt>
                <c:pt idx="199">
                  <c:v>0.00266554256858</c:v>
                </c:pt>
                <c:pt idx="200">
                  <c:v>0.00266718302807</c:v>
                </c:pt>
                <c:pt idx="201">
                  <c:v>0.00266846589169</c:v>
                </c:pt>
                <c:pt idx="202">
                  <c:v>0.00266934454804</c:v>
                </c:pt>
                <c:pt idx="203">
                  <c:v>0.00266979890239</c:v>
                </c:pt>
                <c:pt idx="204">
                  <c:v>0.00266984879207</c:v>
                </c:pt>
                <c:pt idx="205">
                  <c:v>0.00266956441598</c:v>
                </c:pt>
                <c:pt idx="206">
                  <c:v>0.00266906694175</c:v>
                </c:pt>
                <c:pt idx="207">
                  <c:v>0.00266851869339</c:v>
                </c:pt>
                <c:pt idx="208">
                  <c:v>0.00266809714079</c:v>
                </c:pt>
                <c:pt idx="209">
                  <c:v>0.00266796421782</c:v>
                </c:pt>
                <c:pt idx="210">
                  <c:v>0.00266824028695</c:v>
                </c:pt>
                <c:pt idx="211">
                  <c:v>0.00266898720349</c:v>
                </c:pt>
                <c:pt idx="212">
                  <c:v>0.0026702041546</c:v>
                </c:pt>
                <c:pt idx="213">
                  <c:v>0.002671834412</c:v>
                </c:pt>
                <c:pt idx="214">
                  <c:v>0.00267378065445</c:v>
                </c:pt>
                <c:pt idx="215">
                  <c:v>0.00267592385746</c:v>
                </c:pt>
                <c:pt idx="216">
                  <c:v>0.00267814162232</c:v>
                </c:pt>
                <c:pt idx="217">
                  <c:v>0.00268032257519</c:v>
                </c:pt>
                <c:pt idx="218">
                  <c:v>0.00268237571674</c:v>
                </c:pt>
                <c:pt idx="219">
                  <c:v>0.00268423429584</c:v>
                </c:pt>
                <c:pt idx="220">
                  <c:v>0.00268585575235</c:v>
                </c:pt>
                <c:pt idx="221">
                  <c:v>0.00268721920018</c:v>
                </c:pt>
                <c:pt idx="222">
                  <c:v>0.00268832232207</c:v>
                </c:pt>
                <c:pt idx="223">
                  <c:v>0.00268917836582</c:v>
                </c:pt>
                <c:pt idx="224">
                  <c:v>0.00268981420908</c:v>
                </c:pt>
                <c:pt idx="225">
                  <c:v>0.00269026905087</c:v>
                </c:pt>
                <c:pt idx="226">
                  <c:v>0.00269059363092</c:v>
                </c:pt>
                <c:pt idx="227">
                  <c:v>0.00269084902701</c:v>
                </c:pt>
                <c:pt idx="228">
                  <c:v>0.00269110417678</c:v>
                </c:pt>
                <c:pt idx="229">
                  <c:v>0.00269143168134</c:v>
                </c:pt>
                <c:pt idx="230">
                  <c:v>0.0026919019134</c:v>
                </c:pt>
                <c:pt idx="231">
                  <c:v>0.00269257623606</c:v>
                </c:pt>
                <c:pt idx="232">
                  <c:v>0.00269350038035</c:v>
                </c:pt>
                <c:pt idx="233">
                  <c:v>0.00269469920883</c:v>
                </c:pt>
                <c:pt idx="234">
                  <c:v>0.00269617378321</c:v>
                </c:pt>
                <c:pt idx="235">
                  <c:v>0.00269790131308</c:v>
                </c:pt>
                <c:pt idx="236">
                  <c:v>0.0026998380162</c:v>
                </c:pt>
                <c:pt idx="237">
                  <c:v>0.00270192446708</c:v>
                </c:pt>
                <c:pt idx="238">
                  <c:v>0.00270409250209</c:v>
                </c:pt>
                <c:pt idx="239">
                  <c:v>0.00270627265699</c:v>
                </c:pt>
                <c:pt idx="240">
                  <c:v>0.00270840102407</c:v>
                </c:pt>
                <c:pt idx="241">
                  <c:v>0.00271042476991</c:v>
                </c:pt>
                <c:pt idx="242">
                  <c:v>0.00271230585172</c:v>
                </c:pt>
                <c:pt idx="243">
                  <c:v>0.00271402287554</c:v>
                </c:pt>
                <c:pt idx="244">
                  <c:v>0.00271557123832</c:v>
                </c:pt>
                <c:pt idx="245">
                  <c:v>0.00271696187477</c:v>
                </c:pt>
                <c:pt idx="246">
                  <c:v>0.00271821899977</c:v>
                </c:pt>
                <c:pt idx="247">
                  <c:v>0.00271937720732</c:v>
                </c:pt>
                <c:pt idx="248">
                  <c:v>0.00272047821962</c:v>
                </c:pt>
                <c:pt idx="249">
                  <c:v>0.00272156745151</c:v>
                </c:pt>
                <c:pt idx="250">
                  <c:v>0.00272269056743</c:v>
                </c:pt>
                <c:pt idx="251">
                  <c:v>0.00272389014835</c:v>
                </c:pt>
                <c:pt idx="252">
                  <c:v>0.002725202608</c:v>
                </c:pt>
                <c:pt idx="253">
                  <c:v>0.00272665550377</c:v>
                </c:pt>
                <c:pt idx="254">
                  <c:v>0.00272826546875</c:v>
                </c:pt>
                <c:pt idx="255">
                  <c:v>0.00273003697725</c:v>
                </c:pt>
                <c:pt idx="256">
                  <c:v>0.00273196213047</c:v>
                </c:pt>
                <c:pt idx="257">
                  <c:v>0.00273402154078</c:v>
                </c:pt>
                <c:pt idx="258">
                  <c:v>0.00273618627323</c:v>
                </c:pt>
                <c:pt idx="259">
                  <c:v>0.00273842067026</c:v>
                </c:pt>
                <c:pt idx="260">
                  <c:v>0.0027406857781</c:v>
                </c:pt>
                <c:pt idx="261">
                  <c:v>0.00274294301915</c:v>
                </c:pt>
                <c:pt idx="262">
                  <c:v>0.00274515771132</c:v>
                </c:pt>
                <c:pt idx="263">
                  <c:v>0.00274730207071</c:v>
                </c:pt>
                <c:pt idx="264">
                  <c:v>0.00274935742017</c:v>
                </c:pt>
                <c:pt idx="265">
                  <c:v>0.00275131544492</c:v>
                </c:pt>
                <c:pt idx="266">
                  <c:v>0.00275317843504</c:v>
                </c:pt>
                <c:pt idx="267">
                  <c:v>0.00275495856723</c:v>
                </c:pt>
                <c:pt idx="268">
                  <c:v>0.00275667638523</c:v>
                </c:pt>
                <c:pt idx="269">
                  <c:v>0.00275835870181</c:v>
                </c:pt>
                <c:pt idx="270">
                  <c:v>0.0027600361366</c:v>
                </c:pt>
                <c:pt idx="271">
                  <c:v>0.00276174050518</c:v>
                </c:pt>
                <c:pt idx="272">
                  <c:v>0.00276350227229</c:v>
                </c:pt>
                <c:pt idx="273">
                  <c:v>0.00276534825886</c:v>
                </c:pt>
                <c:pt idx="274">
                  <c:v>0.00276729974571</c:v>
                </c:pt>
                <c:pt idx="275">
                  <c:v>0.00276937108121</c:v>
                </c:pt>
                <c:pt idx="276">
                  <c:v>0.00277156884869</c:v>
                </c:pt>
                <c:pt idx="277">
                  <c:v>0.0027738916251</c:v>
                </c:pt>
                <c:pt idx="278">
                  <c:v>0.00277633034472</c:v>
                </c:pt>
                <c:pt idx="279">
                  <c:v>0.00277886924798</c:v>
                </c:pt>
                <c:pt idx="280">
                  <c:v>0.00278148732572</c:v>
                </c:pt>
                <c:pt idx="281">
                  <c:v>0.00278416013594</c:v>
                </c:pt>
                <c:pt idx="282">
                  <c:v>0.00278686184056</c:v>
                </c:pt>
                <c:pt idx="283">
                  <c:v>0.00278956729771</c:v>
                </c:pt>
                <c:pt idx="284">
                  <c:v>0.00279225403244</c:v>
                </c:pt>
                <c:pt idx="285">
                  <c:v>0.00279490390995</c:v>
                </c:pt>
                <c:pt idx="286">
                  <c:v>0.00279750439157</c:v>
                </c:pt>
                <c:pt idx="287">
                  <c:v>0.00280004928568</c:v>
                </c:pt>
                <c:pt idx="288">
                  <c:v>0.00280253894486</c:v>
                </c:pt>
                <c:pt idx="289">
                  <c:v>0.00280497991265</c:v>
                </c:pt>
                <c:pt idx="290">
                  <c:v>0.00280738407192</c:v>
                </c:pt>
                <c:pt idx="291">
                  <c:v>0.00280976739948</c:v>
                </c:pt>
                <c:pt idx="292">
                  <c:v>0.0028121484585</c:v>
                </c:pt>
                <c:pt idx="293">
                  <c:v>0.00281454677207</c:v>
                </c:pt>
                <c:pt idx="294">
                  <c:v>0.00281698121496</c:v>
                </c:pt>
                <c:pt idx="295">
                  <c:v>0.00281946854513</c:v>
                </c:pt>
                <c:pt idx="296">
                  <c:v>0.00282202218847</c:v>
                </c:pt>
                <c:pt idx="297">
                  <c:v>0.00282465136566</c:v>
                </c:pt>
                <c:pt idx="298">
                  <c:v>0.0028273605999</c:v>
                </c:pt>
                <c:pt idx="299">
                  <c:v>0.00283014961755</c:v>
                </c:pt>
                <c:pt idx="300">
                  <c:v>0.00283301363527</c:v>
                </c:pt>
                <c:pt idx="301">
                  <c:v>0.00283594399825</c:v>
                </c:pt>
                <c:pt idx="302">
                  <c:v>0.00283892911384</c:v>
                </c:pt>
                <c:pt idx="303">
                  <c:v>0.00284195559848</c:v>
                </c:pt>
                <c:pt idx="304">
                  <c:v>0.00284500952098</c:v>
                </c:pt>
                <c:pt idx="305">
                  <c:v>0.00284807762537</c:v>
                </c:pt>
                <c:pt idx="306">
                  <c:v>0.00285114844388</c:v>
                </c:pt>
                <c:pt idx="307">
                  <c:v>0.00285421321896</c:v>
                </c:pt>
                <c:pt idx="308">
                  <c:v>0.00285726656813</c:v>
                </c:pt>
                <c:pt idx="309">
                  <c:v>0.00286030684733</c:v>
                </c:pt>
                <c:pt idx="310">
                  <c:v>0.00286333617124</c:v>
                </c:pt>
                <c:pt idx="311">
                  <c:v>0.00286636009122</c:v>
                </c:pt>
                <c:pt idx="312">
                  <c:v>0.00286938698937</c:v>
                </c:pt>
                <c:pt idx="313">
                  <c:v>0.00287242727441</c:v>
                </c:pt>
                <c:pt idx="314">
                  <c:v>0.00287549243831</c:v>
                </c:pt>
                <c:pt idx="315">
                  <c:v>0.00287859403495</c:v>
                </c:pt>
                <c:pt idx="316">
                  <c:v>0.00288174268296</c:v>
                </c:pt>
                <c:pt idx="317">
                  <c:v>0.00288494719528</c:v>
                </c:pt>
                <c:pt idx="318">
                  <c:v>0.00288821389485</c:v>
                </c:pt>
                <c:pt idx="319">
                  <c:v>0.00289154614909</c:v>
                </c:pt>
                <c:pt idx="320">
                  <c:v>0.00289494415291</c:v>
                </c:pt>
                <c:pt idx="321">
                  <c:v>0.00289840497846</c:v>
                </c:pt>
                <c:pt idx="322">
                  <c:v>0.00290192287956</c:v>
                </c:pt>
                <c:pt idx="323">
                  <c:v>0.0029054898066</c:v>
                </c:pt>
                <c:pt idx="324">
                  <c:v>0.002909096093</c:v>
                </c:pt>
                <c:pt idx="325">
                  <c:v>0.00291273126159</c:v>
                </c:pt>
                <c:pt idx="326">
                  <c:v>0.00291638487247</c:v>
                </c:pt>
                <c:pt idx="327">
                  <c:v>0.00292004733498</c:v>
                </c:pt>
                <c:pt idx="328">
                  <c:v>0.00292371061772</c:v>
                </c:pt>
                <c:pt idx="329">
                  <c:v>0.00292736880684</c:v>
                </c:pt>
                <c:pt idx="330">
                  <c:v>0.00293101848384</c:v>
                </c:pt>
                <c:pt idx="331">
                  <c:v>0.00293465890223</c:v>
                </c:pt>
                <c:pt idx="332">
                  <c:v>0.00293829195277</c:v>
                </c:pt>
                <c:pt idx="333">
                  <c:v>0.00294192193254</c:v>
                </c:pt>
                <c:pt idx="334">
                  <c:v>0.00294555512967</c:v>
                </c:pt>
                <c:pt idx="335">
                  <c:v>0.00294919925242</c:v>
                </c:pt>
                <c:pt idx="336">
                  <c:v>0.00295286277703</c:v>
                </c:pt>
                <c:pt idx="337">
                  <c:v>0.00295655427865</c:v>
                </c:pt>
                <c:pt idx="338">
                  <c:v>0.0029602817997</c:v>
                </c:pt>
                <c:pt idx="339">
                  <c:v>0.00296405229633</c:v>
                </c:pt>
                <c:pt idx="340">
                  <c:v>0.00296787118625</c:v>
                </c:pt>
                <c:pt idx="341">
                  <c:v>0.00297174202544</c:v>
                </c:pt>
                <c:pt idx="342">
                  <c:v>0.00297566634478</c:v>
                </c:pt>
                <c:pt idx="343">
                  <c:v>0.00297964366488</c:v>
                </c:pt>
                <c:pt idx="344">
                  <c:v>0.00298367167124</c:v>
                </c:pt>
                <c:pt idx="345">
                  <c:v>0.00298774650917</c:v>
                </c:pt>
                <c:pt idx="346">
                  <c:v>0.00299186318471</c:v>
                </c:pt>
                <c:pt idx="347">
                  <c:v>0.00299601605286</c:v>
                </c:pt>
                <c:pt idx="348">
                  <c:v>0.00300019933323</c:v>
                </c:pt>
                <c:pt idx="349">
                  <c:v>0.0030044075905</c:v>
                </c:pt>
                <c:pt idx="350">
                  <c:v>0.00300863615022</c:v>
                </c:pt>
                <c:pt idx="351">
                  <c:v>0.00301288143343</c:v>
                </c:pt>
                <c:pt idx="352">
                  <c:v>0.00301714119172</c:v>
                </c:pt>
                <c:pt idx="353">
                  <c:v>0.00302141462005</c:v>
                </c:pt>
                <c:pt idx="354">
                  <c:v>0.00302570233979</c:v>
                </c:pt>
                <c:pt idx="355">
                  <c:v>0.0030300062636</c:v>
                </c:pt>
                <c:pt idx="356">
                  <c:v>0.00303432935453</c:v>
                </c:pt>
                <c:pt idx="357">
                  <c:v>0.00303867529915</c:v>
                </c:pt>
                <c:pt idx="358">
                  <c:v>0.00304304813272</c:v>
                </c:pt>
                <c:pt idx="359">
                  <c:v>0.00304745185729</c:v>
                </c:pt>
                <c:pt idx="360">
                  <c:v>0.00305189008146</c:v>
                </c:pt>
                <c:pt idx="361">
                  <c:v>0.00305636570572</c:v>
                </c:pt>
                <c:pt idx="362">
                  <c:v>0.00306088067835</c:v>
                </c:pt>
                <c:pt idx="363">
                  <c:v>0.00306543584696</c:v>
                </c:pt>
                <c:pt idx="364">
                  <c:v>0.00307003090811</c:v>
                </c:pt>
                <c:pt idx="365">
                  <c:v>0.00307466444486</c:v>
                </c:pt>
                <c:pt idx="366">
                  <c:v>0.00307933405808</c:v>
                </c:pt>
                <c:pt idx="367">
                  <c:v>0.00308403659058</c:v>
                </c:pt>
                <c:pt idx="368">
                  <c:v>0.00308876841363</c:v>
                </c:pt>
                <c:pt idx="369">
                  <c:v>0.00309352574194</c:v>
                </c:pt>
                <c:pt idx="370">
                  <c:v>0.00309830494698</c:v>
                </c:pt>
                <c:pt idx="371">
                  <c:v>0.00310310284581</c:v>
                </c:pt>
                <c:pt idx="372">
                  <c:v>0.00310791695397</c:v>
                </c:pt>
                <c:pt idx="373">
                  <c:v>0.00311274569055</c:v>
                </c:pt>
                <c:pt idx="374">
                  <c:v>0.00311758850689</c:v>
                </c:pt>
                <c:pt idx="375">
                  <c:v>0.0031224459215</c:v>
                </c:pt>
                <c:pt idx="376">
                  <c:v>0.00312731946384</c:v>
                </c:pt>
                <c:pt idx="377">
                  <c:v>0.00313221153325</c:v>
                </c:pt>
                <c:pt idx="378">
                  <c:v>0.00313712520445</c:v>
                </c:pt>
                <c:pt idx="379">
                  <c:v>0.00314206401016</c:v>
                </c:pt>
                <c:pt idx="380">
                  <c:v>0.00314703169107</c:v>
                </c:pt>
                <c:pt idx="381">
                  <c:v>0.00315203191186</c:v>
                </c:pt>
                <c:pt idx="382">
                  <c:v>0.00315706798515</c:v>
                </c:pt>
                <c:pt idx="383">
                  <c:v>0.00316214264809</c:v>
                </c:pt>
                <c:pt idx="384">
                  <c:v>0.00316725790147</c:v>
                </c:pt>
                <c:pt idx="385">
                  <c:v>0.00317241489381</c:v>
                </c:pt>
                <c:pt idx="386">
                  <c:v>0.00317761386947</c:v>
                </c:pt>
                <c:pt idx="387">
                  <c:v>0.00318285420254</c:v>
                </c:pt>
                <c:pt idx="388">
                  <c:v>0.00318813449793</c:v>
                </c:pt>
                <c:pt idx="389">
                  <c:v>0.00319345273322</c:v>
                </c:pt>
                <c:pt idx="390">
                  <c:v>0.00319880643019</c:v>
                </c:pt>
                <c:pt idx="391">
                  <c:v>0.00320419285005</c:v>
                </c:pt>
                <c:pt idx="392">
                  <c:v>0.00320960920772</c:v>
                </c:pt>
                <c:pt idx="393">
                  <c:v>0.00321505288699</c:v>
                </c:pt>
                <c:pt idx="394">
                  <c:v>0.00322052162968</c:v>
                </c:pt>
                <c:pt idx="395">
                  <c:v>0.00322601367978</c:v>
                </c:pt>
                <c:pt idx="396">
                  <c:v>0.00323152787601</c:v>
                </c:pt>
                <c:pt idx="397">
                  <c:v>0.00323706369741</c:v>
                </c:pt>
                <c:pt idx="398">
                  <c:v>0.00324262125659</c:v>
                </c:pt>
                <c:pt idx="399">
                  <c:v>0.00324820123775</c:v>
                </c:pt>
                <c:pt idx="400">
                  <c:v>0.00325380479237</c:v>
                </c:pt>
                <c:pt idx="401">
                  <c:v>0.00325943341168</c:v>
                </c:pt>
                <c:pt idx="402">
                  <c:v>0.00326508878168</c:v>
                </c:pt>
                <c:pt idx="403">
                  <c:v>0.00327077262459</c:v>
                </c:pt>
                <c:pt idx="404">
                  <c:v>0.00327648654559</c:v>
                </c:pt>
                <c:pt idx="405">
                  <c:v>0.00328223190593</c:v>
                </c:pt>
                <c:pt idx="406">
                  <c:v>0.0032880097272</c:v>
                </c:pt>
                <c:pt idx="407">
                  <c:v>0.00329382042551</c:v>
                </c:pt>
                <c:pt idx="408">
                  <c:v>0.0032996639208</c:v>
                </c:pt>
                <c:pt idx="409">
                  <c:v>0.00330554177833</c:v>
                </c:pt>
                <c:pt idx="410">
                  <c:v>0.00331145928573</c:v>
                </c:pt>
                <c:pt idx="411">
                  <c:v>0.00331742483547</c:v>
                </c:pt>
                <c:pt idx="412">
                  <c:v>0.00332344634021</c:v>
                </c:pt>
                <c:pt idx="413">
                  <c:v>0.00332953555693</c:v>
                </c:pt>
                <c:pt idx="414">
                  <c:v>0.00333573604147</c:v>
                </c:pt>
                <c:pt idx="415">
                  <c:v>0.0033421960134</c:v>
                </c:pt>
                <c:pt idx="416">
                  <c:v>0.00334930074605</c:v>
                </c:pt>
                <c:pt idx="417">
                  <c:v>0.00335785479197</c:v>
                </c:pt>
                <c:pt idx="418">
                  <c:v>0.00336928024713</c:v>
                </c:pt>
                <c:pt idx="419">
                  <c:v>0.00338573912936</c:v>
                </c:pt>
                <c:pt idx="420">
                  <c:v>0.00341008260364</c:v>
                </c:pt>
                <c:pt idx="421">
                  <c:v>0.00345130694002</c:v>
                </c:pt>
                <c:pt idx="422">
                  <c:v>0.0035135960814</c:v>
                </c:pt>
                <c:pt idx="423">
                  <c:v>0.0036025259825</c:v>
                </c:pt>
                <c:pt idx="424">
                  <c:v>0.00372595077399</c:v>
                </c:pt>
                <c:pt idx="425">
                  <c:v>0.00389324084056</c:v>
                </c:pt>
                <c:pt idx="426">
                  <c:v>0.00411389496322</c:v>
                </c:pt>
                <c:pt idx="427">
                  <c:v>0.00439521314925</c:v>
                </c:pt>
                <c:pt idx="428">
                  <c:v>0.00474193561423</c:v>
                </c:pt>
                <c:pt idx="429">
                  <c:v>0.00515751645457</c:v>
                </c:pt>
                <c:pt idx="430">
                  <c:v>0.00564600292054</c:v>
                </c:pt>
                <c:pt idx="431">
                  <c:v>0.00621313863297</c:v>
                </c:pt>
                <c:pt idx="432">
                  <c:v>0.00686614558596</c:v>
                </c:pt>
                <c:pt idx="433">
                  <c:v>0.00761248540657</c:v>
                </c:pt>
                <c:pt idx="434">
                  <c:v>0.00845876755127</c:v>
                </c:pt>
                <c:pt idx="435">
                  <c:v>0.00941002905683</c:v>
                </c:pt>
                <c:pt idx="436">
                  <c:v>0.01046993582</c:v>
                </c:pt>
                <c:pt idx="437">
                  <c:v>0.0116410956309</c:v>
                </c:pt>
                <c:pt idx="438">
                  <c:v>0.012925542028</c:v>
                </c:pt>
                <c:pt idx="439">
                  <c:v>0.0143242651471</c:v>
                </c:pt>
                <c:pt idx="440">
                  <c:v>0.0158367218368</c:v>
                </c:pt>
                <c:pt idx="441">
                  <c:v>0.0174600736894</c:v>
                </c:pt>
                <c:pt idx="442">
                  <c:v>0.0191883666681</c:v>
                </c:pt>
                <c:pt idx="443">
                  <c:v>0.0210126511985</c:v>
                </c:pt>
                <c:pt idx="444">
                  <c:v>0.0229220186503</c:v>
                </c:pt>
                <c:pt idx="445">
                  <c:v>0.0249060103557</c:v>
                </c:pt>
                <c:pt idx="446">
                  <c:v>0.0269571228467</c:v>
                </c:pt>
                <c:pt idx="447">
                  <c:v>0.0290727087048</c:v>
                </c:pt>
                <c:pt idx="448">
                  <c:v>0.0312552497252</c:v>
                </c:pt>
                <c:pt idx="449">
                  <c:v>0.0335110194259</c:v>
                </c:pt>
                <c:pt idx="450">
                  <c:v>0.0358476580393</c:v>
                </c:pt>
                <c:pt idx="451">
                  <c:v>0.0382716597714</c:v>
                </c:pt>
                <c:pt idx="452">
                  <c:v>0.040786614824</c:v>
                </c:pt>
                <c:pt idx="453">
                  <c:v>0.0433926298386</c:v>
                </c:pt>
                <c:pt idx="454">
                  <c:v>0.0460866484736</c:v>
                </c:pt>
                <c:pt idx="455">
                  <c:v>0.0488631577845</c:v>
                </c:pt>
                <c:pt idx="456">
                  <c:v>0.0517149574871</c:v>
                </c:pt>
                <c:pt idx="457">
                  <c:v>0.0546335626458</c:v>
                </c:pt>
                <c:pt idx="458">
                  <c:v>0.0576094566954</c:v>
                </c:pt>
                <c:pt idx="459">
                  <c:v>0.0606321893787</c:v>
                </c:pt>
                <c:pt idx="460">
                  <c:v>0.0636904915185</c:v>
                </c:pt>
                <c:pt idx="461">
                  <c:v>0.0667725633021</c:v>
                </c:pt>
                <c:pt idx="462">
                  <c:v>0.0698663692264</c:v>
                </c:pt>
                <c:pt idx="463">
                  <c:v>0.0729600526297</c:v>
                </c:pt>
                <c:pt idx="464">
                  <c:v>0.0760422802709</c:v>
                </c:pt>
                <c:pt idx="465">
                  <c:v>0.0791025960063</c:v>
                </c:pt>
                <c:pt idx="466">
                  <c:v>0.0821317695268</c:v>
                </c:pt>
                <c:pt idx="467">
                  <c:v>0.0851221352528</c:v>
                </c:pt>
                <c:pt idx="468">
                  <c:v>0.08806788008</c:v>
                </c:pt>
                <c:pt idx="469">
                  <c:v>0.0909651857042</c:v>
                </c:pt>
                <c:pt idx="470">
                  <c:v>0.0938121105773</c:v>
                </c:pt>
                <c:pt idx="471">
                  <c:v>0.0966082122111</c:v>
                </c:pt>
                <c:pt idx="472">
                  <c:v>0.0993539232745</c:v>
                </c:pt>
                <c:pt idx="473">
                  <c:v>0.102049890901</c:v>
                </c:pt>
                <c:pt idx="474">
                  <c:v>0.10469635845</c:v>
                </c:pt>
                <c:pt idx="475">
                  <c:v>0.107292800988</c:v>
                </c:pt>
                <c:pt idx="476">
                  <c:v>0.10983774821</c:v>
                </c:pt>
                <c:pt idx="477">
                  <c:v>0.112328861148</c:v>
                </c:pt>
                <c:pt idx="478">
                  <c:v>0.11476310806</c:v>
                </c:pt>
                <c:pt idx="479">
                  <c:v>0.117137048248</c:v>
                </c:pt>
                <c:pt idx="480">
                  <c:v>0.119447103569</c:v>
                </c:pt>
                <c:pt idx="481">
                  <c:v>0.121689857997</c:v>
                </c:pt>
                <c:pt idx="482">
                  <c:v>0.123862293757</c:v>
                </c:pt>
                <c:pt idx="483">
                  <c:v>0.125962049488</c:v>
                </c:pt>
                <c:pt idx="484">
                  <c:v>0.1279875875</c:v>
                </c:pt>
                <c:pt idx="485">
                  <c:v>0.129938363088</c:v>
                </c:pt>
                <c:pt idx="486">
                  <c:v>0.131814880924</c:v>
                </c:pt>
                <c:pt idx="487">
                  <c:v>0.13361871604</c:v>
                </c:pt>
                <c:pt idx="488">
                  <c:v>0.135352437243</c:v>
                </c:pt>
                <c:pt idx="489">
                  <c:v>0.137019481437</c:v>
                </c:pt>
                <c:pt idx="490">
                  <c:v>0.138623970591</c:v>
                </c:pt>
                <c:pt idx="491">
                  <c:v>0.140170482877</c:v>
                </c:pt>
                <c:pt idx="492">
                  <c:v>0.141663800971</c:v>
                </c:pt>
                <c:pt idx="493">
                  <c:v>0.143108626833</c:v>
                </c:pt>
                <c:pt idx="494">
                  <c:v>0.144509312922</c:v>
                </c:pt>
                <c:pt idx="495">
                  <c:v>0.145869599966</c:v>
                </c:pt>
                <c:pt idx="496">
                  <c:v>0.147192420124</c:v>
                </c:pt>
                <c:pt idx="497">
                  <c:v>0.148479753618</c:v>
                </c:pt>
                <c:pt idx="498">
                  <c:v>0.149732579127</c:v>
                </c:pt>
                <c:pt idx="499">
                  <c:v>0.150950895459</c:v>
                </c:pt>
                <c:pt idx="500">
                  <c:v>0.152133830969</c:v>
                </c:pt>
                <c:pt idx="501">
                  <c:v>0.153279809995</c:v>
                </c:pt>
                <c:pt idx="502">
                  <c:v>0.154386774729</c:v>
                </c:pt>
                <c:pt idx="503">
                  <c:v>0.155452430582</c:v>
                </c:pt>
                <c:pt idx="504">
                  <c:v>0.156474501102</c:v>
                </c:pt>
                <c:pt idx="505">
                  <c:v>0.157450967816</c:v>
                </c:pt>
                <c:pt idx="506">
                  <c:v>0.158380275521</c:v>
                </c:pt>
                <c:pt idx="507">
                  <c:v>0.159261491014</c:v>
                </c:pt>
                <c:pt idx="508">
                  <c:v>0.160094399225</c:v>
                </c:pt>
                <c:pt idx="509">
                  <c:v>0.160879539681</c:v>
                </c:pt>
                <c:pt idx="510">
                  <c:v>0.161618175982</c:v>
                </c:pt>
                <c:pt idx="511">
                  <c:v>0.162312214277</c:v>
                </c:pt>
                <c:pt idx="512">
                  <c:v>0.162964070076</c:v>
                </c:pt>
                <c:pt idx="513">
                  <c:v>0.163576508637</c:v>
                </c:pt>
                <c:pt idx="514">
                  <c:v>0.164152460181</c:v>
                </c:pt>
                <c:pt idx="515">
                  <c:v>0.164694841277</c:v>
                </c:pt>
                <c:pt idx="516">
                  <c:v>0.16520638015</c:v>
                </c:pt>
                <c:pt idx="517">
                  <c:v>0.165689479126</c:v>
                </c:pt>
                <c:pt idx="518">
                  <c:v>0.166146103328</c:v>
                </c:pt>
                <c:pt idx="519">
                  <c:v>0.166577726229</c:v>
                </c:pt>
                <c:pt idx="520">
                  <c:v>0.166985310172</c:v>
                </c:pt>
                <c:pt idx="521">
                  <c:v>0.167369346815</c:v>
                </c:pt>
                <c:pt idx="522">
                  <c:v>0.167729924981</c:v>
                </c:pt>
                <c:pt idx="523">
                  <c:v>0.16806684278</c:v>
                </c:pt>
                <c:pt idx="524">
                  <c:v>0.168379726995</c:v>
                </c:pt>
                <c:pt idx="525">
                  <c:v>0.168668169948</c:v>
                </c:pt>
                <c:pt idx="526">
                  <c:v>0.168931849611</c:v>
                </c:pt>
                <c:pt idx="527">
                  <c:v>0.169170637336</c:v>
                </c:pt>
                <c:pt idx="528">
                  <c:v>0.169384670963</c:v>
                </c:pt>
                <c:pt idx="529">
                  <c:v>0.169574393327</c:v>
                </c:pt>
                <c:pt idx="530">
                  <c:v>0.169740553423</c:v>
                </c:pt>
                <c:pt idx="531">
                  <c:v>0.169884164297</c:v>
                </c:pt>
                <c:pt idx="532">
                  <c:v>0.170006436414</c:v>
                </c:pt>
                <c:pt idx="533">
                  <c:v>0.170108671157</c:v>
                </c:pt>
                <c:pt idx="534">
                  <c:v>0.170192153221</c:v>
                </c:pt>
                <c:pt idx="535">
                  <c:v>0.170258015837</c:v>
                </c:pt>
                <c:pt idx="536">
                  <c:v>0.170307132557</c:v>
                </c:pt>
                <c:pt idx="537">
                  <c:v>0.17034167426</c:v>
                </c:pt>
                <c:pt idx="538">
                  <c:v>0.170365396141</c:v>
                </c:pt>
                <c:pt idx="539">
                  <c:v>0.170372717223</c:v>
                </c:pt>
                <c:pt idx="540">
                  <c:v>0.170362631939</c:v>
                </c:pt>
                <c:pt idx="541">
                  <c:v>0.170333598732</c:v>
                </c:pt>
                <c:pt idx="542">
                  <c:v>0.17028357316</c:v>
                </c:pt>
                <c:pt idx="543">
                  <c:v>0.17021004562</c:v>
                </c:pt>
                <c:pt idx="544">
                  <c:v>0.170110111206</c:v>
                </c:pt>
                <c:pt idx="545">
                  <c:v>0.169980542256</c:v>
                </c:pt>
                <c:pt idx="546">
                  <c:v>0.169817867568</c:v>
                </c:pt>
                <c:pt idx="547">
                  <c:v>0.169618445708</c:v>
                </c:pt>
                <c:pt idx="548">
                  <c:v>0.1693785225</c:v>
                </c:pt>
                <c:pt idx="549">
                  <c:v>0.169094278456</c:v>
                </c:pt>
                <c:pt idx="550">
                  <c:v>0.168761846478</c:v>
                </c:pt>
                <c:pt idx="551">
                  <c:v>0.168377320188</c:v>
                </c:pt>
                <c:pt idx="552">
                  <c:v>0.167936730044</c:v>
                </c:pt>
                <c:pt idx="553">
                  <c:v>0.167436057899</c:v>
                </c:pt>
                <c:pt idx="554">
                  <c:v>0.166871307402</c:v>
                </c:pt>
                <c:pt idx="555">
                  <c:v>0.166238758451</c:v>
                </c:pt>
                <c:pt idx="556">
                  <c:v>0.165535347864</c:v>
                </c:pt>
                <c:pt idx="557">
                  <c:v>0.164759153848</c:v>
                </c:pt>
                <c:pt idx="558">
                  <c:v>0.163909612116</c:v>
                </c:pt>
                <c:pt idx="559">
                  <c:v>0.162986837729</c:v>
                </c:pt>
                <c:pt idx="560">
                  <c:v>0.161991140433</c:v>
                </c:pt>
                <c:pt idx="561">
                  <c:v>0.160925122701</c:v>
                </c:pt>
                <c:pt idx="562">
                  <c:v>0.159795003225</c:v>
                </c:pt>
                <c:pt idx="563">
                  <c:v>0.158612182408</c:v>
                </c:pt>
                <c:pt idx="564">
                  <c:v>0.157392298747</c:v>
                </c:pt>
                <c:pt idx="565">
                  <c:v>0.156152104161</c:v>
                </c:pt>
                <c:pt idx="566">
                  <c:v>0.154908365518</c:v>
                </c:pt>
                <c:pt idx="567">
                  <c:v>0.153679608143</c:v>
                </c:pt>
                <c:pt idx="568">
                  <c:v>0.152486546731</c:v>
                </c:pt>
                <c:pt idx="569">
                  <c:v>0.151353425333</c:v>
                </c:pt>
                <c:pt idx="570">
                  <c:v>0.150303592193</c:v>
                </c:pt>
                <c:pt idx="571">
                  <c:v>0.149357948241</c:v>
                </c:pt>
                <c:pt idx="572">
                  <c:v>0.148541425089</c:v>
                </c:pt>
                <c:pt idx="573">
                  <c:v>0.147870472049</c:v>
                </c:pt>
                <c:pt idx="574">
                  <c:v>0.147343989194</c:v>
                </c:pt>
                <c:pt idx="575">
                  <c:v>0.146926802299</c:v>
                </c:pt>
                <c:pt idx="576">
                  <c:v>0.146565983054</c:v>
                </c:pt>
                <c:pt idx="577">
                  <c:v>0.146214316572</c:v>
                </c:pt>
                <c:pt idx="578">
                  <c:v>0.145847633077</c:v>
                </c:pt>
                <c:pt idx="579">
                  <c:v>0.145462590832</c:v>
                </c:pt>
                <c:pt idx="580">
                  <c:v>0.145064563126</c:v>
                </c:pt>
                <c:pt idx="581">
                  <c:v>0.144657477488</c:v>
                </c:pt>
                <c:pt idx="582">
                  <c:v>0.144240259906</c:v>
                </c:pt>
                <c:pt idx="583">
                  <c:v>0.14380890048</c:v>
                </c:pt>
                <c:pt idx="584">
                  <c:v>0.143359467482</c:v>
                </c:pt>
                <c:pt idx="585">
                  <c:v>0.14289014268</c:v>
                </c:pt>
                <c:pt idx="586">
                  <c:v>0.142400965102</c:v>
                </c:pt>
                <c:pt idx="587">
                  <c:v>0.141892283493</c:v>
                </c:pt>
                <c:pt idx="588">
                  <c:v>0.141363190871</c:v>
                </c:pt>
                <c:pt idx="589">
                  <c:v>0.14081103866</c:v>
                </c:pt>
                <c:pt idx="590">
                  <c:v>0.140232262509</c:v>
                </c:pt>
                <c:pt idx="591">
                  <c:v>0.139624297307</c:v>
                </c:pt>
                <c:pt idx="592">
                  <c:v>0.138987619562</c:v>
                </c:pt>
                <c:pt idx="593">
                  <c:v>0.138328177832</c:v>
                </c:pt>
                <c:pt idx="594">
                  <c:v>0.137656507445</c:v>
                </c:pt>
                <c:pt idx="595">
                  <c:v>0.136985548257</c:v>
                </c:pt>
                <c:pt idx="596">
                  <c:v>0.136328199588</c:v>
                </c:pt>
                <c:pt idx="597">
                  <c:v>0.135694075011</c:v>
                </c:pt>
                <c:pt idx="598">
                  <c:v>0.135087698161</c:v>
                </c:pt>
                <c:pt idx="599">
                  <c:v>0.134508253798</c:v>
                </c:pt>
                <c:pt idx="600">
                  <c:v>0.133951181325</c:v>
                </c:pt>
                <c:pt idx="601">
                  <c:v>0.133410423148</c:v>
                </c:pt>
                <c:pt idx="602">
                  <c:v>0.132880189827</c:v>
                </c:pt>
                <c:pt idx="603">
                  <c:v>0.132355910366</c:v>
                </c:pt>
                <c:pt idx="604">
                  <c:v>0.131834452331</c:v>
                </c:pt>
                <c:pt idx="605">
                  <c:v>0.131313877634</c:v>
                </c:pt>
                <c:pt idx="606">
                  <c:v>0.130793004213</c:v>
                </c:pt>
                <c:pt idx="607">
                  <c:v>0.130270912643</c:v>
                </c:pt>
                <c:pt idx="608">
                  <c:v>0.129746640217</c:v>
                </c:pt>
                <c:pt idx="609">
                  <c:v>0.129219085012</c:v>
                </c:pt>
                <c:pt idx="610">
                  <c:v>0.128687098665</c:v>
                </c:pt>
                <c:pt idx="611">
                  <c:v>0.128149623001</c:v>
                </c:pt>
                <c:pt idx="612">
                  <c:v>0.127605910978</c:v>
                </c:pt>
                <c:pt idx="613">
                  <c:v>0.127055675025</c:v>
                </c:pt>
                <c:pt idx="614">
                  <c:v>0.126499328471</c:v>
                </c:pt>
                <c:pt idx="615">
                  <c:v>0.125938176341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0</c:v>
                </c:pt>
                <c:pt idx="1">
                  <c:v>8.63968088328e-40</c:v>
                </c:pt>
                <c:pt idx="2">
                  <c:v>2.35126631934e-38</c:v>
                </c:pt>
                <c:pt idx="3">
                  <c:v>3.33725212473e-37</c:v>
                </c:pt>
                <c:pt idx="4">
                  <c:v>3.30504876224e-36</c:v>
                </c:pt>
                <c:pt idx="5">
                  <c:v>2.58688381731e-35</c:v>
                </c:pt>
                <c:pt idx="6">
                  <c:v>1.76665065756e-34</c:v>
                </c:pt>
                <c:pt idx="7">
                  <c:v>1.21637512015e-33</c:v>
                </c:pt>
                <c:pt idx="8">
                  <c:v>1.06936703677e-32</c:v>
                </c:pt>
                <c:pt idx="9">
                  <c:v>1.548876881e-31</c:v>
                </c:pt>
                <c:pt idx="10">
                  <c:v>5.33891968234e-30</c:v>
                </c:pt>
                <c:pt idx="11">
                  <c:v>3.72176138987e-28</c:v>
                </c:pt>
                <c:pt idx="12">
                  <c:v>2.32925208281e-26</c:v>
                </c:pt>
                <c:pt idx="13">
                  <c:v>1.05228754601e-24</c:v>
                </c:pt>
                <c:pt idx="14">
                  <c:v>3.38542455981e-23</c:v>
                </c:pt>
                <c:pt idx="15">
                  <c:v>8.08454048165e-22</c:v>
                </c:pt>
                <c:pt idx="16">
                  <c:v>1.49634211243e-20</c:v>
                </c:pt>
                <c:pt idx="17">
                  <c:v>2.18587633942e-19</c:v>
                </c:pt>
                <c:pt idx="18">
                  <c:v>2.53459820736e-18</c:v>
                </c:pt>
                <c:pt idx="19">
                  <c:v>2.34876898808e-17</c:v>
                </c:pt>
                <c:pt idx="20">
                  <c:v>1.76501545746e-16</c:v>
                </c:pt>
                <c:pt idx="21">
                  <c:v>1.09822790475e-15</c:v>
                </c:pt>
                <c:pt idx="22">
                  <c:v>5.78632983946e-15</c:v>
                </c:pt>
                <c:pt idx="23">
                  <c:v>2.63404653029e-14</c:v>
                </c:pt>
                <c:pt idx="24">
                  <c:v>1.05390816796e-13</c:v>
                </c:pt>
                <c:pt idx="25">
                  <c:v>3.76067479464e-13</c:v>
                </c:pt>
                <c:pt idx="26">
                  <c:v>1.21250340892e-12</c:v>
                </c:pt>
                <c:pt idx="27">
                  <c:v>3.57401869135e-12</c:v>
                </c:pt>
                <c:pt idx="28">
                  <c:v>9.7331068673e-12</c:v>
                </c:pt>
                <c:pt idx="29">
                  <c:v>2.47026868686e-11</c:v>
                </c:pt>
                <c:pt idx="30">
                  <c:v>5.88335124038e-11</c:v>
                </c:pt>
                <c:pt idx="31">
                  <c:v>1.32178733662e-10</c:v>
                </c:pt>
                <c:pt idx="32">
                  <c:v>2.81220589374e-10</c:v>
                </c:pt>
                <c:pt idx="33">
                  <c:v>5.68450008426e-10</c:v>
                </c:pt>
                <c:pt idx="34">
                  <c:v>1.0952290739e-09</c:v>
                </c:pt>
                <c:pt idx="35">
                  <c:v>2.01911709424e-09</c:v>
                </c:pt>
                <c:pt idx="36">
                  <c:v>3.57846986123e-09</c:v>
                </c:pt>
                <c:pt idx="37">
                  <c:v>6.12981943671e-09</c:v>
                </c:pt>
                <c:pt idx="38">
                  <c:v>1.02057235779e-08</c:v>
                </c:pt>
                <c:pt idx="39">
                  <c:v>1.66021002939e-08</c:v>
                </c:pt>
                <c:pt idx="40">
                  <c:v>2.6503820972e-08</c:v>
                </c:pt>
                <c:pt idx="41">
                  <c:v>4.16566852755e-08</c:v>
                </c:pt>
                <c:pt idx="42">
                  <c:v>6.4593534971e-08</c:v>
                </c:pt>
                <c:pt idx="43">
                  <c:v>9.8923637657e-08</c:v>
                </c:pt>
                <c:pt idx="44">
                  <c:v>1.49694791743e-07</c:v>
                </c:pt>
                <c:pt idx="45">
                  <c:v>2.23835316846e-07</c:v>
                </c:pt>
                <c:pt idx="46">
                  <c:v>3.30679890516e-07</c:v>
                </c:pt>
                <c:pt idx="47">
                  <c:v>4.8256420784e-07</c:v>
                </c:pt>
                <c:pt idx="48">
                  <c:v>6.95465151012e-07</c:v>
                </c:pt>
                <c:pt idx="49">
                  <c:v>9.89638956176e-07</c:v>
                </c:pt>
                <c:pt idx="50">
                  <c:v>1.39019985577e-06</c:v>
                </c:pt>
                <c:pt idx="51">
                  <c:v>1.92759060785e-06</c:v>
                </c:pt>
                <c:pt idx="52">
                  <c:v>2.63787969916e-06</c:v>
                </c:pt>
                <c:pt idx="53">
                  <c:v>3.56287112856e-06</c:v>
                </c:pt>
                <c:pt idx="54">
                  <c:v>4.75000206885e-06</c:v>
                </c:pt>
                <c:pt idx="55">
                  <c:v>6.25208079507e-06</c:v>
                </c:pt>
                <c:pt idx="56">
                  <c:v>8.12696487418e-06</c:v>
                </c:pt>
                <c:pt idx="57">
                  <c:v>1.04373374217e-05</c:v>
                </c:pt>
                <c:pt idx="58">
                  <c:v>1.32507542822e-05</c:v>
                </c:pt>
                <c:pt idx="59">
                  <c:v>1.66400567255e-05</c:v>
                </c:pt>
                <c:pt idx="60">
                  <c:v>2.06840527108e-05</c:v>
                </c:pt>
                <c:pt idx="61">
                  <c:v>2.54682247269e-05</c:v>
                </c:pt>
                <c:pt idx="62">
                  <c:v>3.10850174764e-05</c:v>
                </c:pt>
                <c:pt idx="63">
                  <c:v>3.76334334452e-05</c:v>
                </c:pt>
                <c:pt idx="64">
                  <c:v>4.52176216611e-05</c:v>
                </c:pt>
                <c:pt idx="65">
                  <c:v>5.3944655622e-05</c:v>
                </c:pt>
                <c:pt idx="66">
                  <c:v>6.39214926048e-05</c:v>
                </c:pt>
                <c:pt idx="67">
                  <c:v>7.52516221983e-05</c:v>
                </c:pt>
                <c:pt idx="68">
                  <c:v>8.80314709936e-05</c:v>
                </c:pt>
                <c:pt idx="69">
                  <c:v>0.000102347089623</c:v>
                </c:pt>
                <c:pt idx="70">
                  <c:v>0.000118271157403</c:v>
                </c:pt>
                <c:pt idx="71">
                  <c:v>0.000135860900513</c:v>
                </c:pt>
                <c:pt idx="72">
                  <c:v>0.000155156843616</c:v>
                </c:pt>
                <c:pt idx="73">
                  <c:v>0.000176183188943</c:v>
                </c:pt>
                <c:pt idx="74">
                  <c:v>0.000198949339952</c:v>
                </c:pt>
                <c:pt idx="75">
                  <c:v>0.000223453251489</c:v>
                </c:pt>
                <c:pt idx="76">
                  <c:v>0.0002496855687</c:v>
                </c:pt>
                <c:pt idx="77">
                  <c:v>0.000277634778917</c:v>
                </c:pt>
                <c:pt idx="78">
                  <c:v>0.000307292254864</c:v>
                </c:pt>
                <c:pt idx="79">
                  <c:v>0.000338656985946</c:v>
                </c:pt>
                <c:pt idx="80">
                  <c:v>0.000371739261365</c:v>
                </c:pt>
                <c:pt idx="81">
                  <c:v>0.000406562773159</c:v>
                </c:pt>
                <c:pt idx="82">
                  <c:v>0.000443164884854</c:v>
                </c:pt>
                <c:pt idx="83">
                  <c:v>0.000481594392589</c:v>
                </c:pt>
                <c:pt idx="84">
                  <c:v>0.000521907221686</c:v>
                </c:pt>
                <c:pt idx="85">
                  <c:v>0.000564159738977</c:v>
                </c:pt>
                <c:pt idx="86">
                  <c:v>0.000608400877832</c:v>
                </c:pt>
                <c:pt idx="87">
                  <c:v>0.00065466325388</c:v>
                </c:pt>
                <c:pt idx="88">
                  <c:v>0.000702954781823</c:v>
                </c:pt>
                <c:pt idx="89">
                  <c:v>0.000753251170722</c:v>
                </c:pt>
                <c:pt idx="90">
                  <c:v>0.000805490689279</c:v>
                </c:pt>
                <c:pt idx="91">
                  <c:v>0.000859571461417</c:v>
                </c:pt>
                <c:pt idx="92">
                  <c:v>0.000915352200136</c:v>
                </c:pt>
                <c:pt idx="93">
                  <c:v>0.00097265624444</c:v>
                </c:pt>
                <c:pt idx="94">
                  <c:v>0.00103127894151</c:v>
                </c:pt>
                <c:pt idx="95">
                  <c:v>0.00109099771424</c:v>
                </c:pt>
                <c:pt idx="96">
                  <c:v>0.00115158387457</c:v>
                </c:pt>
                <c:pt idx="97">
                  <c:v>0.00121281514069</c:v>
                </c:pt>
                <c:pt idx="98">
                  <c:v>0.00127448736035</c:v>
                </c:pt>
                <c:pt idx="99">
                  <c:v>0.00133642452789</c:v>
                </c:pt>
                <c:pt idx="100">
                  <c:v>0.00139848575031</c:v>
                </c:pt>
                <c:pt idx="101">
                  <c:v>0.00146056892774</c:v>
                </c:pt>
                <c:pt idx="102">
                  <c:v>0.00152261038691</c:v>
                </c:pt>
                <c:pt idx="103">
                  <c:v>0.00158458116586</c:v>
                </c:pt>
                <c:pt idx="104">
                  <c:v>0.00164647978077</c:v>
                </c:pt>
                <c:pt idx="105">
                  <c:v>0.00170832306914</c:v>
                </c:pt>
                <c:pt idx="106">
                  <c:v>0.00177013521408</c:v>
                </c:pt>
                <c:pt idx="107">
                  <c:v>0.00183193713414</c:v>
                </c:pt>
                <c:pt idx="108">
                  <c:v>0.00189373614988</c:v>
                </c:pt>
                <c:pt idx="109">
                  <c:v>0.00195551827192</c:v>
                </c:pt>
                <c:pt idx="110">
                  <c:v>0.00201724245626</c:v>
                </c:pt>
                <c:pt idx="111">
                  <c:v>0.00207883894351</c:v>
                </c:pt>
                <c:pt idx="112">
                  <c:v>0.00214021021722</c:v>
                </c:pt>
                <c:pt idx="113">
                  <c:v>0.00220123605905</c:v>
                </c:pt>
                <c:pt idx="114">
                  <c:v>0.00226178054396</c:v>
                </c:pt>
                <c:pt idx="115">
                  <c:v>0.00232170170722</c:v>
                </c:pt>
                <c:pt idx="116">
                  <c:v>0.00238086141226</c:v>
                </c:pt>
                <c:pt idx="117">
                  <c:v>0.00243913539631</c:v>
                </c:pt>
                <c:pt idx="118">
                  <c:v>0.00249642147466</c:v>
                </c:pt>
                <c:pt idx="119">
                  <c:v>0.00255264537786</c:v>
                </c:pt>
                <c:pt idx="120">
                  <c:v>0.00260776353763</c:v>
                </c:pt>
                <c:pt idx="121">
                  <c:v>0.00266176190814</c:v>
                </c:pt>
                <c:pt idx="122">
                  <c:v>0.0027146519681</c:v>
                </c:pt>
                <c:pt idx="123">
                  <c:v>0.00276646245527</c:v>
                </c:pt>
                <c:pt idx="124">
                  <c:v>0.00281722988223</c:v>
                </c:pt>
                <c:pt idx="125">
                  <c:v>0.00286698572174</c:v>
                </c:pt>
                <c:pt idx="126">
                  <c:v>0.00291574540993</c:v>
                </c:pt>
                <c:pt idx="127">
                  <c:v>0.00296370766369</c:v>
                </c:pt>
                <c:pt idx="128">
                  <c:v>0.0030113737043</c:v>
                </c:pt>
                <c:pt idx="129">
                  <c:v>0.00305840314281</c:v>
                </c:pt>
                <c:pt idx="130">
                  <c:v>0.00310468115622</c:v>
                </c:pt>
                <c:pt idx="131">
                  <c:v>0.00315005173913</c:v>
                </c:pt>
                <c:pt idx="132">
                  <c:v>0.00319431777342</c:v>
                </c:pt>
                <c:pt idx="133">
                  <c:v>0.00323724193587</c:v>
                </c:pt>
                <c:pt idx="134">
                  <c:v>0.0032785503748</c:v>
                </c:pt>
                <c:pt idx="135">
                  <c:v>0.00331793733238</c:v>
                </c:pt>
                <c:pt idx="136">
                  <c:v>0.00335507098854</c:v>
                </c:pt>
                <c:pt idx="137">
                  <c:v>0.00338959964146</c:v>
                </c:pt>
                <c:pt idx="138">
                  <c:v>0.00342115743121</c:v>
                </c:pt>
                <c:pt idx="139">
                  <c:v>0.00344936988249</c:v>
                </c:pt>
                <c:pt idx="140">
                  <c:v>0.00347385774498</c:v>
                </c:pt>
                <c:pt idx="141">
                  <c:v>0.00349424044209</c:v>
                </c:pt>
                <c:pt idx="142">
                  <c:v>0.00351013747332</c:v>
                </c:pt>
                <c:pt idx="143">
                  <c:v>0.00352117303261</c:v>
                </c:pt>
                <c:pt idx="144">
                  <c:v>0.00352698553036</c:v>
                </c:pt>
                <c:pt idx="145">
                  <c:v>0.00352725169783</c:v>
                </c:pt>
                <c:pt idx="146">
                  <c:v>0.00352172084285</c:v>
                </c:pt>
                <c:pt idx="147">
                  <c:v>0.00351025622092</c:v>
                </c:pt>
                <c:pt idx="148">
                  <c:v>0.00349285435595</c:v>
                </c:pt>
                <c:pt idx="149">
                  <c:v>0.00346959562609</c:v>
                </c:pt>
                <c:pt idx="150">
                  <c:v>0.00344060523813</c:v>
                </c:pt>
                <c:pt idx="151">
                  <c:v>0.00340619910502</c:v>
                </c:pt>
                <c:pt idx="152">
                  <c:v>0.00336697255124</c:v>
                </c:pt>
                <c:pt idx="153">
                  <c:v>0.00332390043097</c:v>
                </c:pt>
                <c:pt idx="154">
                  <c:v>0.00327825368825</c:v>
                </c:pt>
                <c:pt idx="155">
                  <c:v>0.00323136435884</c:v>
                </c:pt>
                <c:pt idx="156">
                  <c:v>0.00318453560641</c:v>
                </c:pt>
                <c:pt idx="157">
                  <c:v>0.00313914713606</c:v>
                </c:pt>
                <c:pt idx="158">
                  <c:v>0.00309666760958</c:v>
                </c:pt>
                <c:pt idx="159">
                  <c:v>0.00305872476739</c:v>
                </c:pt>
                <c:pt idx="160">
                  <c:v>0.00302680320446</c:v>
                </c:pt>
                <c:pt idx="161">
                  <c:v>0.00300215130249</c:v>
                </c:pt>
                <c:pt idx="162">
                  <c:v>0.0029862309002</c:v>
                </c:pt>
                <c:pt idx="163">
                  <c:v>0.00297996573004</c:v>
                </c:pt>
                <c:pt idx="164">
                  <c:v>0.00298321230914</c:v>
                </c:pt>
                <c:pt idx="165">
                  <c:v>0.00299369258728</c:v>
                </c:pt>
                <c:pt idx="166">
                  <c:v>0.00300797284411</c:v>
                </c:pt>
                <c:pt idx="167">
                  <c:v>0.00302294156652</c:v>
                </c:pt>
                <c:pt idx="168">
                  <c:v>0.00303696611455</c:v>
                </c:pt>
                <c:pt idx="169">
                  <c:v>0.0030497927213</c:v>
                </c:pt>
                <c:pt idx="170">
                  <c:v>0.00306176301787</c:v>
                </c:pt>
                <c:pt idx="171">
                  <c:v>0.00307313278177</c:v>
                </c:pt>
                <c:pt idx="172">
                  <c:v>0.00308382528892</c:v>
                </c:pt>
                <c:pt idx="173">
                  <c:v>0.00309356471009</c:v>
                </c:pt>
                <c:pt idx="174">
                  <c:v>0.00310207943628</c:v>
                </c:pt>
                <c:pt idx="175">
                  <c:v>0.0031092410181</c:v>
                </c:pt>
                <c:pt idx="176">
                  <c:v>0.00311504803849</c:v>
                </c:pt>
                <c:pt idx="177">
                  <c:v>0.00311952084079</c:v>
                </c:pt>
                <c:pt idx="178">
                  <c:v>0.00312259449604</c:v>
                </c:pt>
                <c:pt idx="179">
                  <c:v>0.00312408599993</c:v>
                </c:pt>
                <c:pt idx="180">
                  <c:v>0.0031237522161</c:v>
                </c:pt>
                <c:pt idx="181">
                  <c:v>0.00312142218984</c:v>
                </c:pt>
                <c:pt idx="182">
                  <c:v>0.00311713633841</c:v>
                </c:pt>
                <c:pt idx="183">
                  <c:v>0.00311130541359</c:v>
                </c:pt>
                <c:pt idx="184">
                  <c:v>0.00310464760021</c:v>
                </c:pt>
                <c:pt idx="185">
                  <c:v>0.0030980365477</c:v>
                </c:pt>
                <c:pt idx="186">
                  <c:v>0.00309233326751</c:v>
                </c:pt>
                <c:pt idx="187">
                  <c:v>0.00308817315165</c:v>
                </c:pt>
                <c:pt idx="188">
                  <c:v>0.00308585090107</c:v>
                </c:pt>
                <c:pt idx="189">
                  <c:v>0.00308530768995</c:v>
                </c:pt>
                <c:pt idx="190">
                  <c:v>0.00308623732419</c:v>
                </c:pt>
                <c:pt idx="191">
                  <c:v>0.00308823448995</c:v>
                </c:pt>
                <c:pt idx="192">
                  <c:v>0.00309091125241</c:v>
                </c:pt>
                <c:pt idx="193">
                  <c:v>0.00309395979758</c:v>
                </c:pt>
                <c:pt idx="194">
                  <c:v>0.00309716695967</c:v>
                </c:pt>
                <c:pt idx="195">
                  <c:v>0.0031003981248</c:v>
                </c:pt>
                <c:pt idx="196">
                  <c:v>0.00310356837318</c:v>
                </c:pt>
                <c:pt idx="197">
                  <c:v>0.00310661015374</c:v>
                </c:pt>
                <c:pt idx="198">
                  <c:v>0.00310945311411</c:v>
                </c:pt>
                <c:pt idx="199">
                  <c:v>0.00311201773533</c:v>
                </c:pt>
                <c:pt idx="200">
                  <c:v>0.00311422149052</c:v>
                </c:pt>
                <c:pt idx="201">
                  <c:v>0.00311598818346</c:v>
                </c:pt>
                <c:pt idx="202">
                  <c:v>0.0031172627845</c:v>
                </c:pt>
                <c:pt idx="203">
                  <c:v>0.00311802169021</c:v>
                </c:pt>
                <c:pt idx="204">
                  <c:v>0.00311828859417</c:v>
                </c:pt>
                <c:pt idx="205">
                  <c:v>0.00311814681073</c:v>
                </c:pt>
                <c:pt idx="206">
                  <c:v>0.00311773995814</c:v>
                </c:pt>
                <c:pt idx="207">
                  <c:v>0.00311726030501</c:v>
                </c:pt>
                <c:pt idx="208">
                  <c:v>0.00311691794884</c:v>
                </c:pt>
                <c:pt idx="209">
                  <c:v>0.00311690449129</c:v>
                </c:pt>
                <c:pt idx="210">
                  <c:v>0.00311736224405</c:v>
                </c:pt>
                <c:pt idx="211">
                  <c:v>0.00311836422831</c:v>
                </c:pt>
                <c:pt idx="212">
                  <c:v>0.00311990930393</c:v>
                </c:pt>
                <c:pt idx="213">
                  <c:v>0.00312193021046</c:v>
                </c:pt>
                <c:pt idx="214">
                  <c:v>0.00312431173348</c:v>
                </c:pt>
                <c:pt idx="215">
                  <c:v>0.00312691307078</c:v>
                </c:pt>
                <c:pt idx="216">
                  <c:v>0.00312958951509</c:v>
                </c:pt>
                <c:pt idx="217">
                  <c:v>0.00313220947329</c:v>
                </c:pt>
                <c:pt idx="218">
                  <c:v>0.00313466550456</c:v>
                </c:pt>
                <c:pt idx="219">
                  <c:v>0.00313687887966</c:v>
                </c:pt>
                <c:pt idx="220">
                  <c:v>0.00313879949305</c:v>
                </c:pt>
                <c:pt idx="221">
                  <c:v>0.0031404028695</c:v>
                </c:pt>
                <c:pt idx="222">
                  <c:v>0.00314168647764</c:v>
                </c:pt>
                <c:pt idx="223">
                  <c:v>0.00314266616525</c:v>
                </c:pt>
                <c:pt idx="224">
                  <c:v>0.00314337385739</c:v>
                </c:pt>
                <c:pt idx="225">
                  <c:v>0.00314385599516</c:v>
                </c:pt>
                <c:pt idx="226">
                  <c:v>0.00314417259754</c:v>
                </c:pt>
                <c:pt idx="227">
                  <c:v>0.0031443958263</c:v>
                </c:pt>
                <c:pt idx="228">
                  <c:v>0.00314460704858</c:v>
                </c:pt>
                <c:pt idx="229">
                  <c:v>0.00314489187839</c:v>
                </c:pt>
                <c:pt idx="230">
                  <c:v>0.00314533322714</c:v>
                </c:pt>
                <c:pt idx="231">
                  <c:v>0.00314600331654</c:v>
                </c:pt>
                <c:pt idx="232">
                  <c:v>0.00314695589046</c:v>
                </c:pt>
                <c:pt idx="233">
                  <c:v>0.00314822007032</c:v>
                </c:pt>
                <c:pt idx="234">
                  <c:v>0.00314979693254</c:v>
                </c:pt>
                <c:pt idx="235">
                  <c:v>0.00315165948226</c:v>
                </c:pt>
                <c:pt idx="236">
                  <c:v>0.00315375605339</c:v>
                </c:pt>
                <c:pt idx="237">
                  <c:v>0.00315601663098</c:v>
                </c:pt>
                <c:pt idx="238">
                  <c:v>0.00315836099487</c:v>
                </c:pt>
                <c:pt idx="239">
                  <c:v>0.00316070747708</c:v>
                </c:pt>
                <c:pt idx="240">
                  <c:v>0.00316298102375</c:v>
                </c:pt>
                <c:pt idx="241">
                  <c:v>0.00316511967083</c:v>
                </c:pt>
                <c:pt idx="242">
                  <c:v>0.00316707889314</c:v>
                </c:pt>
                <c:pt idx="243">
                  <c:v>0.00316883376424</c:v>
                </c:pt>
                <c:pt idx="244">
                  <c:v>0.00317037909751</c:v>
                </c:pt>
                <c:pt idx="245">
                  <c:v>0.00317172794876</c:v>
                </c:pt>
                <c:pt idx="246">
                  <c:v>0.00317290894212</c:v>
                </c:pt>
                <c:pt idx="247">
                  <c:v>0.00317396284517</c:v>
                </c:pt>
                <c:pt idx="248">
                  <c:v>0.00317493873886</c:v>
                </c:pt>
                <c:pt idx="249">
                  <c:v>0.00317588997739</c:v>
                </c:pt>
                <c:pt idx="250">
                  <c:v>0.00317687014611</c:v>
                </c:pt>
                <c:pt idx="251">
                  <c:v>0.00317792915548</c:v>
                </c:pt>
                <c:pt idx="252">
                  <c:v>0.0031791096341</c:v>
                </c:pt>
                <c:pt idx="253">
                  <c:v>0.00318044379074</c:v>
                </c:pt>
                <c:pt idx="254">
                  <c:v>0.00318195100946</c:v>
                </c:pt>
                <c:pt idx="255">
                  <c:v>0.00318363642488</c:v>
                </c:pt>
                <c:pt idx="256">
                  <c:v>0.00318549069391</c:v>
                </c:pt>
                <c:pt idx="257">
                  <c:v>0.00318749105281</c:v>
                </c:pt>
                <c:pt idx="258">
                  <c:v>0.00318960360844</c:v>
                </c:pt>
                <c:pt idx="259">
                  <c:v>0.00319178665734</c:v>
                </c:pt>
                <c:pt idx="260">
                  <c:v>0.00319399470138</c:v>
                </c:pt>
                <c:pt idx="261">
                  <c:v>0.00319618274269</c:v>
                </c:pt>
                <c:pt idx="262">
                  <c:v>0.00319831039142</c:v>
                </c:pt>
                <c:pt idx="263">
                  <c:v>0.0032003453621</c:v>
                </c:pt>
                <c:pt idx="264">
                  <c:v>0.00320226603648</c:v>
                </c:pt>
                <c:pt idx="265">
                  <c:v>0.00320406290964</c:v>
                </c:pt>
                <c:pt idx="266">
                  <c:v>0.00320573885181</c:v>
                </c:pt>
                <c:pt idx="267">
                  <c:v>0.00320730824994</c:v>
                </c:pt>
                <c:pt idx="268">
                  <c:v>0.00320879521726</c:v>
                </c:pt>
                <c:pt idx="269">
                  <c:v>0.00321023113288</c:v>
                </c:pt>
                <c:pt idx="270">
                  <c:v>0.00321165176248</c:v>
                </c:pt>
                <c:pt idx="271">
                  <c:v>0.00321309421192</c:v>
                </c:pt>
                <c:pt idx="272">
                  <c:v>0.00321459396196</c:v>
                </c:pt>
                <c:pt idx="273">
                  <c:v>0.00321618220452</c:v>
                </c:pt>
                <c:pt idx="274">
                  <c:v>0.00321788364586</c:v>
                </c:pt>
                <c:pt idx="275">
                  <c:v>0.00321971490056</c:v>
                </c:pt>
                <c:pt idx="276">
                  <c:v>0.00322168353915</c:v>
                </c:pt>
                <c:pt idx="277">
                  <c:v>0.00322378782482</c:v>
                </c:pt>
                <c:pt idx="278">
                  <c:v>0.00322601715311</c:v>
                </c:pt>
                <c:pt idx="279">
                  <c:v>0.00322835316984</c:v>
                </c:pt>
                <c:pt idx="280">
                  <c:v>0.00323077146118</c:v>
                </c:pt>
                <c:pt idx="281">
                  <c:v>0.00323324367185</c:v>
                </c:pt>
                <c:pt idx="282">
                  <c:v>0.00323573987342</c:v>
                </c:pt>
                <c:pt idx="283">
                  <c:v>0.00323823099153</c:v>
                </c:pt>
                <c:pt idx="284">
                  <c:v>0.00324069108639</c:v>
                </c:pt>
                <c:pt idx="285">
                  <c:v>0.00324309928371</c:v>
                </c:pt>
                <c:pt idx="286">
                  <c:v>0.00324544121794</c:v>
                </c:pt>
                <c:pt idx="287">
                  <c:v>0.00324770988789</c:v>
                </c:pt>
                <c:pt idx="288">
                  <c:v>0.00324990586997</c:v>
                </c:pt>
                <c:pt idx="289">
                  <c:v>0.00325203689456</c:v>
                </c:pt>
                <c:pt idx="290">
                  <c:v>0.0032541168477</c:v>
                </c:pt>
                <c:pt idx="291">
                  <c:v>0.00325616432025</c:v>
                </c:pt>
                <c:pt idx="292">
                  <c:v>0.00325820085791</c:v>
                </c:pt>
                <c:pt idx="293">
                  <c:v>0.00326024907823</c:v>
                </c:pt>
                <c:pt idx="294">
                  <c:v>0.00326233081337</c:v>
                </c:pt>
                <c:pt idx="295">
                  <c:v>0.00326446541829</c:v>
                </c:pt>
                <c:pt idx="296">
                  <c:v>0.00326666837524</c:v>
                </c:pt>
                <c:pt idx="297">
                  <c:v>0.00326895029578</c:v>
                </c:pt>
                <c:pt idx="298">
                  <c:v>0.00327131636408</c:v>
                </c:pt>
                <c:pt idx="299">
                  <c:v>0.0032737662338</c:v>
                </c:pt>
                <c:pt idx="300">
                  <c:v>0.00327629437026</c:v>
                </c:pt>
                <c:pt idx="301">
                  <c:v>0.00327889079549</c:v>
                </c:pt>
                <c:pt idx="302">
                  <c:v>0.0032815421712</c:v>
                </c:pt>
                <c:pt idx="303">
                  <c:v>0.0032842331241</c:v>
                </c:pt>
                <c:pt idx="304">
                  <c:v>0.00328694767859</c:v>
                </c:pt>
                <c:pt idx="305">
                  <c:v>0.00328967066218</c:v>
                </c:pt>
                <c:pt idx="306">
                  <c:v>0.00329238898138</c:v>
                </c:pt>
                <c:pt idx="307">
                  <c:v>0.00329509267491</c:v>
                </c:pt>
                <c:pt idx="308">
                  <c:v>0.00329777566946</c:v>
                </c:pt>
                <c:pt idx="309">
                  <c:v>0.00330043618771</c:v>
                </c:pt>
                <c:pt idx="310">
                  <c:v>0.00330307676214</c:v>
                </c:pt>
                <c:pt idx="311">
                  <c:v>0.00330570385675</c:v>
                </c:pt>
                <c:pt idx="312">
                  <c:v>0.00330832716455</c:v>
                </c:pt>
                <c:pt idx="313">
                  <c:v>0.00331095868021</c:v>
                </c:pt>
                <c:pt idx="314">
                  <c:v>0.00331361161579</c:v>
                </c:pt>
                <c:pt idx="315">
                  <c:v>0.00331629923011</c:v>
                </c:pt>
                <c:pt idx="316">
                  <c:v>0.00331903368886</c:v>
                </c:pt>
                <c:pt idx="317">
                  <c:v>0.0033218250726</c:v>
                </c:pt>
                <c:pt idx="318">
                  <c:v>0.00332468059982</c:v>
                </c:pt>
                <c:pt idx="319">
                  <c:v>0.00332760410196</c:v>
                </c:pt>
                <c:pt idx="320">
                  <c:v>0.00333059578348</c:v>
                </c:pt>
                <c:pt idx="321">
                  <c:v>0.00333365228662</c:v>
                </c:pt>
                <c:pt idx="322">
                  <c:v>0.00333676704668</c:v>
                </c:pt>
                <c:pt idx="323">
                  <c:v>0.00333993088599</c:v>
                </c:pt>
                <c:pt idx="324">
                  <c:v>0.00334313280181</c:v>
                </c:pt>
                <c:pt idx="325">
                  <c:v>0.00334636088872</c:v>
                </c:pt>
                <c:pt idx="326">
                  <c:v>0.00334960330563</c:v>
                </c:pt>
                <c:pt idx="327">
                  <c:v>0.00335284919936</c:v>
                </c:pt>
                <c:pt idx="328">
                  <c:v>0.00335608950981</c:v>
                </c:pt>
                <c:pt idx="329">
                  <c:v>0.00335931760045</c:v>
                </c:pt>
                <c:pt idx="330">
                  <c:v>0.00336252968194</c:v>
                </c:pt>
                <c:pt idx="331">
                  <c:v>0.00336572500634</c:v>
                </c:pt>
                <c:pt idx="332">
                  <c:v>0.00336890582061</c:v>
                </c:pt>
                <c:pt idx="333">
                  <c:v>0.00337207709781</c:v>
                </c:pt>
                <c:pt idx="334">
                  <c:v>0.00337524605979</c:v>
                </c:pt>
                <c:pt idx="335">
                  <c:v>0.00337842152473</c:v>
                </c:pt>
                <c:pt idx="336">
                  <c:v>0.00338161316447</c:v>
                </c:pt>
                <c:pt idx="337">
                  <c:v>0.00338483074468</c:v>
                </c:pt>
                <c:pt idx="338">
                  <c:v>0.0033880834094</c:v>
                </c:pt>
                <c:pt idx="339">
                  <c:v>0.00339137905613</c:v>
                </c:pt>
                <c:pt idx="340">
                  <c:v>0.00339472382702</c:v>
                </c:pt>
                <c:pt idx="341">
                  <c:v>0.00339812174741</c:v>
                </c:pt>
                <c:pt idx="342">
                  <c:v>0.00340157454598</c:v>
                </c:pt>
                <c:pt idx="343">
                  <c:v>0.00340508167682</c:v>
                </c:pt>
                <c:pt idx="344">
                  <c:v>0.0034086405225</c:v>
                </c:pt>
                <c:pt idx="345">
                  <c:v>0.00341224673174</c:v>
                </c:pt>
                <c:pt idx="346">
                  <c:v>0.00341589467577</c:v>
                </c:pt>
                <c:pt idx="347">
                  <c:v>0.00341957800202</c:v>
                </c:pt>
                <c:pt idx="348">
                  <c:v>0.00342329021706</c:v>
                </c:pt>
                <c:pt idx="349">
                  <c:v>0.00342702522842</c:v>
                </c:pt>
                <c:pt idx="350">
                  <c:v>0.00343077781197</c:v>
                </c:pt>
                <c:pt idx="351">
                  <c:v>0.00343454398661</c:v>
                </c:pt>
                <c:pt idx="352">
                  <c:v>0.00343832127606</c:v>
                </c:pt>
                <c:pt idx="353">
                  <c:v>0.00344210883219</c:v>
                </c:pt>
                <c:pt idx="354">
                  <c:v>0.00344590741225</c:v>
                </c:pt>
                <c:pt idx="355">
                  <c:v>0.00344971922333</c:v>
                </c:pt>
                <c:pt idx="356">
                  <c:v>0.00345354764827</c:v>
                </c:pt>
                <c:pt idx="357">
                  <c:v>0.00345739687598</c:v>
                </c:pt>
                <c:pt idx="358">
                  <c:v>0.00346127147872</c:v>
                </c:pt>
                <c:pt idx="359">
                  <c:v>0.00346517598281</c:v>
                </c:pt>
                <c:pt idx="360">
                  <c:v>0.00346911446462</c:v>
                </c:pt>
                <c:pt idx="361">
                  <c:v>0.00347309019892</c:v>
                </c:pt>
                <c:pt idx="362">
                  <c:v>0.00347710538712</c:v>
                </c:pt>
                <c:pt idx="363">
                  <c:v>0.00348116099347</c:v>
                </c:pt>
                <c:pt idx="364">
                  <c:v>0.00348525669148</c:v>
                </c:pt>
                <c:pt idx="365">
                  <c:v>0.00348939090895</c:v>
                </c:pt>
                <c:pt idx="366">
                  <c:v>0.00349356097762</c:v>
                </c:pt>
                <c:pt idx="367">
                  <c:v>0.00349776338641</c:v>
                </c:pt>
                <c:pt idx="368">
                  <c:v>0.00350199410359</c:v>
                </c:pt>
                <c:pt idx="369">
                  <c:v>0.00350624892993</c:v>
                </c:pt>
                <c:pt idx="370">
                  <c:v>0.00351052384892</c:v>
                </c:pt>
                <c:pt idx="371">
                  <c:v>0.00351481534887</c:v>
                </c:pt>
                <c:pt idx="372">
                  <c:v>0.00351912070385</c:v>
                </c:pt>
                <c:pt idx="373">
                  <c:v>0.00352343820076</c:v>
                </c:pt>
                <c:pt idx="374">
                  <c:v>0.00352776728046</c:v>
                </c:pt>
                <c:pt idx="375">
                  <c:v>0.00353210857407</c:v>
                </c:pt>
                <c:pt idx="376">
                  <c:v>0.00353646383765</c:v>
                </c:pt>
                <c:pt idx="377">
                  <c:v>0.00354083579257</c:v>
                </c:pt>
                <c:pt idx="378">
                  <c:v>0.00354522790683</c:v>
                </c:pt>
                <c:pt idx="379">
                  <c:v>0.00354964415156</c:v>
                </c:pt>
                <c:pt idx="380">
                  <c:v>0.00355408872181</c:v>
                </c:pt>
                <c:pt idx="381">
                  <c:v>0.00355856572041</c:v>
                </c:pt>
                <c:pt idx="382">
                  <c:v>0.0035630788513</c:v>
                </c:pt>
                <c:pt idx="383">
                  <c:v>0.00356763117237</c:v>
                </c:pt>
                <c:pt idx="384">
                  <c:v>0.00357222491821</c:v>
                </c:pt>
                <c:pt idx="385">
                  <c:v>0.00357686137332</c:v>
                </c:pt>
                <c:pt idx="386">
                  <c:v>0.00358154081669</c:v>
                </c:pt>
                <c:pt idx="387">
                  <c:v>0.0035862625616</c:v>
                </c:pt>
                <c:pt idx="388">
                  <c:v>0.00359102506987</c:v>
                </c:pt>
                <c:pt idx="389">
                  <c:v>0.00359582611092</c:v>
                </c:pt>
                <c:pt idx="390">
                  <c:v>0.00360066295327</c:v>
                </c:pt>
                <c:pt idx="391">
                  <c:v>0.00360553258182</c:v>
                </c:pt>
                <c:pt idx="392">
                  <c:v>0.00361043193552</c:v>
                </c:pt>
                <c:pt idx="393">
                  <c:v>0.00361535814567</c:v>
                </c:pt>
                <c:pt idx="394">
                  <c:v>0.00362030874452</c:v>
                </c:pt>
                <c:pt idx="395">
                  <c:v>0.00362528182382</c:v>
                </c:pt>
                <c:pt idx="396">
                  <c:v>0.00363027613583</c:v>
                </c:pt>
                <c:pt idx="397">
                  <c:v>0.00363529114218</c:v>
                </c:pt>
                <c:pt idx="398">
                  <c:v>0.00364032700497</c:v>
                </c:pt>
                <c:pt idx="399">
                  <c:v>0.00364538451673</c:v>
                </c:pt>
                <c:pt idx="400">
                  <c:v>0.00365046498406</c:v>
                </c:pt>
                <c:pt idx="401">
                  <c:v>0.00365557008581</c:v>
                </c:pt>
                <c:pt idx="402">
                  <c:v>0.00366070171256</c:v>
                </c:pt>
                <c:pt idx="403">
                  <c:v>0.00366586179136</c:v>
                </c:pt>
                <c:pt idx="404">
                  <c:v>0.00367105211692</c:v>
                </c:pt>
                <c:pt idx="405">
                  <c:v>0.00367627421211</c:v>
                </c:pt>
                <c:pt idx="406">
                  <c:v>0.00368152922326</c:v>
                </c:pt>
                <c:pt idx="407">
                  <c:v>0.00368681762811</c:v>
                </c:pt>
                <c:pt idx="408">
                  <c:v>0.00369213935783</c:v>
                </c:pt>
                <c:pt idx="409">
                  <c:v>0.00369749615627</c:v>
                </c:pt>
                <c:pt idx="410">
                  <c:v>0.00370289386104</c:v>
                </c:pt>
                <c:pt idx="411">
                  <c:v>0.00370834171347</c:v>
                </c:pt>
                <c:pt idx="412">
                  <c:v>0.00371384840608</c:v>
                </c:pt>
                <c:pt idx="413">
                  <c:v>0.00371942682208</c:v>
                </c:pt>
                <c:pt idx="414">
                  <c:v>0.00372512469241</c:v>
                </c:pt>
                <c:pt idx="415">
                  <c:v>0.00373110443359</c:v>
                </c:pt>
                <c:pt idx="416">
                  <c:v>0.0037377880418</c:v>
                </c:pt>
                <c:pt idx="417">
                  <c:v>0.00374605623179</c:v>
                </c:pt>
                <c:pt idx="418">
                  <c:v>0.00375746461823</c:v>
                </c:pt>
                <c:pt idx="419">
                  <c:v>0.0037743760566</c:v>
                </c:pt>
                <c:pt idx="420">
                  <c:v>0.00379990197542</c:v>
                </c:pt>
                <c:pt idx="421">
                  <c:v>0.00384375847541</c:v>
                </c:pt>
                <c:pt idx="422">
                  <c:v>0.00391038707292</c:v>
                </c:pt>
                <c:pt idx="423">
                  <c:v>0.00400575287271</c:v>
                </c:pt>
                <c:pt idx="424">
                  <c:v>0.00413823544153</c:v>
                </c:pt>
                <c:pt idx="425">
                  <c:v>0.00431776796281</c:v>
                </c:pt>
                <c:pt idx="426">
                  <c:v>0.00455430352368</c:v>
                </c:pt>
                <c:pt idx="427">
                  <c:v>0.00485529508948</c:v>
                </c:pt>
                <c:pt idx="428">
                  <c:v>0.0052253346381</c:v>
                </c:pt>
                <c:pt idx="429">
                  <c:v>0.00566756288884</c:v>
                </c:pt>
                <c:pt idx="430">
                  <c:v>0.00618570890942</c:v>
                </c:pt>
                <c:pt idx="431">
                  <c:v>0.00678527101136</c:v>
                </c:pt>
                <c:pt idx="432">
                  <c:v>0.00747327955294</c:v>
                </c:pt>
                <c:pt idx="433">
                  <c:v>0.00825699173568</c:v>
                </c:pt>
                <c:pt idx="434">
                  <c:v>0.00914276594873</c:v>
                </c:pt>
                <c:pt idx="435">
                  <c:v>0.0101353420257</c:v>
                </c:pt>
                <c:pt idx="436">
                  <c:v>0.011238086399</c:v>
                </c:pt>
                <c:pt idx="437">
                  <c:v>0.0124533400809</c:v>
                </c:pt>
                <c:pt idx="438">
                  <c:v>0.0137829308303</c:v>
                </c:pt>
                <c:pt idx="439">
                  <c:v>0.0152276887023</c:v>
                </c:pt>
                <c:pt idx="440">
                  <c:v>0.0167869433728</c:v>
                </c:pt>
                <c:pt idx="441">
                  <c:v>0.01845774262</c:v>
                </c:pt>
                <c:pt idx="442">
                  <c:v>0.0202340125968</c:v>
                </c:pt>
                <c:pt idx="443">
                  <c:v>0.0221066839807</c:v>
                </c:pt>
                <c:pt idx="444">
                  <c:v>0.0240647506834</c:v>
                </c:pt>
                <c:pt idx="445">
                  <c:v>0.0260977259633</c:v>
                </c:pt>
                <c:pt idx="446">
                  <c:v>0.0281981874261</c:v>
                </c:pt>
                <c:pt idx="447">
                  <c:v>0.0303637014373</c:v>
                </c:pt>
                <c:pt idx="448">
                  <c:v>0.0325970867862</c:v>
                </c:pt>
                <c:pt idx="449">
                  <c:v>0.0349050400042</c:v>
                </c:pt>
                <c:pt idx="450">
                  <c:v>0.0372956569352</c:v>
                </c:pt>
                <c:pt idx="451">
                  <c:v>0.0397758689699</c:v>
                </c:pt>
                <c:pt idx="452">
                  <c:v>0.0423496504301</c:v>
                </c:pt>
                <c:pt idx="453">
                  <c:v>0.0450174270255</c:v>
                </c:pt>
                <c:pt idx="454">
                  <c:v>0.047776400141</c:v>
                </c:pt>
                <c:pt idx="455">
                  <c:v>0.0506212621655</c:v>
                </c:pt>
                <c:pt idx="456">
                  <c:v>0.0535449743541</c:v>
                </c:pt>
                <c:pt idx="457">
                  <c:v>0.0565391687537</c:v>
                </c:pt>
                <c:pt idx="458">
                  <c:v>0.059594396642</c:v>
                </c:pt>
                <c:pt idx="459">
                  <c:v>0.0627002181218</c:v>
                </c:pt>
                <c:pt idx="460">
                  <c:v>0.065845309314</c:v>
                </c:pt>
                <c:pt idx="461">
                  <c:v>0.0690177487545</c:v>
                </c:pt>
                <c:pt idx="462">
                  <c:v>0.0722053127688</c:v>
                </c:pt>
                <c:pt idx="463">
                  <c:v>0.0753958966917</c:v>
                </c:pt>
                <c:pt idx="464">
                  <c:v>0.0785778678881</c:v>
                </c:pt>
                <c:pt idx="465">
                  <c:v>0.0817404321732</c:v>
                </c:pt>
                <c:pt idx="466">
                  <c:v>0.0848739994343</c:v>
                </c:pt>
                <c:pt idx="467">
                  <c:v>0.0879705432764</c:v>
                </c:pt>
                <c:pt idx="468">
                  <c:v>0.0910239113065</c:v>
                </c:pt>
                <c:pt idx="469">
                  <c:v>0.0940299871999</c:v>
                </c:pt>
                <c:pt idx="470">
                  <c:v>0.0969865833399</c:v>
                </c:pt>
                <c:pt idx="471">
                  <c:v>0.0998930620802</c:v>
                </c:pt>
                <c:pt idx="472">
                  <c:v>0.102749697457</c:v>
                </c:pt>
                <c:pt idx="473">
                  <c:v>0.105556993433</c:v>
                </c:pt>
                <c:pt idx="474">
                  <c:v>0.108315041488</c:v>
                </c:pt>
                <c:pt idx="475">
                  <c:v>0.111023138432</c:v>
                </c:pt>
                <c:pt idx="476">
                  <c:v>0.113679597732</c:v>
                </c:pt>
                <c:pt idx="477">
                  <c:v>0.116281825015</c:v>
                </c:pt>
                <c:pt idx="478">
                  <c:v>0.118826498237</c:v>
                </c:pt>
                <c:pt idx="479">
                  <c:v>0.121309862084</c:v>
                </c:pt>
                <c:pt idx="480">
                  <c:v>0.123728011529</c:v>
                </c:pt>
                <c:pt idx="481">
                  <c:v>0.126077206285</c:v>
                </c:pt>
                <c:pt idx="482">
                  <c:v>0.128354120374</c:v>
                </c:pt>
                <c:pt idx="483">
                  <c:v>0.130556115497</c:v>
                </c:pt>
                <c:pt idx="484">
                  <c:v>0.13268141982</c:v>
                </c:pt>
                <c:pt idx="485">
                  <c:v>0.134729308731</c:v>
                </c:pt>
                <c:pt idx="486">
                  <c:v>0.136700167002</c:v>
                </c:pt>
                <c:pt idx="487">
                  <c:v>0.138595513017</c:v>
                </c:pt>
                <c:pt idx="488">
                  <c:v>0.140417919889</c:v>
                </c:pt>
                <c:pt idx="489">
                  <c:v>0.142170884183</c:v>
                </c:pt>
                <c:pt idx="490">
                  <c:v>0.143858633719</c:v>
                </c:pt>
                <c:pt idx="491">
                  <c:v>0.145485886705</c:v>
                </c:pt>
                <c:pt idx="492">
                  <c:v>0.147057586476</c:v>
                </c:pt>
                <c:pt idx="493">
                  <c:v>0.148578600806</c:v>
                </c:pt>
                <c:pt idx="494">
                  <c:v>0.150053438301</c:v>
                </c:pt>
                <c:pt idx="495">
                  <c:v>0.151485971684</c:v>
                </c:pt>
                <c:pt idx="496">
                  <c:v>0.152879229761</c:v>
                </c:pt>
                <c:pt idx="497">
                  <c:v>0.154235245745</c:v>
                </c:pt>
                <c:pt idx="498">
                  <c:v>0.155555004275</c:v>
                </c:pt>
                <c:pt idx="499">
                  <c:v>0.156838463626</c:v>
                </c:pt>
                <c:pt idx="500">
                  <c:v>0.158084670417</c:v>
                </c:pt>
                <c:pt idx="501">
                  <c:v>0.159291934521</c:v>
                </c:pt>
                <c:pt idx="502">
                  <c:v>0.160458062454</c:v>
                </c:pt>
                <c:pt idx="503">
                  <c:v>0.161580615592</c:v>
                </c:pt>
                <c:pt idx="504">
                  <c:v>0.162657178433</c:v>
                </c:pt>
                <c:pt idx="505">
                  <c:v>0.163685610936</c:v>
                </c:pt>
                <c:pt idx="506">
                  <c:v>0.164664264364</c:v>
                </c:pt>
                <c:pt idx="507">
                  <c:v>0.165592147941</c:v>
                </c:pt>
                <c:pt idx="508">
                  <c:v>0.166469029499</c:v>
                </c:pt>
                <c:pt idx="509">
                  <c:v>0.1672954732</c:v>
                </c:pt>
                <c:pt idx="510">
                  <c:v>0.168072806717</c:v>
                </c:pt>
                <c:pt idx="511">
                  <c:v>0.168803034787</c:v>
                </c:pt>
                <c:pt idx="512">
                  <c:v>0.169488698516</c:v>
                </c:pt>
                <c:pt idx="513">
                  <c:v>0.170132707045</c:v>
                </c:pt>
                <c:pt idx="514">
                  <c:v>0.170738142973</c:v>
                </c:pt>
                <c:pt idx="515">
                  <c:v>0.171308074477</c:v>
                </c:pt>
                <c:pt idx="516">
                  <c:v>0.171845371796</c:v>
                </c:pt>
                <c:pt idx="517">
                  <c:v>0.172352562905</c:v>
                </c:pt>
                <c:pt idx="518">
                  <c:v>0.172831716952</c:v>
                </c:pt>
                <c:pt idx="519">
                  <c:v>0.173284387464</c:v>
                </c:pt>
                <c:pt idx="520">
                  <c:v>0.173711592331</c:v>
                </c:pt>
                <c:pt idx="521">
                  <c:v>0.174113856627</c:v>
                </c:pt>
                <c:pt idx="522">
                  <c:v>0.174491284109</c:v>
                </c:pt>
                <c:pt idx="523">
                  <c:v>0.174843675006</c:v>
                </c:pt>
                <c:pt idx="524">
                  <c:v>0.175170651258</c:v>
                </c:pt>
                <c:pt idx="525">
                  <c:v>0.175471799871</c:v>
                </c:pt>
                <c:pt idx="526">
                  <c:v>0.175746798545</c:v>
                </c:pt>
                <c:pt idx="527">
                  <c:v>0.175995528161</c:v>
                </c:pt>
                <c:pt idx="528">
                  <c:v>0.176218148892</c:v>
                </c:pt>
                <c:pt idx="529">
                  <c:v>0.176415140037</c:v>
                </c:pt>
                <c:pt idx="530">
                  <c:v>0.176587300773</c:v>
                </c:pt>
                <c:pt idx="531">
                  <c:v>0.176735705693</c:v>
                </c:pt>
                <c:pt idx="532">
                  <c:v>0.176861634813</c:v>
                </c:pt>
                <c:pt idx="533">
                  <c:v>0.176966462055</c:v>
                </c:pt>
                <c:pt idx="534">
                  <c:v>0.177051542754</c:v>
                </c:pt>
                <c:pt idx="535">
                  <c:v>0.177118072971</c:v>
                </c:pt>
                <c:pt idx="536">
                  <c:v>0.177166976671</c:v>
                </c:pt>
                <c:pt idx="537">
                  <c:v>0.177200526338</c:v>
                </c:pt>
                <c:pt idx="538">
                  <c:v>0.177222633839</c:v>
                </c:pt>
                <c:pt idx="539">
                  <c:v>0.177227471285</c:v>
                </c:pt>
                <c:pt idx="540">
                  <c:v>0.177213996224</c:v>
                </c:pt>
                <c:pt idx="541">
                  <c:v>0.177180607285</c:v>
                </c:pt>
                <c:pt idx="542">
                  <c:v>0.177125179177</c:v>
                </c:pt>
                <c:pt idx="543">
                  <c:v>0.17704510244</c:v>
                </c:pt>
                <c:pt idx="544">
                  <c:v>0.176937356688</c:v>
                </c:pt>
                <c:pt idx="545">
                  <c:v>0.176798586511</c:v>
                </c:pt>
                <c:pt idx="546">
                  <c:v>0.17662518421</c:v>
                </c:pt>
                <c:pt idx="547">
                  <c:v>0.176413366172</c:v>
                </c:pt>
                <c:pt idx="548">
                  <c:v>0.176159232522</c:v>
                </c:pt>
                <c:pt idx="549">
                  <c:v>0.175858816044</c:v>
                </c:pt>
                <c:pt idx="550">
                  <c:v>0.175508099802</c:v>
                </c:pt>
                <c:pt idx="551">
                  <c:v>0.175103024631</c:v>
                </c:pt>
                <c:pt idx="552">
                  <c:v>0.174639462589</c:v>
                </c:pt>
                <c:pt idx="553">
                  <c:v>0.174113229922</c:v>
                </c:pt>
                <c:pt idx="554">
                  <c:v>0.173520157424</c:v>
                </c:pt>
                <c:pt idx="555">
                  <c:v>0.172856351758</c:v>
                </c:pt>
                <c:pt idx="556">
                  <c:v>0.172118587324</c:v>
                </c:pt>
                <c:pt idx="557">
                  <c:v>0.171304805735</c:v>
                </c:pt>
                <c:pt idx="558">
                  <c:v>0.170414335008</c:v>
                </c:pt>
                <c:pt idx="559">
                  <c:v>0.169447173108</c:v>
                </c:pt>
                <c:pt idx="560">
                  <c:v>0.168403471683</c:v>
                </c:pt>
                <c:pt idx="561">
                  <c:v>0.167285730872</c:v>
                </c:pt>
                <c:pt idx="562">
                  <c:v>0.166100200392</c:v>
                </c:pt>
                <c:pt idx="563">
                  <c:v>0.16485855818</c:v>
                </c:pt>
                <c:pt idx="564">
                  <c:v>0.163576958849</c:v>
                </c:pt>
                <c:pt idx="565">
                  <c:v>0.162272756374</c:v>
                </c:pt>
                <c:pt idx="566">
                  <c:v>0.1609633475</c:v>
                </c:pt>
                <c:pt idx="567">
                  <c:v>0.15966803869</c:v>
                </c:pt>
                <c:pt idx="568">
                  <c:v>0.158408547469</c:v>
                </c:pt>
                <c:pt idx="569">
                  <c:v>0.157210493888</c:v>
                </c:pt>
                <c:pt idx="570">
                  <c:v>0.156098727643</c:v>
                </c:pt>
                <c:pt idx="571">
                  <c:v>0.15509566024</c:v>
                </c:pt>
                <c:pt idx="572">
                  <c:v>0.154228047945</c:v>
                </c:pt>
                <c:pt idx="573">
                  <c:v>0.153513531521</c:v>
                </c:pt>
                <c:pt idx="574">
                  <c:v>0.152951025853</c:v>
                </c:pt>
                <c:pt idx="575">
                  <c:v>0.152503403166</c:v>
                </c:pt>
                <c:pt idx="576">
                  <c:v>0.152114873326</c:v>
                </c:pt>
                <c:pt idx="577">
                  <c:v>0.151735712019</c:v>
                </c:pt>
                <c:pt idx="578">
                  <c:v>0.151340479941</c:v>
                </c:pt>
                <c:pt idx="579">
                  <c:v>0.150925674892</c:v>
                </c:pt>
                <c:pt idx="580">
                  <c:v>0.150496975551</c:v>
                </c:pt>
                <c:pt idx="581">
                  <c:v>0.150058536514</c:v>
                </c:pt>
                <c:pt idx="582">
                  <c:v>0.149609237655</c:v>
                </c:pt>
                <c:pt idx="583">
                  <c:v>0.14914486027</c:v>
                </c:pt>
                <c:pt idx="584">
                  <c:v>0.148661264623</c:v>
                </c:pt>
                <c:pt idx="585">
                  <c:v>0.148156538912</c:v>
                </c:pt>
                <c:pt idx="586">
                  <c:v>0.147630731326</c:v>
                </c:pt>
                <c:pt idx="587">
                  <c:v>0.147084217851</c:v>
                </c:pt>
                <c:pt idx="588">
                  <c:v>0.146516048416</c:v>
                </c:pt>
                <c:pt idx="589">
                  <c:v>0.145923431054</c:v>
                </c:pt>
                <c:pt idx="590">
                  <c:v>0.145302601318</c:v>
                </c:pt>
                <c:pt idx="591">
                  <c:v>0.144650845051</c:v>
                </c:pt>
                <c:pt idx="592">
                  <c:v>0.143968660425</c:v>
                </c:pt>
                <c:pt idx="593">
                  <c:v>0.143262338614</c:v>
                </c:pt>
                <c:pt idx="594">
                  <c:v>0.142543033322</c:v>
                </c:pt>
                <c:pt idx="595">
                  <c:v>0.141824454254</c:v>
                </c:pt>
                <c:pt idx="596">
                  <c:v>0.141120277962</c:v>
                </c:pt>
                <c:pt idx="597">
                  <c:v>0.140440704806</c:v>
                </c:pt>
                <c:pt idx="598">
                  <c:v>0.139790544234</c:v>
                </c:pt>
                <c:pt idx="599">
                  <c:v>0.139168950724</c:v>
                </c:pt>
                <c:pt idx="600">
                  <c:v>0.138571112504</c:v>
                </c:pt>
                <c:pt idx="601">
                  <c:v>0.137990632385</c:v>
                </c:pt>
                <c:pt idx="602">
                  <c:v>0.137421395723</c:v>
                </c:pt>
                <c:pt idx="603">
                  <c:v>0.136858575737</c:v>
                </c:pt>
                <c:pt idx="604">
                  <c:v>0.136298866395</c:v>
                </c:pt>
                <c:pt idx="605">
                  <c:v>0.135740224237</c:v>
                </c:pt>
                <c:pt idx="606">
                  <c:v>0.135181404915</c:v>
                </c:pt>
                <c:pt idx="607">
                  <c:v>0.134621441415</c:v>
                </c:pt>
                <c:pt idx="608">
                  <c:v>0.13405932068</c:v>
                </c:pt>
                <c:pt idx="609">
                  <c:v>0.133493882317</c:v>
                </c:pt>
                <c:pt idx="610">
                  <c:v>0.132923916776</c:v>
                </c:pt>
                <c:pt idx="611">
                  <c:v>0.132348309704</c:v>
                </c:pt>
                <c:pt idx="612">
                  <c:v>0.131766275424</c:v>
                </c:pt>
                <c:pt idx="613">
                  <c:v>0.13117751348</c:v>
                </c:pt>
                <c:pt idx="614">
                  <c:v>0.130582463752</c:v>
                </c:pt>
                <c:pt idx="615">
                  <c:v>0.129982508036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0.999999999999</c:v>
                </c:pt>
                <c:pt idx="44">
                  <c:v>0.999999999998</c:v>
                </c:pt>
                <c:pt idx="45">
                  <c:v>0.999999999997</c:v>
                </c:pt>
                <c:pt idx="46">
                  <c:v>0.999999999993</c:v>
                </c:pt>
                <c:pt idx="47">
                  <c:v>0.999999999985</c:v>
                </c:pt>
                <c:pt idx="48">
                  <c:v>0.99999999997</c:v>
                </c:pt>
                <c:pt idx="49">
                  <c:v>0.999999999942</c:v>
                </c:pt>
                <c:pt idx="50">
                  <c:v>0.99999999989</c:v>
                </c:pt>
                <c:pt idx="51">
                  <c:v>0.999999999795</c:v>
                </c:pt>
                <c:pt idx="52">
                  <c:v>0.999999999628</c:v>
                </c:pt>
                <c:pt idx="53">
                  <c:v>0.999999999341</c:v>
                </c:pt>
                <c:pt idx="54">
                  <c:v>0.999999998859</c:v>
                </c:pt>
                <c:pt idx="55">
                  <c:v>0.999999998072</c:v>
                </c:pt>
                <c:pt idx="56">
                  <c:v>0.999999996816</c:v>
                </c:pt>
                <c:pt idx="57">
                  <c:v>0.999999994855</c:v>
                </c:pt>
                <c:pt idx="58">
                  <c:v>0.999999991863</c:v>
                </c:pt>
                <c:pt idx="59">
                  <c:v>0.999999987385</c:v>
                </c:pt>
                <c:pt idx="60">
                  <c:v>0.999999980813</c:v>
                </c:pt>
                <c:pt idx="61">
                  <c:v>0.99999997133</c:v>
                </c:pt>
                <c:pt idx="62">
                  <c:v>0.999999957867</c:v>
                </c:pt>
                <c:pt idx="63">
                  <c:v>0.999999939037</c:v>
                </c:pt>
                <c:pt idx="64">
                  <c:v>0.999999913066</c:v>
                </c:pt>
                <c:pt idx="65">
                  <c:v>0.999999877728</c:v>
                </c:pt>
                <c:pt idx="66">
                  <c:v>0.99999983027</c:v>
                </c:pt>
                <c:pt idx="67">
                  <c:v>0.999999767347</c:v>
                </c:pt>
                <c:pt idx="68">
                  <c:v>0.999999684967</c:v>
                </c:pt>
                <c:pt idx="69">
                  <c:v>0.999999578452</c:v>
                </c:pt>
                <c:pt idx="70">
                  <c:v>0.999999442417</c:v>
                </c:pt>
                <c:pt idx="71">
                  <c:v>0.999999270766</c:v>
                </c:pt>
                <c:pt idx="72">
                  <c:v>0.999999056716</c:v>
                </c:pt>
                <c:pt idx="73">
                  <c:v>0.999998792827</c:v>
                </c:pt>
                <c:pt idx="74">
                  <c:v>0.99999847104</c:v>
                </c:pt>
                <c:pt idx="75">
                  <c:v>0.999998082708</c:v>
                </c:pt>
                <c:pt idx="76">
                  <c:v>0.999997618601</c:v>
                </c:pt>
                <c:pt idx="77">
                  <c:v>0.999997068895</c:v>
                </c:pt>
                <c:pt idx="78">
                  <c:v>0.999996423108</c:v>
                </c:pt>
                <c:pt idx="79">
                  <c:v>0.999995670017</c:v>
                </c:pt>
                <c:pt idx="80">
                  <c:v>0.99999479754</c:v>
                </c:pt>
                <c:pt idx="81">
                  <c:v>0.999993792599</c:v>
                </c:pt>
                <c:pt idx="82">
                  <c:v>0.999992641004</c:v>
                </c:pt>
                <c:pt idx="83">
                  <c:v>0.999991327369</c:v>
                </c:pt>
                <c:pt idx="84">
                  <c:v>0.999989835104</c:v>
                </c:pt>
                <c:pt idx="85">
                  <c:v>0.999988146504</c:v>
                </c:pt>
                <c:pt idx="86">
                  <c:v>0.999986242962</c:v>
                </c:pt>
                <c:pt idx="87">
                  <c:v>0.999984105315</c:v>
                </c:pt>
                <c:pt idx="88">
                  <c:v>0.999981714295</c:v>
                </c:pt>
                <c:pt idx="89">
                  <c:v>0.999979051093</c:v>
                </c:pt>
                <c:pt idx="90">
                  <c:v>0.999976097965</c:v>
                </c:pt>
                <c:pt idx="91">
                  <c:v>0.999972838835</c:v>
                </c:pt>
                <c:pt idx="92">
                  <c:v>0.999969259833</c:v>
                </c:pt>
                <c:pt idx="93">
                  <c:v>0.999965349695</c:v>
                </c:pt>
                <c:pt idx="94">
                  <c:v>0.999961099962</c:v>
                </c:pt>
                <c:pt idx="95">
                  <c:v>0.999956504981</c:v>
                </c:pt>
                <c:pt idx="96">
                  <c:v>0.999951561658</c:v>
                </c:pt>
                <c:pt idx="97">
                  <c:v>0.999946268749</c:v>
                </c:pt>
                <c:pt idx="98">
                  <c:v>0.999940625656</c:v>
                </c:pt>
                <c:pt idx="99">
                  <c:v>0.999934632592</c:v>
                </c:pt>
                <c:pt idx="100">
                  <c:v>0.999928289545</c:v>
                </c:pt>
                <c:pt idx="101">
                  <c:v>0.999921595482</c:v>
                </c:pt>
                <c:pt idx="102">
                  <c:v>0.999914547843</c:v>
                </c:pt>
                <c:pt idx="103">
                  <c:v>0.999907142269</c:v>
                </c:pt>
                <c:pt idx="104">
                  <c:v>0.999899372786</c:v>
                </c:pt>
                <c:pt idx="105">
                  <c:v>0.999891232271</c:v>
                </c:pt>
                <c:pt idx="106">
                  <c:v>0.999882712373</c:v>
                </c:pt>
                <c:pt idx="107">
                  <c:v>0.999873803725</c:v>
                </c:pt>
                <c:pt idx="108">
                  <c:v>0.999864497952</c:v>
                </c:pt>
                <c:pt idx="109">
                  <c:v>0.99985478945</c:v>
                </c:pt>
                <c:pt idx="110">
                  <c:v>0.999844675036</c:v>
                </c:pt>
                <c:pt idx="111">
                  <c:v>0.999834154907</c:v>
                </c:pt>
                <c:pt idx="112">
                  <c:v>0.999823232947</c:v>
                </c:pt>
                <c:pt idx="113">
                  <c:v>0.999811916639</c:v>
                </c:pt>
                <c:pt idx="114">
                  <c:v>0.999800216838</c:v>
                </c:pt>
                <c:pt idx="115">
                  <c:v>0.999788146907</c:v>
                </c:pt>
                <c:pt idx="116">
                  <c:v>0.999775721523</c:v>
                </c:pt>
                <c:pt idx="117">
                  <c:v>0.999762956012</c:v>
                </c:pt>
                <c:pt idx="118">
                  <c:v>0.999749864654</c:v>
                </c:pt>
                <c:pt idx="119">
                  <c:v>0.999736459911</c:v>
                </c:pt>
                <c:pt idx="120">
                  <c:v>0.999722751767</c:v>
                </c:pt>
                <c:pt idx="121">
                  <c:v>0.999708747376</c:v>
                </c:pt>
                <c:pt idx="122">
                  <c:v>0.999694450307</c:v>
                </c:pt>
                <c:pt idx="123">
                  <c:v>0.999679863434</c:v>
                </c:pt>
                <c:pt idx="124">
                  <c:v>0.999664986958</c:v>
                </c:pt>
                <c:pt idx="125">
                  <c:v>0.999649821749</c:v>
                </c:pt>
                <c:pt idx="126">
                  <c:v>0.99963437229</c:v>
                </c:pt>
                <c:pt idx="127">
                  <c:v>0.999618646131</c:v>
                </c:pt>
                <c:pt idx="128">
                  <c:v>0.999602657365</c:v>
                </c:pt>
                <c:pt idx="129">
                  <c:v>0.999586431642</c:v>
                </c:pt>
                <c:pt idx="130">
                  <c:v>0.999570001828</c:v>
                </c:pt>
                <c:pt idx="131">
                  <c:v>0.999553409986</c:v>
                </c:pt>
                <c:pt idx="132">
                  <c:v>0.999536715385</c:v>
                </c:pt>
                <c:pt idx="133">
                  <c:v>0.999519990475</c:v>
                </c:pt>
                <c:pt idx="134">
                  <c:v>0.999503319324</c:v>
                </c:pt>
                <c:pt idx="135">
                  <c:v>0.999486803691</c:v>
                </c:pt>
                <c:pt idx="136">
                  <c:v>0.999470556032</c:v>
                </c:pt>
                <c:pt idx="137">
                  <c:v>0.999454692958</c:v>
                </c:pt>
                <c:pt idx="138">
                  <c:v>0.999439347668</c:v>
                </c:pt>
                <c:pt idx="139">
                  <c:v>0.99942464196</c:v>
                </c:pt>
                <c:pt idx="140">
                  <c:v>0.999410702205</c:v>
                </c:pt>
                <c:pt idx="141">
                  <c:v>0.999397665827</c:v>
                </c:pt>
                <c:pt idx="142">
                  <c:v>0.999385687452</c:v>
                </c:pt>
                <c:pt idx="143">
                  <c:v>0.999374919339</c:v>
                </c:pt>
                <c:pt idx="144">
                  <c:v>0.999365512201</c:v>
                </c:pt>
                <c:pt idx="145">
                  <c:v>0.999357607115</c:v>
                </c:pt>
                <c:pt idx="146">
                  <c:v>0.999351323905</c:v>
                </c:pt>
                <c:pt idx="147">
                  <c:v>0.999346747215</c:v>
                </c:pt>
                <c:pt idx="148">
                  <c:v>0.999343918577</c:v>
                </c:pt>
                <c:pt idx="149">
                  <c:v>0.999342848058</c:v>
                </c:pt>
                <c:pt idx="150">
                  <c:v>0.999343526991</c:v>
                </c:pt>
                <c:pt idx="151">
                  <c:v>0.999345891648</c:v>
                </c:pt>
                <c:pt idx="152">
                  <c:v>0.999349794361</c:v>
                </c:pt>
                <c:pt idx="153">
                  <c:v>0.99935497041</c:v>
                </c:pt>
                <c:pt idx="154">
                  <c:v>0.999361054243</c:v>
                </c:pt>
                <c:pt idx="155">
                  <c:v>0.999367642648</c:v>
                </c:pt>
                <c:pt idx="156">
                  <c:v>0.999374328329</c:v>
                </c:pt>
                <c:pt idx="157">
                  <c:v>0.999380680521</c:v>
                </c:pt>
                <c:pt idx="158">
                  <c:v>0.999386245785</c:v>
                </c:pt>
                <c:pt idx="159">
                  <c:v>0.999390534917</c:v>
                </c:pt>
                <c:pt idx="160">
                  <c:v>0.999393104655</c:v>
                </c:pt>
                <c:pt idx="161">
                  <c:v>0.999393587305</c:v>
                </c:pt>
                <c:pt idx="162">
                  <c:v>0.999391555599</c:v>
                </c:pt>
                <c:pt idx="163">
                  <c:v>0.99938669507</c:v>
                </c:pt>
                <c:pt idx="164">
                  <c:v>0.999378960628</c:v>
                </c:pt>
                <c:pt idx="165">
                  <c:v>0.999368918337</c:v>
                </c:pt>
                <c:pt idx="166">
                  <c:v>0.999357538214</c:v>
                </c:pt>
                <c:pt idx="167">
                  <c:v>0.999345773535</c:v>
                </c:pt>
                <c:pt idx="168">
                  <c:v>0.999334172838</c:v>
                </c:pt>
                <c:pt idx="169">
                  <c:v>0.999322854291</c:v>
                </c:pt>
                <c:pt idx="170">
                  <c:v>0.999311726317</c:v>
                </c:pt>
                <c:pt idx="171">
                  <c:v>0.99930071006</c:v>
                </c:pt>
                <c:pt idx="172">
                  <c:v>0.999289832503</c:v>
                </c:pt>
                <c:pt idx="173">
                  <c:v>0.999279192051</c:v>
                </c:pt>
                <c:pt idx="174">
                  <c:v>0.99926889166</c:v>
                </c:pt>
                <c:pt idx="175">
                  <c:v>0.999258989443</c:v>
                </c:pt>
                <c:pt idx="176">
                  <c:v>0.999249500414</c:v>
                </c:pt>
                <c:pt idx="177">
                  <c:v>0.999240431501</c:v>
                </c:pt>
                <c:pt idx="178">
                  <c:v>0.999231820195</c:v>
                </c:pt>
                <c:pt idx="179">
                  <c:v>0.999223748399</c:v>
                </c:pt>
                <c:pt idx="180">
                  <c:v>0.999216322775</c:v>
                </c:pt>
                <c:pt idx="181">
                  <c:v>0.999209625872</c:v>
                </c:pt>
                <c:pt idx="182">
                  <c:v>0.99920366198</c:v>
                </c:pt>
                <c:pt idx="183">
                  <c:v>0.999198295854</c:v>
                </c:pt>
                <c:pt idx="184">
                  <c:v>0.999193266841</c:v>
                </c:pt>
                <c:pt idx="185">
                  <c:v>0.999188243141</c:v>
                </c:pt>
                <c:pt idx="186">
                  <c:v>0.999182887815</c:v>
                </c:pt>
                <c:pt idx="187">
                  <c:v>0.999176940629</c:v>
                </c:pt>
                <c:pt idx="188">
                  <c:v>0.999170267439</c:v>
                </c:pt>
                <c:pt idx="189">
                  <c:v>0.999162871656</c:v>
                </c:pt>
                <c:pt idx="190">
                  <c:v>0.999154858826</c:v>
                </c:pt>
                <c:pt idx="191">
                  <c:v>0.999146380629</c:v>
                </c:pt>
                <c:pt idx="192">
                  <c:v>0.999137587726</c:v>
                </c:pt>
                <c:pt idx="193">
                  <c:v>0.99912860275</c:v>
                </c:pt>
                <c:pt idx="194">
                  <c:v>0.999119512637</c:v>
                </c:pt>
                <c:pt idx="195">
                  <c:v>0.999110373774</c:v>
                </c:pt>
                <c:pt idx="196">
                  <c:v>0.999101222957</c:v>
                </c:pt>
                <c:pt idx="197">
                  <c:v>0.999092090253</c:v>
                </c:pt>
                <c:pt idx="198">
                  <c:v>0.999083007624</c:v>
                </c:pt>
                <c:pt idx="199">
                  <c:v>0.999074011965</c:v>
                </c:pt>
                <c:pt idx="200">
                  <c:v>0.999065142659</c:v>
                </c:pt>
                <c:pt idx="201">
                  <c:v>0.999056437269</c:v>
                </c:pt>
                <c:pt idx="202">
                  <c:v>0.999047924755</c:v>
                </c:pt>
                <c:pt idx="203">
                  <c:v>0.999039620168</c:v>
                </c:pt>
                <c:pt idx="204">
                  <c:v>0.999031517205</c:v>
                </c:pt>
                <c:pt idx="205">
                  <c:v>0.999023582049</c:v>
                </c:pt>
                <c:pt idx="206">
                  <c:v>0.9990157521</c:v>
                </c:pt>
                <c:pt idx="207">
                  <c:v>0.999007940497</c:v>
                </c:pt>
                <c:pt idx="208">
                  <c:v>0.999000049431</c:v>
                </c:pt>
                <c:pt idx="209">
                  <c:v>0.99899198688</c:v>
                </c:pt>
                <c:pt idx="210">
                  <c:v>0.998983681661</c:v>
                </c:pt>
                <c:pt idx="211">
                  <c:v>0.998975093845</c:v>
                </c:pt>
                <c:pt idx="212">
                  <c:v>0.998966218307</c:v>
                </c:pt>
                <c:pt idx="213">
                  <c:v>0.998957082104</c:v>
                </c:pt>
                <c:pt idx="214">
                  <c:v>0.998947736797</c:v>
                </c:pt>
                <c:pt idx="215">
                  <c:v>0.998938248281</c:v>
                </c:pt>
                <c:pt idx="216">
                  <c:v>0.998928686483</c:v>
                </c:pt>
                <c:pt idx="217">
                  <c:v>0.998919116896</c:v>
                </c:pt>
                <c:pt idx="218">
                  <c:v>0.998909594772</c:v>
                </c:pt>
                <c:pt idx="219">
                  <c:v>0.998900162318</c:v>
                </c:pt>
                <c:pt idx="220">
                  <c:v>0.998890848183</c:v>
                </c:pt>
                <c:pt idx="221">
                  <c:v>0.99888166845</c:v>
                </c:pt>
                <c:pt idx="222">
                  <c:v>0.998872628063</c:v>
                </c:pt>
                <c:pt idx="223">
                  <c:v>0.998863722271</c:v>
                </c:pt>
                <c:pt idx="224">
                  <c:v>0.998854937513</c:v>
                </c:pt>
                <c:pt idx="225">
                  <c:v>0.998846251975</c:v>
                </c:pt>
                <c:pt idx="226">
                  <c:v>0.998837635874</c:v>
                </c:pt>
                <c:pt idx="227">
                  <c:v>0.998829052036</c:v>
                </c:pt>
                <c:pt idx="228">
                  <c:v>0.9988204573</c:v>
                </c:pt>
                <c:pt idx="229">
                  <c:v>0.998811805075</c:v>
                </c:pt>
                <c:pt idx="230">
                  <c:v>0.998803049061</c:v>
                </c:pt>
                <c:pt idx="231">
                  <c:v>0.998794147694</c:v>
                </c:pt>
                <c:pt idx="232">
                  <c:v>0.998785068637</c:v>
                </c:pt>
                <c:pt idx="233">
                  <c:v>0.998775792525</c:v>
                </c:pt>
                <c:pt idx="234">
                  <c:v>0.998766315307</c:v>
                </c:pt>
                <c:pt idx="235">
                  <c:v>0.998756648764</c:v>
                </c:pt>
                <c:pt idx="236">
                  <c:v>0.998746819082</c:v>
                </c:pt>
                <c:pt idx="237">
                  <c:v>0.998736863701</c:v>
                </c:pt>
                <c:pt idx="238">
                  <c:v>0.998726826974</c:v>
                </c:pt>
                <c:pt idx="239">
                  <c:v>0.9987167553</c:v>
                </c:pt>
                <c:pt idx="240">
                  <c:v>0.998706692445</c:v>
                </c:pt>
                <c:pt idx="241">
                  <c:v>0.998696675615</c:v>
                </c:pt>
                <c:pt idx="242">
                  <c:v>0.998686732635</c:v>
                </c:pt>
                <c:pt idx="243">
                  <c:v>0.998676880328</c:v>
                </c:pt>
                <c:pt idx="244">
                  <c:v>0.998667124057</c:v>
                </c:pt>
                <c:pt idx="245">
                  <c:v>0.99865745825</c:v>
                </c:pt>
                <c:pt idx="246">
                  <c:v>0.99864786768</c:v>
                </c:pt>
                <c:pt idx="247">
                  <c:v>0.99863832927</c:v>
                </c:pt>
                <c:pt idx="248">
                  <c:v>0.998628814222</c:v>
                </c:pt>
                <c:pt idx="249">
                  <c:v>0.998619290365</c:v>
                </c:pt>
                <c:pt idx="250">
                  <c:v>0.99860972459</c:v>
                </c:pt>
                <c:pt idx="251">
                  <c:v>0.998600085289</c:v>
                </c:pt>
                <c:pt idx="252">
                  <c:v>0.998590344685</c:v>
                </c:pt>
                <c:pt idx="253">
                  <c:v>0.998580480947</c:v>
                </c:pt>
                <c:pt idx="254">
                  <c:v>0.998570479895</c:v>
                </c:pt>
                <c:pt idx="255">
                  <c:v>0.998560336144</c:v>
                </c:pt>
                <c:pt idx="256">
                  <c:v>0.998550053513</c:v>
                </c:pt>
                <c:pt idx="257">
                  <c:v>0.998539644604</c:v>
                </c:pt>
                <c:pt idx="258">
                  <c:v>0.998529129575</c:v>
                </c:pt>
                <c:pt idx="259">
                  <c:v>0.998518534181</c:v>
                </c:pt>
                <c:pt idx="260">
                  <c:v>0.998507887292</c:v>
                </c:pt>
                <c:pt idx="261">
                  <c:v>0.998497218136</c:v>
                </c:pt>
                <c:pt idx="262">
                  <c:v>0.998486553565</c:v>
                </c:pt>
                <c:pt idx="263">
                  <c:v>0.99847591564</c:v>
                </c:pt>
                <c:pt idx="264">
                  <c:v>0.998465319752</c:v>
                </c:pt>
                <c:pt idx="265">
                  <c:v>0.998454773451</c:v>
                </c:pt>
                <c:pt idx="266">
                  <c:v>0.99844427604</c:v>
                </c:pt>
                <c:pt idx="267">
                  <c:v>0.998433818923</c:v>
                </c:pt>
                <c:pt idx="268">
                  <c:v>0.998423386624</c:v>
                </c:pt>
                <c:pt idx="269">
                  <c:v>0.9984129583</c:v>
                </c:pt>
                <c:pt idx="270">
                  <c:v>0.998402509607</c:v>
                </c:pt>
                <c:pt idx="271">
                  <c:v>0.998392014737</c:v>
                </c:pt>
                <c:pt idx="272">
                  <c:v>0.998381448474</c:v>
                </c:pt>
                <c:pt idx="273">
                  <c:v>0.998370788096</c:v>
                </c:pt>
                <c:pt idx="274">
                  <c:v>0.99836001501</c:v>
                </c:pt>
                <c:pt idx="275">
                  <c:v>0.998349116012</c:v>
                </c:pt>
                <c:pt idx="276">
                  <c:v>0.998338084121</c:v>
                </c:pt>
                <c:pt idx="277">
                  <c:v>0.998326918929</c:v>
                </c:pt>
                <c:pt idx="278">
                  <c:v>0.998315626463</c:v>
                </c:pt>
                <c:pt idx="279">
                  <c:v>0.998304218544</c:v>
                </c:pt>
                <c:pt idx="280">
                  <c:v>0.998292711703</c:v>
                </c:pt>
                <c:pt idx="281">
                  <c:v>0.998281125744</c:v>
                </c:pt>
                <c:pt idx="282">
                  <c:v>0.998269482079</c:v>
                </c:pt>
                <c:pt idx="283">
                  <c:v>0.998257801961</c:v>
                </c:pt>
                <c:pt idx="284">
                  <c:v>0.998246104772</c:v>
                </c:pt>
                <c:pt idx="285">
                  <c:v>0.998234406517</c:v>
                </c:pt>
                <c:pt idx="286">
                  <c:v>0.998222718641</c:v>
                </c:pt>
                <c:pt idx="287">
                  <c:v>0.998211047255</c:v>
                </c:pt>
                <c:pt idx="288">
                  <c:v>0.998199392838</c:v>
                </c:pt>
                <c:pt idx="289">
                  <c:v>0.998187750406</c:v>
                </c:pt>
                <c:pt idx="290">
                  <c:v>0.998176110146</c:v>
                </c:pt>
                <c:pt idx="291">
                  <c:v>0.998164458408</c:v>
                </c:pt>
                <c:pt idx="292">
                  <c:v>0.998152778977</c:v>
                </c:pt>
                <c:pt idx="293">
                  <c:v>0.998141054473</c:v>
                </c:pt>
                <c:pt idx="294">
                  <c:v>0.998129267789</c:v>
                </c:pt>
                <c:pt idx="295">
                  <c:v>0.998117403429</c:v>
                </c:pt>
                <c:pt idx="296">
                  <c:v>0.998105448657</c:v>
                </c:pt>
                <c:pt idx="297">
                  <c:v>0.998093394368</c:v>
                </c:pt>
                <c:pt idx="298">
                  <c:v>0.998081235617</c:v>
                </c:pt>
                <c:pt idx="299">
                  <c:v>0.998068971815</c:v>
                </c:pt>
                <c:pt idx="300">
                  <c:v>0.998056606552</c:v>
                </c:pt>
                <c:pt idx="301">
                  <c:v>0.9980441471</c:v>
                </c:pt>
                <c:pt idx="302">
                  <c:v>0.998031603623</c:v>
                </c:pt>
                <c:pt idx="303">
                  <c:v>0.998018988162</c:v>
                </c:pt>
                <c:pt idx="304">
                  <c:v>0.9980063135</c:v>
                </c:pt>
                <c:pt idx="305">
                  <c:v>0.997993592016</c:v>
                </c:pt>
                <c:pt idx="306">
                  <c:v>0.99798083461</c:v>
                </c:pt>
                <c:pt idx="307">
                  <c:v>0.997968049786</c:v>
                </c:pt>
                <c:pt idx="308">
                  <c:v>0.997955242961</c:v>
                </c:pt>
                <c:pt idx="309">
                  <c:v>0.997942416043</c:v>
                </c:pt>
                <c:pt idx="310">
                  <c:v>0.997929567332</c:v>
                </c:pt>
                <c:pt idx="311">
                  <c:v>0.997916691753</c:v>
                </c:pt>
                <c:pt idx="312">
                  <c:v>0.997903781372</c:v>
                </c:pt>
                <c:pt idx="313">
                  <c:v>0.997890826129</c:v>
                </c:pt>
                <c:pt idx="314">
                  <c:v>0.997877814725</c:v>
                </c:pt>
                <c:pt idx="315">
                  <c:v>0.997864735601</c:v>
                </c:pt>
                <c:pt idx="316">
                  <c:v>0.997851577928</c:v>
                </c:pt>
                <c:pt idx="317">
                  <c:v>0.997838332492</c:v>
                </c:pt>
                <c:pt idx="318">
                  <c:v>0.997824992421</c:v>
                </c:pt>
                <c:pt idx="319">
                  <c:v>0.997811553701</c:v>
                </c:pt>
                <c:pt idx="320">
                  <c:v>0.997798015456</c:v>
                </c:pt>
                <c:pt idx="321">
                  <c:v>0.997784379961</c:v>
                </c:pt>
                <c:pt idx="322">
                  <c:v>0.997770652407</c:v>
                </c:pt>
                <c:pt idx="323">
                  <c:v>0.997756840428</c:v>
                </c:pt>
                <c:pt idx="324">
                  <c:v>0.997742953449</c:v>
                </c:pt>
                <c:pt idx="325">
                  <c:v>0.997729001893</c:v>
                </c:pt>
                <c:pt idx="326">
                  <c:v>0.997714996321</c:v>
                </c:pt>
                <c:pt idx="327">
                  <c:v>0.997700946588</c:v>
                </c:pt>
                <c:pt idx="328">
                  <c:v>0.997686861086</c:v>
                </c:pt>
                <c:pt idx="329">
                  <c:v>0.997672746124</c:v>
                </c:pt>
                <c:pt idx="330">
                  <c:v>0.997658605489</c:v>
                </c:pt>
                <c:pt idx="331">
                  <c:v>0.997644440204</c:v>
                </c:pt>
                <c:pt idx="332">
                  <c:v>0.997630248509</c:v>
                </c:pt>
                <c:pt idx="333">
                  <c:v>0.997616026051</c:v>
                </c:pt>
                <c:pt idx="334">
                  <c:v>0.997601766277</c:v>
                </c:pt>
                <c:pt idx="335">
                  <c:v>0.997587460998</c:v>
                </c:pt>
                <c:pt idx="336">
                  <c:v>0.997573101061</c:v>
                </c:pt>
                <c:pt idx="337">
                  <c:v>0.997558677057</c:v>
                </c:pt>
                <c:pt idx="338">
                  <c:v>0.997544180004</c:v>
                </c:pt>
                <c:pt idx="339">
                  <c:v>0.997529601966</c:v>
                </c:pt>
                <c:pt idx="340">
                  <c:v>0.997514936566</c:v>
                </c:pt>
                <c:pt idx="341">
                  <c:v>0.997500179372</c:v>
                </c:pt>
                <c:pt idx="342">
                  <c:v>0.997485328118</c:v>
                </c:pt>
                <c:pt idx="343">
                  <c:v>0.99747038273</c:v>
                </c:pt>
                <c:pt idx="344">
                  <c:v>0.997455345178</c:v>
                </c:pt>
                <c:pt idx="345">
                  <c:v>0.99744021918</c:v>
                </c:pt>
                <c:pt idx="346">
                  <c:v>0.997425009795</c:v>
                </c:pt>
                <c:pt idx="347">
                  <c:v>0.997409722894</c:v>
                </c:pt>
                <c:pt idx="348">
                  <c:v>0.997394364602</c:v>
                </c:pt>
                <c:pt idx="349">
                  <c:v>0.997378940749</c:v>
                </c:pt>
                <c:pt idx="350">
                  <c:v>0.997363456394</c:v>
                </c:pt>
                <c:pt idx="351">
                  <c:v>0.997347915425</c:v>
                </c:pt>
                <c:pt idx="352">
                  <c:v>0.997332320267</c:v>
                </c:pt>
                <c:pt idx="353">
                  <c:v>0.997316671727</c:v>
                </c:pt>
                <c:pt idx="354">
                  <c:v>0.997300968981</c:v>
                </c:pt>
                <c:pt idx="355">
                  <c:v>0.997285209698</c:v>
                </c:pt>
                <c:pt idx="356">
                  <c:v>0.997269390292</c:v>
                </c:pt>
                <c:pt idx="357">
                  <c:v>0.997253506281</c:v>
                </c:pt>
                <c:pt idx="358">
                  <c:v>0.997237552707</c:v>
                </c:pt>
                <c:pt idx="359">
                  <c:v>0.99722152458</c:v>
                </c:pt>
                <c:pt idx="360">
                  <c:v>0.997205417301</c:v>
                </c:pt>
                <c:pt idx="361">
                  <c:v>0.997189227047</c:v>
                </c:pt>
                <c:pt idx="362">
                  <c:v>0.997172951069</c:v>
                </c:pt>
                <c:pt idx="363">
                  <c:v>0.997156587897</c:v>
                </c:pt>
                <c:pt idx="364">
                  <c:v>0.997140137418</c:v>
                </c:pt>
                <c:pt idx="365">
                  <c:v>0.997123600858</c:v>
                </c:pt>
                <c:pt idx="366">
                  <c:v>0.997106980648</c:v>
                </c:pt>
                <c:pt idx="367">
                  <c:v>0.997090280176</c:v>
                </c:pt>
                <c:pt idx="368">
                  <c:v>0.997073503459</c:v>
                </c:pt>
                <c:pt idx="369">
                  <c:v>0.997056654766</c:v>
                </c:pt>
                <c:pt idx="370">
                  <c:v>0.997039738236</c:v>
                </c:pt>
                <c:pt idx="371">
                  <c:v>0.997022757528</c:v>
                </c:pt>
                <c:pt idx="372">
                  <c:v>0.997005715491</c:v>
                </c:pt>
                <c:pt idx="373">
                  <c:v>0.996988613904</c:v>
                </c:pt>
                <c:pt idx="374">
                  <c:v>0.996971453293</c:v>
                </c:pt>
                <c:pt idx="375">
                  <c:v>0.996954232867</c:v>
                </c:pt>
                <c:pt idx="376">
                  <c:v>0.99693695056</c:v>
                </c:pt>
                <c:pt idx="377">
                  <c:v>0.996919603188</c:v>
                </c:pt>
                <c:pt idx="378">
                  <c:v>0.99690218667</c:v>
                </c:pt>
                <c:pt idx="379">
                  <c:v>0.9968846963</c:v>
                </c:pt>
                <c:pt idx="380">
                  <c:v>0.996867127043</c:v>
                </c:pt>
                <c:pt idx="381">
                  <c:v>0.996849473897</c:v>
                </c:pt>
                <c:pt idx="382">
                  <c:v>0.996831732237</c:v>
                </c:pt>
                <c:pt idx="383">
                  <c:v>0.996813898113</c:v>
                </c:pt>
                <c:pt idx="384">
                  <c:v>0.996795968473</c:v>
                </c:pt>
                <c:pt idx="385">
                  <c:v>0.996777941322</c:v>
                </c:pt>
                <c:pt idx="386">
                  <c:v>0.996759815813</c:v>
                </c:pt>
                <c:pt idx="387">
                  <c:v>0.996741592219</c:v>
                </c:pt>
                <c:pt idx="388">
                  <c:v>0.996723271828</c:v>
                </c:pt>
                <c:pt idx="389">
                  <c:v>0.99670485677</c:v>
                </c:pt>
                <c:pt idx="390">
                  <c:v>0.996686349807</c:v>
                </c:pt>
                <c:pt idx="391">
                  <c:v>0.996667754081</c:v>
                </c:pt>
                <c:pt idx="392">
                  <c:v>0.996649072846</c:v>
                </c:pt>
                <c:pt idx="393">
                  <c:v>0.996630309179</c:v>
                </c:pt>
                <c:pt idx="394">
                  <c:v>0.996611465732</c:v>
                </c:pt>
                <c:pt idx="395">
                  <c:v>0.996592544523</c:v>
                </c:pt>
                <c:pt idx="396">
                  <c:v>0.996573546812</c:v>
                </c:pt>
                <c:pt idx="397">
                  <c:v>0.996554473015</c:v>
                </c:pt>
                <c:pt idx="398">
                  <c:v>0.99653532271</c:v>
                </c:pt>
                <c:pt idx="399">
                  <c:v>0.996516094695</c:v>
                </c:pt>
                <c:pt idx="400">
                  <c:v>0.996496787126</c:v>
                </c:pt>
                <c:pt idx="401">
                  <c:v>0.996477397674</c:v>
                </c:pt>
                <c:pt idx="402">
                  <c:v>0.996457923718</c:v>
                </c:pt>
                <c:pt idx="403">
                  <c:v>0.996438362557</c:v>
                </c:pt>
                <c:pt idx="404">
                  <c:v>0.996418711616</c:v>
                </c:pt>
                <c:pt idx="405">
                  <c:v>0.996398968629</c:v>
                </c:pt>
                <c:pt idx="406">
                  <c:v>0.996379131771</c:v>
                </c:pt>
                <c:pt idx="407">
                  <c:v>0.996359200008</c:v>
                </c:pt>
                <c:pt idx="408">
                  <c:v>0.996339172996</c:v>
                </c:pt>
                <c:pt idx="409">
                  <c:v>0.996319048453</c:v>
                </c:pt>
                <c:pt idx="410">
                  <c:v>0.996298819307</c:v>
                </c:pt>
                <c:pt idx="411">
                  <c:v>0.996278474012</c:v>
                </c:pt>
                <c:pt idx="412">
                  <c:v>0.99625800078</c:v>
                </c:pt>
                <c:pt idx="413">
                  <c:v>0.996237381395</c:v>
                </c:pt>
                <c:pt idx="414">
                  <c:v>0.996216551922</c:v>
                </c:pt>
                <c:pt idx="415">
                  <c:v>0.99619529856</c:v>
                </c:pt>
                <c:pt idx="416">
                  <c:v>0.996173065106</c:v>
                </c:pt>
                <c:pt idx="417">
                  <c:v>0.99614868428</c:v>
                </c:pt>
                <c:pt idx="418">
                  <c:v>0.996120062909</c:v>
                </c:pt>
                <c:pt idx="419">
                  <c:v>0.996083898122</c:v>
                </c:pt>
                <c:pt idx="420">
                  <c:v>0.996035492995</c:v>
                </c:pt>
                <c:pt idx="421">
                  <c:v>0.995969380929</c:v>
                </c:pt>
                <c:pt idx="422">
                  <c:v>0.995879442404</c:v>
                </c:pt>
                <c:pt idx="423">
                  <c:v>0.995758909502</c:v>
                </c:pt>
                <c:pt idx="424">
                  <c:v>0.995598372069</c:v>
                </c:pt>
                <c:pt idx="425">
                  <c:v>0.995386725008</c:v>
                </c:pt>
                <c:pt idx="426">
                  <c:v>0.995112946146</c:v>
                </c:pt>
                <c:pt idx="427">
                  <c:v>0.994768888264</c:v>
                </c:pt>
                <c:pt idx="428">
                  <c:v>0.9943495066</c:v>
                </c:pt>
                <c:pt idx="429">
                  <c:v>0.993851145457</c:v>
                </c:pt>
                <c:pt idx="430">
                  <c:v>0.993269187837</c:v>
                </c:pt>
                <c:pt idx="431">
                  <c:v>0.992596692012</c:v>
                </c:pt>
                <c:pt idx="432">
                  <c:v>0.991824561221</c:v>
                </c:pt>
                <c:pt idx="433">
                  <c:v>0.990942814931</c:v>
                </c:pt>
                <c:pt idx="434">
                  <c:v>0.989941591818</c:v>
                </c:pt>
                <c:pt idx="435">
                  <c:v>0.988811769423</c:v>
                </c:pt>
                <c:pt idx="436">
                  <c:v>0.987544587149</c:v>
                </c:pt>
                <c:pt idx="437">
                  <c:v>0.986131302849</c:v>
                </c:pt>
                <c:pt idx="438">
                  <c:v>0.984562709919</c:v>
                </c:pt>
                <c:pt idx="439">
                  <c:v>0.982829913855</c:v>
                </c:pt>
                <c:pt idx="440">
                  <c:v>0.980925142425</c:v>
                </c:pt>
                <c:pt idx="441">
                  <c:v>0.978843084315</c:v>
                </c:pt>
                <c:pt idx="442">
                  <c:v>0.976582507721</c:v>
                </c:pt>
                <c:pt idx="443">
                  <c:v>0.974146762109</c:v>
                </c:pt>
                <c:pt idx="444">
                  <c:v>0.971543091217</c:v>
                </c:pt>
                <c:pt idx="445">
                  <c:v>0.968779833154</c:v>
                </c:pt>
                <c:pt idx="446">
                  <c:v>0.965863067842</c:v>
                </c:pt>
                <c:pt idx="447">
                  <c:v>0.96279357565</c:v>
                </c:pt>
                <c:pt idx="448">
                  <c:v>0.959565770497</c:v>
                </c:pt>
                <c:pt idx="449">
                  <c:v>0.956168874809</c:v>
                </c:pt>
                <c:pt idx="450">
                  <c:v>0.952589884548</c:v>
                </c:pt>
                <c:pt idx="451">
                  <c:v>0.948817022869</c:v>
                </c:pt>
                <c:pt idx="452">
                  <c:v>0.944842436978</c:v>
                </c:pt>
                <c:pt idx="453">
                  <c:v>0.940663363699</c:v>
                </c:pt>
                <c:pt idx="454">
                  <c:v>0.936282029139</c:v>
                </c:pt>
                <c:pt idx="455">
                  <c:v>0.931704918918</c:v>
                </c:pt>
                <c:pt idx="456">
                  <c:v>0.926941825031</c:v>
                </c:pt>
                <c:pt idx="457">
                  <c:v>0.922005384257</c:v>
                </c:pt>
                <c:pt idx="458">
                  <c:v>0.916910743038</c:v>
                </c:pt>
                <c:pt idx="459">
                  <c:v>0.911675435763</c:v>
                </c:pt>
                <c:pt idx="460">
                  <c:v>0.906319200819</c:v>
                </c:pt>
                <c:pt idx="461">
                  <c:v>0.900863471438</c:v>
                </c:pt>
                <c:pt idx="462">
                  <c:v>0.895330857277</c:v>
                </c:pt>
                <c:pt idx="463">
                  <c:v>0.88974438368</c:v>
                </c:pt>
                <c:pt idx="464">
                  <c:v>0.884126850234</c:v>
                </c:pt>
                <c:pt idx="465">
                  <c:v>0.878500140649</c:v>
                </c:pt>
                <c:pt idx="466">
                  <c:v>0.872884514019</c:v>
                </c:pt>
                <c:pt idx="467">
                  <c:v>0.867297884209</c:v>
                </c:pt>
                <c:pt idx="468">
                  <c:v>0.861755161946</c:v>
                </c:pt>
                <c:pt idx="469">
                  <c:v>0.856267843564</c:v>
                </c:pt>
                <c:pt idx="470">
                  <c:v>0.850844073742</c:v>
                </c:pt>
                <c:pt idx="471">
                  <c:v>0.845489191592</c:v>
                </c:pt>
                <c:pt idx="472">
                  <c:v>0.840206756807</c:v>
                </c:pt>
                <c:pt idx="473">
                  <c:v>0.834999667291</c:v>
                </c:pt>
                <c:pt idx="474">
                  <c:v>0.829871239912</c:v>
                </c:pt>
                <c:pt idx="475">
                  <c:v>0.824825841013</c:v>
                </c:pt>
                <c:pt idx="476">
                  <c:v>0.81986920539</c:v>
                </c:pt>
                <c:pt idx="477">
                  <c:v>0.815008289128</c:v>
                </c:pt>
                <c:pt idx="478">
                  <c:v>0.810250955697</c:v>
                </c:pt>
                <c:pt idx="479">
                  <c:v>0.805605456111</c:v>
                </c:pt>
                <c:pt idx="480">
                  <c:v>0.801079940228</c:v>
                </c:pt>
                <c:pt idx="481">
                  <c:v>0.796681912566</c:v>
                </c:pt>
                <c:pt idx="482">
                  <c:v>0.792417821343</c:v>
                </c:pt>
                <c:pt idx="483">
                  <c:v>0.788292608391</c:v>
                </c:pt>
                <c:pt idx="484">
                  <c:v>0.784309451697</c:v>
                </c:pt>
                <c:pt idx="485">
                  <c:v>0.780469504041</c:v>
                </c:pt>
                <c:pt idx="486">
                  <c:v>0.776771857403</c:v>
                </c:pt>
                <c:pt idx="487">
                  <c:v>0.773213563419</c:v>
                </c:pt>
                <c:pt idx="488">
                  <c:v>0.76978983305</c:v>
                </c:pt>
                <c:pt idx="489">
                  <c:v>0.766494310351</c:v>
                </c:pt>
                <c:pt idx="490">
                  <c:v>0.763319437811</c:v>
                </c:pt>
                <c:pt idx="491">
                  <c:v>0.760256888214</c:v>
                </c:pt>
                <c:pt idx="492">
                  <c:v>0.757298019556</c:v>
                </c:pt>
                <c:pt idx="493">
                  <c:v>0.75443437607</c:v>
                </c:pt>
                <c:pt idx="494">
                  <c:v>0.751658141845</c:v>
                </c:pt>
                <c:pt idx="495">
                  <c:v>0.748962574297</c:v>
                </c:pt>
                <c:pt idx="496">
                  <c:v>0.746342310889</c:v>
                </c:pt>
                <c:pt idx="497">
                  <c:v>0.743793582339</c:v>
                </c:pt>
                <c:pt idx="498">
                  <c:v>0.741314261312</c:v>
                </c:pt>
                <c:pt idx="499">
                  <c:v>0.738903796426</c:v>
                </c:pt>
                <c:pt idx="500">
                  <c:v>0.736563002528</c:v>
                </c:pt>
                <c:pt idx="501">
                  <c:v>0.734293767636</c:v>
                </c:pt>
                <c:pt idx="502">
                  <c:v>0.732098678372</c:v>
                </c:pt>
                <c:pt idx="503">
                  <c:v>0.729980635484</c:v>
                </c:pt>
                <c:pt idx="504">
                  <c:v>0.72794254763</c:v>
                </c:pt>
                <c:pt idx="505">
                  <c:v>0.725986912403</c:v>
                </c:pt>
                <c:pt idx="506">
                  <c:v>0.724115220816</c:v>
                </c:pt>
                <c:pt idx="507">
                  <c:v>0.722327738359</c:v>
                </c:pt>
                <c:pt idx="508">
                  <c:v>0.7206238306</c:v>
                </c:pt>
                <c:pt idx="509">
                  <c:v>0.719001752506</c:v>
                </c:pt>
                <c:pt idx="510">
                  <c:v>0.717458689553</c:v>
                </c:pt>
                <c:pt idx="511">
                  <c:v>0.715990902604</c:v>
                </c:pt>
                <c:pt idx="512">
                  <c:v>0.714593997293</c:v>
                </c:pt>
                <c:pt idx="513">
                  <c:v>0.713263522628</c:v>
                </c:pt>
                <c:pt idx="514">
                  <c:v>0.711994455731</c:v>
                </c:pt>
                <c:pt idx="515">
                  <c:v>0.710781449052</c:v>
                </c:pt>
                <c:pt idx="516">
                  <c:v>0.709619748521</c:v>
                </c:pt>
                <c:pt idx="517">
                  <c:v>0.708505292654</c:v>
                </c:pt>
                <c:pt idx="518">
                  <c:v>0.707434706645</c:v>
                </c:pt>
                <c:pt idx="519">
                  <c:v>0.706405460281</c:v>
                </c:pt>
                <c:pt idx="520">
                  <c:v>0.705415787695</c:v>
                </c:pt>
                <c:pt idx="521">
                  <c:v>0.70446466508</c:v>
                </c:pt>
                <c:pt idx="522">
                  <c:v>0.70355167276</c:v>
                </c:pt>
                <c:pt idx="523">
                  <c:v>0.702676819999</c:v>
                </c:pt>
                <c:pt idx="524">
                  <c:v>0.701840412873</c:v>
                </c:pt>
                <c:pt idx="525">
                  <c:v>0.701042757822</c:v>
                </c:pt>
                <c:pt idx="526">
                  <c:v>0.700284113066</c:v>
                </c:pt>
                <c:pt idx="527">
                  <c:v>0.699564376729</c:v>
                </c:pt>
                <c:pt idx="528">
                  <c:v>0.698883148098</c:v>
                </c:pt>
                <c:pt idx="529">
                  <c:v>0.698239549207</c:v>
                </c:pt>
                <c:pt idx="530">
                  <c:v>0.697632252043</c:v>
                </c:pt>
                <c:pt idx="531">
                  <c:v>0.697059689179</c:v>
                </c:pt>
                <c:pt idx="532">
                  <c:v>0.696519836739</c:v>
                </c:pt>
                <c:pt idx="533">
                  <c:v>0.696010733035</c:v>
                </c:pt>
                <c:pt idx="534">
                  <c:v>0.695530466059</c:v>
                </c:pt>
                <c:pt idx="535">
                  <c:v>0.695077357296</c:v>
                </c:pt>
                <c:pt idx="536">
                  <c:v>0.694650275647</c:v>
                </c:pt>
                <c:pt idx="537">
                  <c:v>0.69424838088</c:v>
                </c:pt>
                <c:pt idx="538">
                  <c:v>0.693871567409</c:v>
                </c:pt>
                <c:pt idx="539">
                  <c:v>0.693520522662</c:v>
                </c:pt>
                <c:pt idx="540">
                  <c:v>0.693196822564</c:v>
                </c:pt>
                <c:pt idx="541">
                  <c:v>0.692903064996</c:v>
                </c:pt>
                <c:pt idx="542">
                  <c:v>0.69264246842</c:v>
                </c:pt>
                <c:pt idx="543">
                  <c:v>0.692419042636</c:v>
                </c:pt>
                <c:pt idx="544">
                  <c:v>0.692237491137</c:v>
                </c:pt>
                <c:pt idx="545">
                  <c:v>0.692103070083</c:v>
                </c:pt>
                <c:pt idx="546">
                  <c:v>0.692021377612</c:v>
                </c:pt>
                <c:pt idx="547">
                  <c:v>0.691998391223</c:v>
                </c:pt>
                <c:pt idx="548">
                  <c:v>0.692040383569</c:v>
                </c:pt>
                <c:pt idx="549">
                  <c:v>0.692153157891</c:v>
                </c:pt>
                <c:pt idx="550">
                  <c:v>0.692343797052</c:v>
                </c:pt>
                <c:pt idx="551">
                  <c:v>0.692619624468</c:v>
                </c:pt>
                <c:pt idx="552">
                  <c:v>0.692987552208</c:v>
                </c:pt>
                <c:pt idx="553">
                  <c:v>0.693454695589</c:v>
                </c:pt>
                <c:pt idx="554">
                  <c:v>0.694028264482</c:v>
                </c:pt>
                <c:pt idx="555">
                  <c:v>0.694715151136</c:v>
                </c:pt>
                <c:pt idx="556">
                  <c:v>0.69552129092</c:v>
                </c:pt>
                <c:pt idx="557">
                  <c:v>0.696450845025</c:v>
                </c:pt>
                <c:pt idx="558">
                  <c:v>0.697505800793</c:v>
                </c:pt>
                <c:pt idx="559">
                  <c:v>0.698687002254</c:v>
                </c:pt>
                <c:pt idx="560">
                  <c:v>0.699995032184</c:v>
                </c:pt>
                <c:pt idx="561">
                  <c:v>0.701427042547</c:v>
                </c:pt>
                <c:pt idx="562">
                  <c:v>0.702974328605</c:v>
                </c:pt>
                <c:pt idx="563">
                  <c:v>0.704619287704</c:v>
                </c:pt>
                <c:pt idx="564">
                  <c:v>0.706336295276</c:v>
                </c:pt>
                <c:pt idx="565">
                  <c:v>0.708096418668</c:v>
                </c:pt>
                <c:pt idx="566">
                  <c:v>0.709869586818</c:v>
                </c:pt>
                <c:pt idx="567">
                  <c:v>0.7116223962</c:v>
                </c:pt>
                <c:pt idx="568">
                  <c:v>0.713317799145</c:v>
                </c:pt>
                <c:pt idx="569">
                  <c:v>0.714913407554</c:v>
                </c:pt>
                <c:pt idx="570">
                  <c:v>0.716368935401</c:v>
                </c:pt>
                <c:pt idx="571">
                  <c:v>0.71764913404</c:v>
                </c:pt>
                <c:pt idx="572">
                  <c:v>0.718712813629</c:v>
                </c:pt>
                <c:pt idx="573">
                  <c:v>0.719531633295</c:v>
                </c:pt>
                <c:pt idx="574">
                  <c:v>0.720105130521</c:v>
                </c:pt>
                <c:pt idx="575">
                  <c:v>0.720489738782</c:v>
                </c:pt>
                <c:pt idx="576">
                  <c:v>0.720774287769</c:v>
                </c:pt>
                <c:pt idx="577">
                  <c:v>0.72104096918</c:v>
                </c:pt>
                <c:pt idx="578">
                  <c:v>0.721334140419</c:v>
                </c:pt>
                <c:pt idx="579">
                  <c:v>0.721661792126</c:v>
                </c:pt>
                <c:pt idx="580">
                  <c:v>0.722015506672</c:v>
                </c:pt>
                <c:pt idx="581">
                  <c:v>0.722388471137</c:v>
                </c:pt>
                <c:pt idx="582">
                  <c:v>0.722782315981</c:v>
                </c:pt>
                <c:pt idx="583">
                  <c:v>0.723203941056</c:v>
                </c:pt>
                <c:pt idx="584">
                  <c:v>0.723660328327</c:v>
                </c:pt>
                <c:pt idx="585">
                  <c:v>0.724154917895</c:v>
                </c:pt>
                <c:pt idx="586">
                  <c:v>0.72468794432</c:v>
                </c:pt>
                <c:pt idx="587">
                  <c:v>0.725259105669</c:v>
                </c:pt>
                <c:pt idx="588">
                  <c:v>0.725870342147</c:v>
                </c:pt>
                <c:pt idx="589">
                  <c:v>0.726526740095</c:v>
                </c:pt>
                <c:pt idx="590">
                  <c:v>0.727235073238</c:v>
                </c:pt>
                <c:pt idx="591">
                  <c:v>0.728000358912</c:v>
                </c:pt>
                <c:pt idx="592">
                  <c:v>0.728822127237</c:v>
                </c:pt>
                <c:pt idx="593">
                  <c:v>0.729690060843</c:v>
                </c:pt>
                <c:pt idx="594">
                  <c:v>0.730585301633</c:v>
                </c:pt>
                <c:pt idx="595">
                  <c:v>0.731484236497</c:v>
                </c:pt>
                <c:pt idx="596">
                  <c:v>0.732363064717</c:v>
                </c:pt>
                <c:pt idx="597">
                  <c:v>0.733203747864</c:v>
                </c:pt>
                <c:pt idx="598">
                  <c:v>0.733997422514</c:v>
                </c:pt>
                <c:pt idx="599">
                  <c:v>0.734745072495</c:v>
                </c:pt>
                <c:pt idx="600">
                  <c:v>0.735454799736</c:v>
                </c:pt>
                <c:pt idx="601">
                  <c:v>0.736137720602</c:v>
                </c:pt>
                <c:pt idx="602">
                  <c:v>0.736804619262</c:v>
                </c:pt>
                <c:pt idx="603">
                  <c:v>0.737464090611</c:v>
                </c:pt>
                <c:pt idx="604">
                  <c:v>0.738122071233</c:v>
                </c:pt>
                <c:pt idx="605">
                  <c:v>0.738782263191</c:v>
                </c:pt>
                <c:pt idx="606">
                  <c:v>0.739446938944</c:v>
                </c:pt>
                <c:pt idx="607">
                  <c:v>0.740117856807</c:v>
                </c:pt>
                <c:pt idx="608">
                  <c:v>0.740796846022</c:v>
                </c:pt>
                <c:pt idx="609">
                  <c:v>0.741486006296</c:v>
                </c:pt>
                <c:pt idx="610">
                  <c:v>0.742187543441</c:v>
                </c:pt>
                <c:pt idx="611">
                  <c:v>0.742903499821</c:v>
                </c:pt>
                <c:pt idx="612">
                  <c:v>0.743635324109</c:v>
                </c:pt>
                <c:pt idx="613">
                  <c:v>0.744383567954</c:v>
                </c:pt>
                <c:pt idx="614">
                  <c:v>0.745147420229</c:v>
                </c:pt>
                <c:pt idx="615">
                  <c:v>0.745924343706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0.999999999999</c:v>
                </c:pt>
                <c:pt idx="29">
                  <c:v>0.999999999997</c:v>
                </c:pt>
                <c:pt idx="30">
                  <c:v>0.999999999993</c:v>
                </c:pt>
                <c:pt idx="31">
                  <c:v>0.999999999984</c:v>
                </c:pt>
                <c:pt idx="32">
                  <c:v>0.999999999965</c:v>
                </c:pt>
                <c:pt idx="33">
                  <c:v>0.999999999927</c:v>
                </c:pt>
                <c:pt idx="34">
                  <c:v>0.999999999856</c:v>
                </c:pt>
                <c:pt idx="35">
                  <c:v>0.999999999726</c:v>
                </c:pt>
                <c:pt idx="36">
                  <c:v>0.9999999995</c:v>
                </c:pt>
                <c:pt idx="37">
                  <c:v>0.99999999912</c:v>
                </c:pt>
                <c:pt idx="38">
                  <c:v>0.999999998495</c:v>
                </c:pt>
                <c:pt idx="39">
                  <c:v>0.999999997488</c:v>
                </c:pt>
                <c:pt idx="40">
                  <c:v>0.999999995888</c:v>
                </c:pt>
                <c:pt idx="41">
                  <c:v>0.999999993376</c:v>
                </c:pt>
                <c:pt idx="42">
                  <c:v>0.99999998948</c:v>
                </c:pt>
                <c:pt idx="43">
                  <c:v>0.999999983509</c:v>
                </c:pt>
                <c:pt idx="44">
                  <c:v>0.999999974473</c:v>
                </c:pt>
                <c:pt idx="45">
                  <c:v>0.999999960976</c:v>
                </c:pt>
                <c:pt idx="46">
                  <c:v>0.999999941092</c:v>
                </c:pt>
                <c:pt idx="47">
                  <c:v>0.999999912209</c:v>
                </c:pt>
                <c:pt idx="48">
                  <c:v>0.999999870857</c:v>
                </c:pt>
                <c:pt idx="49">
                  <c:v>0.99999981252</c:v>
                </c:pt>
                <c:pt idx="50">
                  <c:v>0.999999731451</c:v>
                </c:pt>
                <c:pt idx="51">
                  <c:v>0.999999620489</c:v>
                </c:pt>
                <c:pt idx="52">
                  <c:v>0.999999470913</c:v>
                </c:pt>
                <c:pt idx="53">
                  <c:v>0.999999272316</c:v>
                </c:pt>
                <c:pt idx="54">
                  <c:v>0.999999012534</c:v>
                </c:pt>
                <c:pt idx="55">
                  <c:v>0.999998677607</c:v>
                </c:pt>
                <c:pt idx="56">
                  <c:v>0.999998251759</c:v>
                </c:pt>
                <c:pt idx="57">
                  <c:v>0.999997717367</c:v>
                </c:pt>
                <c:pt idx="58">
                  <c:v>0.999997054877</c:v>
                </c:pt>
                <c:pt idx="59">
                  <c:v>0.99999624264</c:v>
                </c:pt>
                <c:pt idx="60">
                  <c:v>0.999995256679</c:v>
                </c:pt>
                <c:pt idx="61">
                  <c:v>0.999994070439</c:v>
                </c:pt>
                <c:pt idx="62">
                  <c:v>0.999992654633</c:v>
                </c:pt>
                <c:pt idx="63">
                  <c:v>0.99999097724</c:v>
                </c:pt>
                <c:pt idx="64">
                  <c:v>0.999989003768</c:v>
                </c:pt>
                <c:pt idx="65">
                  <c:v>0.999986697738</c:v>
                </c:pt>
                <c:pt idx="66">
                  <c:v>0.999984021417</c:v>
                </c:pt>
                <c:pt idx="67">
                  <c:v>0.99998093669</c:v>
                </c:pt>
                <c:pt idx="68">
                  <c:v>0.999977406053</c:v>
                </c:pt>
                <c:pt idx="69">
                  <c:v>0.99997339359</c:v>
                </c:pt>
                <c:pt idx="70">
                  <c:v>0.999968865934</c:v>
                </c:pt>
                <c:pt idx="71">
                  <c:v>0.99996379303</c:v>
                </c:pt>
                <c:pt idx="72">
                  <c:v>0.999958148708</c:v>
                </c:pt>
                <c:pt idx="73">
                  <c:v>0.999951910834</c:v>
                </c:pt>
                <c:pt idx="74">
                  <c:v>0.999945061146</c:v>
                </c:pt>
                <c:pt idx="75">
                  <c:v>0.999937584544</c:v>
                </c:pt>
                <c:pt idx="76">
                  <c:v>0.999929468117</c:v>
                </c:pt>
                <c:pt idx="77">
                  <c:v>0.999920699796</c:v>
                </c:pt>
                <c:pt idx="78">
                  <c:v>0.999911266961</c:v>
                </c:pt>
                <c:pt idx="79">
                  <c:v>0.999901155041</c:v>
                </c:pt>
                <c:pt idx="80">
                  <c:v>0.999890346345</c:v>
                </c:pt>
                <c:pt idx="81">
                  <c:v>0.999878819287</c:v>
                </c:pt>
                <c:pt idx="82">
                  <c:v>0.999866548121</c:v>
                </c:pt>
                <c:pt idx="83">
                  <c:v>0.999853503417</c:v>
                </c:pt>
                <c:pt idx="84">
                  <c:v>0.999839653196</c:v>
                </c:pt>
                <c:pt idx="85">
                  <c:v>0.999824964864</c:v>
                </c:pt>
                <c:pt idx="86">
                  <c:v>0.999809407612</c:v>
                </c:pt>
                <c:pt idx="87">
                  <c:v>0.999792955256</c:v>
                </c:pt>
                <c:pt idx="88">
                  <c:v>0.999775589056</c:v>
                </c:pt>
                <c:pt idx="89">
                  <c:v>0.999757300396</c:v>
                </c:pt>
                <c:pt idx="90">
                  <c:v>0.999738092845</c:v>
                </c:pt>
                <c:pt idx="91">
                  <c:v>0.999717983504</c:v>
                </c:pt>
                <c:pt idx="92">
                  <c:v>0.999697003268</c:v>
                </c:pt>
                <c:pt idx="93">
                  <c:v>0.999675196018</c:v>
                </c:pt>
                <c:pt idx="94">
                  <c:v>0.999652616649</c:v>
                </c:pt>
                <c:pt idx="95">
                  <c:v>0.999629328111</c:v>
                </c:pt>
                <c:pt idx="96">
                  <c:v>0.999605397712</c:v>
                </c:pt>
                <c:pt idx="97">
                  <c:v>0.999580893011</c:v>
                </c:pt>
                <c:pt idx="98">
                  <c:v>0.99955587779</c:v>
                </c:pt>
                <c:pt idx="99">
                  <c:v>0.999530408423</c:v>
                </c:pt>
                <c:pt idx="100">
                  <c:v>0.999504531127</c:v>
                </c:pt>
                <c:pt idx="101">
                  <c:v>0.99947828024</c:v>
                </c:pt>
                <c:pt idx="102">
                  <c:v>0.999451677843</c:v>
                </c:pt>
                <c:pt idx="103">
                  <c:v>0.999424734548</c:v>
                </c:pt>
                <c:pt idx="104">
                  <c:v>0.999397451595</c:v>
                </c:pt>
                <c:pt idx="105">
                  <c:v>0.999369823735</c:v>
                </c:pt>
                <c:pt idx="106">
                  <c:v>0.999341842913</c:v>
                </c:pt>
                <c:pt idx="107">
                  <c:v>0.999313501996</c:v>
                </c:pt>
                <c:pt idx="108">
                  <c:v>0.999284798569</c:v>
                </c:pt>
                <c:pt idx="109">
                  <c:v>0.999255737942</c:v>
                </c:pt>
                <c:pt idx="110">
                  <c:v>0.999226335554</c:v>
                </c:pt>
                <c:pt idx="111">
                  <c:v>0.999196617951</c:v>
                </c:pt>
                <c:pt idx="112">
                  <c:v>0.999166622822</c:v>
                </c:pt>
                <c:pt idx="113">
                  <c:v>0.999136397465</c:v>
                </c:pt>
                <c:pt idx="114">
                  <c:v>0.999105996449</c:v>
                </c:pt>
                <c:pt idx="115">
                  <c:v>0.999075478128</c:v>
                </c:pt>
                <c:pt idx="116">
                  <c:v>0.999044900935</c:v>
                </c:pt>
                <c:pt idx="117">
                  <c:v>0.999014319437</c:v>
                </c:pt>
                <c:pt idx="118">
                  <c:v>0.998983780946</c:v>
                </c:pt>
                <c:pt idx="119">
                  <c:v>0.998953322926</c:v>
                </c:pt>
                <c:pt idx="120">
                  <c:v>0.998922971504</c:v>
                </c:pt>
                <c:pt idx="121">
                  <c:v>0.998892741523</c:v>
                </c:pt>
                <c:pt idx="122">
                  <c:v>0.998862637736</c:v>
                </c:pt>
                <c:pt idx="123">
                  <c:v>0.998832657799</c:v>
                </c:pt>
                <c:pt idx="124">
                  <c:v>0.998802795899</c:v>
                </c:pt>
                <c:pt idx="125">
                  <c:v>0.998773047912</c:v>
                </c:pt>
                <c:pt idx="126">
                  <c:v>0.99874341604</c:v>
                </c:pt>
                <c:pt idx="127">
                  <c:v>0.998713826827</c:v>
                </c:pt>
                <c:pt idx="128">
                  <c:v>0.998684079864</c:v>
                </c:pt>
                <c:pt idx="129">
                  <c:v>0.998654324654</c:v>
                </c:pt>
                <c:pt idx="130">
                  <c:v>0.998624616211</c:v>
                </c:pt>
                <c:pt idx="131">
                  <c:v>0.99859502877</c:v>
                </c:pt>
                <c:pt idx="132">
                  <c:v>0.998565656367</c:v>
                </c:pt>
                <c:pt idx="133">
                  <c:v>0.998536613045</c:v>
                </c:pt>
                <c:pt idx="134">
                  <c:v>0.998508031821</c:v>
                </c:pt>
                <c:pt idx="135">
                  <c:v>0.998480063177</c:v>
                </c:pt>
                <c:pt idx="136">
                  <c:v>0.998452872926</c:v>
                </c:pt>
                <c:pt idx="137">
                  <c:v>0.998426639828</c:v>
                </c:pt>
                <c:pt idx="138">
                  <c:v>0.99840155332</c:v>
                </c:pt>
                <c:pt idx="139">
                  <c:v>0.998377811219</c:v>
                </c:pt>
                <c:pt idx="140">
                  <c:v>0.998355618135</c:v>
                </c:pt>
                <c:pt idx="141">
                  <c:v>0.998335183985</c:v>
                </c:pt>
                <c:pt idx="142">
                  <c:v>0.998316723417</c:v>
                </c:pt>
                <c:pt idx="143">
                  <c:v>0.998300453686</c:v>
                </c:pt>
                <c:pt idx="144">
                  <c:v>0.99828659013</c:v>
                </c:pt>
                <c:pt idx="145">
                  <c:v>0.99827533451</c:v>
                </c:pt>
                <c:pt idx="146">
                  <c:v>0.998266858016</c:v>
                </c:pt>
                <c:pt idx="147">
                  <c:v>0.998261280168</c:v>
                </c:pt>
                <c:pt idx="148">
                  <c:v>0.998258657622</c:v>
                </c:pt>
                <c:pt idx="149">
                  <c:v>0.998259006186</c:v>
                </c:pt>
                <c:pt idx="150">
                  <c:v>0.998262318556</c:v>
                </c:pt>
                <c:pt idx="151">
                  <c:v>0.998268491283</c:v>
                </c:pt>
                <c:pt idx="152">
                  <c:v>0.998277277734</c:v>
                </c:pt>
                <c:pt idx="153">
                  <c:v>0.998288233798</c:v>
                </c:pt>
                <c:pt idx="154">
                  <c:v>0.998300754032</c:v>
                </c:pt>
                <c:pt idx="155">
                  <c:v>0.99831418566</c:v>
                </c:pt>
                <c:pt idx="156">
                  <c:v>0.998327873236</c:v>
                </c:pt>
                <c:pt idx="157">
                  <c:v>0.998341105501</c:v>
                </c:pt>
                <c:pt idx="158">
                  <c:v>0.99835310852</c:v>
                </c:pt>
                <c:pt idx="159">
                  <c:v>0.998363008995</c:v>
                </c:pt>
                <c:pt idx="160">
                  <c:v>0.99836998938</c:v>
                </c:pt>
                <c:pt idx="161">
                  <c:v>0.99837333848</c:v>
                </c:pt>
                <c:pt idx="162">
                  <c:v>0.99837221555</c:v>
                </c:pt>
                <c:pt idx="163">
                  <c:v>0.998366043517</c:v>
                </c:pt>
                <c:pt idx="164">
                  <c:v>0.998354803409</c:v>
                </c:pt>
                <c:pt idx="165">
                  <c:v>0.998339632302</c:v>
                </c:pt>
                <c:pt idx="166">
                  <c:v>0.998322327662</c:v>
                </c:pt>
                <c:pt idx="167">
                  <c:v>0.998304555354</c:v>
                </c:pt>
                <c:pt idx="168">
                  <c:v>0.99828720679</c:v>
                </c:pt>
                <c:pt idx="169">
                  <c:v>0.998270430918</c:v>
                </c:pt>
                <c:pt idx="170">
                  <c:v>0.99825404863</c:v>
                </c:pt>
                <c:pt idx="171">
                  <c:v>0.998237924539</c:v>
                </c:pt>
                <c:pt idx="172">
                  <c:v>0.998222107043</c:v>
                </c:pt>
                <c:pt idx="173">
                  <c:v>0.998206758105</c:v>
                </c:pt>
                <c:pt idx="174">
                  <c:v>0.998192040778</c:v>
                </c:pt>
                <c:pt idx="175">
                  <c:v>0.998178039734</c:v>
                </c:pt>
                <c:pt idx="176">
                  <c:v>0.998164768304</c:v>
                </c:pt>
                <c:pt idx="177">
                  <c:v>0.998152227311</c:v>
                </c:pt>
                <c:pt idx="178">
                  <c:v>0.998140466899</c:v>
                </c:pt>
                <c:pt idx="179">
                  <c:v>0.998129607026</c:v>
                </c:pt>
                <c:pt idx="180">
                  <c:v>0.998119805301</c:v>
                </c:pt>
                <c:pt idx="181">
                  <c:v>0.998111179854</c:v>
                </c:pt>
                <c:pt idx="182">
                  <c:v>0.998103725627</c:v>
                </c:pt>
                <c:pt idx="183">
                  <c:v>0.998097216255</c:v>
                </c:pt>
                <c:pt idx="184">
                  <c:v>0.998091235864</c:v>
                </c:pt>
                <c:pt idx="185">
                  <c:v>0.998085265703</c:v>
                </c:pt>
                <c:pt idx="186">
                  <c:v>0.998078783453</c:v>
                </c:pt>
                <c:pt idx="187">
                  <c:v>0.998071393131</c:v>
                </c:pt>
                <c:pt idx="188">
                  <c:v>0.998062899248</c:v>
                </c:pt>
                <c:pt idx="189">
                  <c:v>0.998053320279</c:v>
                </c:pt>
                <c:pt idx="190">
                  <c:v>0.998042828668</c:v>
                </c:pt>
                <c:pt idx="191">
                  <c:v>0.998031662526</c:v>
                </c:pt>
                <c:pt idx="192">
                  <c:v>0.998020054299</c:v>
                </c:pt>
                <c:pt idx="193">
                  <c:v>0.998008191002</c:v>
                </c:pt>
                <c:pt idx="194">
                  <c:v>0.997996203746</c:v>
                </c:pt>
                <c:pt idx="195">
                  <c:v>0.997984176451</c:v>
                </c:pt>
                <c:pt idx="196">
                  <c:v>0.997972163022</c:v>
                </c:pt>
                <c:pt idx="197">
                  <c:v>0.997960207303</c:v>
                </c:pt>
                <c:pt idx="198">
                  <c:v>0.997948355822</c:v>
                </c:pt>
                <c:pt idx="199">
                  <c:v>0.997936661965</c:v>
                </c:pt>
                <c:pt idx="200">
                  <c:v>0.997925182111</c:v>
                </c:pt>
                <c:pt idx="201">
                  <c:v>0.997913969566</c:v>
                </c:pt>
                <c:pt idx="202">
                  <c:v>0.997903064704</c:v>
                </c:pt>
                <c:pt idx="203">
                  <c:v>0.997892487837</c:v>
                </c:pt>
                <c:pt idx="204">
                  <c:v>0.997882228156</c:v>
                </c:pt>
                <c:pt idx="205">
                  <c:v>0.997872234732</c:v>
                </c:pt>
                <c:pt idx="206">
                  <c:v>0.997862415083</c:v>
                </c:pt>
                <c:pt idx="207">
                  <c:v>0.997852642045</c:v>
                </c:pt>
                <c:pt idx="208">
                  <c:v>0.997842773864</c:v>
                </c:pt>
                <c:pt idx="209">
                  <c:v>0.99783267864</c:v>
                </c:pt>
                <c:pt idx="210">
                  <c:v>0.997822255697</c:v>
                </c:pt>
                <c:pt idx="211">
                  <c:v>0.997811450151</c:v>
                </c:pt>
                <c:pt idx="212">
                  <c:v>0.997800257401</c:v>
                </c:pt>
                <c:pt idx="213">
                  <c:v>0.997788718765</c:v>
                </c:pt>
                <c:pt idx="214">
                  <c:v>0.997776909891</c:v>
                </c:pt>
                <c:pt idx="215">
                  <c:v>0.997764925863</c:v>
                </c:pt>
                <c:pt idx="216">
                  <c:v>0.997752866356</c:v>
                </c:pt>
                <c:pt idx="217">
                  <c:v>0.997740823654</c:v>
                </c:pt>
                <c:pt idx="218">
                  <c:v>0.997728874596</c:v>
                </c:pt>
                <c:pt idx="219">
                  <c:v>0.997717076928</c:v>
                </c:pt>
                <c:pt idx="220">
                  <c:v>0.997705468892</c:v>
                </c:pt>
                <c:pt idx="221">
                  <c:v>0.997694070923</c:v>
                </c:pt>
                <c:pt idx="222">
                  <c:v>0.997682887895</c:v>
                </c:pt>
                <c:pt idx="223">
                  <c:v>0.997671911351</c:v>
                </c:pt>
                <c:pt idx="224">
                  <c:v>0.99766112089</c:v>
                </c:pt>
                <c:pt idx="225">
                  <c:v>0.997650485036</c:v>
                </c:pt>
                <c:pt idx="226">
                  <c:v>0.997639961693</c:v>
                </c:pt>
                <c:pt idx="227">
                  <c:v>0.997629498983</c:v>
                </c:pt>
                <c:pt idx="228">
                  <c:v>0.997619037218</c:v>
                </c:pt>
                <c:pt idx="229">
                  <c:v>0.997608512461</c:v>
                </c:pt>
                <c:pt idx="230">
                  <c:v>0.997597861664</c:v>
                </c:pt>
                <c:pt idx="231">
                  <c:v>0.997587028739</c:v>
                </c:pt>
                <c:pt idx="232">
                  <c:v>0.99757597063</c:v>
                </c:pt>
                <c:pt idx="233">
                  <c:v>0.997564662302</c:v>
                </c:pt>
                <c:pt idx="234">
                  <c:v>0.997553099765</c:v>
                </c:pt>
                <c:pt idx="235">
                  <c:v>0.997541300559</c:v>
                </c:pt>
                <c:pt idx="236">
                  <c:v>0.997529301609</c:v>
                </c:pt>
                <c:pt idx="237">
                  <c:v>0.997517154736</c:v>
                </c:pt>
                <c:pt idx="238">
                  <c:v>0.997504920635</c:v>
                </c:pt>
                <c:pt idx="239">
                  <c:v>0.997492662203</c:v>
                </c:pt>
                <c:pt idx="240">
                  <c:v>0.997480438243</c:v>
                </c:pt>
                <c:pt idx="241">
                  <c:v>0.99746829825</c:v>
                </c:pt>
                <c:pt idx="242">
                  <c:v>0.997456278752</c:v>
                </c:pt>
                <c:pt idx="243">
                  <c:v>0.997444401304</c:v>
                </c:pt>
                <c:pt idx="244">
                  <c:v>0.997432672045</c:v>
                </c:pt>
                <c:pt idx="245">
                  <c:v>0.997421082565</c:v>
                </c:pt>
                <c:pt idx="246">
                  <c:v>0.997409611754</c:v>
                </c:pt>
                <c:pt idx="247">
                  <c:v>0.997398228303</c:v>
                </c:pt>
                <c:pt idx="248">
                  <c:v>0.99738689361</c:v>
                </c:pt>
                <c:pt idx="249">
                  <c:v>0.997375564926</c:v>
                </c:pt>
                <c:pt idx="250">
                  <c:v>0.997364198595</c:v>
                </c:pt>
                <c:pt idx="251">
                  <c:v>0.997352753259</c:v>
                </c:pt>
                <c:pt idx="252">
                  <c:v>0.99734119289</c:v>
                </c:pt>
                <c:pt idx="253">
                  <c:v>0.997329489522</c:v>
                </c:pt>
                <c:pt idx="254">
                  <c:v>0.997317625422</c:v>
                </c:pt>
                <c:pt idx="255">
                  <c:v>0.997305594501</c:v>
                </c:pt>
                <c:pt idx="256">
                  <c:v>0.997293402747</c:v>
                </c:pt>
                <c:pt idx="257">
                  <c:v>0.997281067585</c:v>
                </c:pt>
                <c:pt idx="258">
                  <c:v>0.997268616163</c:v>
                </c:pt>
                <c:pt idx="259">
                  <c:v>0.997256082725</c:v>
                </c:pt>
                <c:pt idx="260">
                  <c:v>0.997243505325</c:v>
                </c:pt>
                <c:pt idx="261">
                  <c:v>0.997230922208</c:v>
                </c:pt>
                <c:pt idx="262">
                  <c:v>0.997218368277</c:v>
                </c:pt>
                <c:pt idx="263">
                  <c:v>0.997205871992</c:v>
                </c:pt>
                <c:pt idx="264">
                  <c:v>0.997193453015</c:v>
                </c:pt>
                <c:pt idx="265">
                  <c:v>0.997181120768</c:v>
                </c:pt>
                <c:pt idx="266">
                  <c:v>0.997168873994</c:v>
                </c:pt>
                <c:pt idx="267">
                  <c:v>0.9971567013</c:v>
                </c:pt>
                <c:pt idx="268">
                  <c:v>0.99714458253</c:v>
                </c:pt>
                <c:pt idx="269">
                  <c:v>0.99713249078</c:v>
                </c:pt>
                <c:pt idx="270">
                  <c:v>0.997120394818</c:v>
                </c:pt>
                <c:pt idx="271">
                  <c:v>0.997108261728</c:v>
                </c:pt>
                <c:pt idx="272">
                  <c:v>0.997096059534</c:v>
                </c:pt>
                <c:pt idx="273">
                  <c:v>0.99708375962</c:v>
                </c:pt>
                <c:pt idx="274">
                  <c:v>0.997071338786</c:v>
                </c:pt>
                <c:pt idx="275">
                  <c:v>0.99705878081</c:v>
                </c:pt>
                <c:pt idx="276">
                  <c:v>0.997046077455</c:v>
                </c:pt>
                <c:pt idx="277">
                  <c:v>0.997033228864</c:v>
                </c:pt>
                <c:pt idx="278">
                  <c:v>0.997020243323</c:v>
                </c:pt>
                <c:pt idx="279">
                  <c:v>0.997007136383</c:v>
                </c:pt>
                <c:pt idx="280">
                  <c:v>0.996993929442</c:v>
                </c:pt>
                <c:pt idx="281">
                  <c:v>0.996980647886</c:v>
                </c:pt>
                <c:pt idx="282">
                  <c:v>0.996967318961</c:v>
                </c:pt>
                <c:pt idx="283">
                  <c:v>0.996953969532</c:v>
                </c:pt>
                <c:pt idx="284">
                  <c:v>0.996940623939</c:v>
                </c:pt>
                <c:pt idx="285">
                  <c:v>0.996927302124</c:v>
                </c:pt>
                <c:pt idx="286">
                  <c:v>0.996914018184</c:v>
                </c:pt>
                <c:pt idx="287">
                  <c:v>0.996900779443</c:v>
                </c:pt>
                <c:pt idx="288">
                  <c:v>0.996887586126</c:v>
                </c:pt>
                <c:pt idx="289">
                  <c:v>0.996874431625</c:v>
                </c:pt>
                <c:pt idx="290">
                  <c:v>0.996861303332</c:v>
                </c:pt>
                <c:pt idx="291">
                  <c:v>0.996848183923</c:v>
                </c:pt>
                <c:pt idx="292">
                  <c:v>0.996835052964</c:v>
                </c:pt>
                <c:pt idx="293">
                  <c:v>0.996821888682</c:v>
                </c:pt>
                <c:pt idx="294">
                  <c:v>0.996808669749</c:v>
                </c:pt>
                <c:pt idx="295">
                  <c:v>0.996795376942</c:v>
                </c:pt>
                <c:pt idx="296">
                  <c:v>0.99678199456</c:v>
                </c:pt>
                <c:pt idx="297">
                  <c:v>0.996768511465</c:v>
                </c:pt>
                <c:pt idx="298">
                  <c:v>0.996754921722</c:v>
                </c:pt>
                <c:pt idx="299">
                  <c:v>0.996741224791</c:v>
                </c:pt>
                <c:pt idx="300">
                  <c:v>0.996727425291</c:v>
                </c:pt>
                <c:pt idx="301">
                  <c:v>0.996713532347</c:v>
                </c:pt>
                <c:pt idx="302">
                  <c:v>0.996699558586</c:v>
                </c:pt>
                <c:pt idx="303">
                  <c:v>0.996685518868</c:v>
                </c:pt>
                <c:pt idx="304">
                  <c:v>0.996671428877</c:v>
                </c:pt>
                <c:pt idx="305">
                  <c:v>0.996657303714</c:v>
                </c:pt>
                <c:pt idx="306">
                  <c:v>0.996643156588</c:v>
                </c:pt>
                <c:pt idx="307">
                  <c:v>0.996628997707</c:v>
                </c:pt>
                <c:pt idx="308">
                  <c:v>0.99661483345</c:v>
                </c:pt>
                <c:pt idx="309">
                  <c:v>0.996600665882</c:v>
                </c:pt>
                <c:pt idx="310">
                  <c:v>0.99658649266</c:v>
                </c:pt>
                <c:pt idx="311">
                  <c:v>0.996572307348</c:v>
                </c:pt>
                <c:pt idx="312">
                  <c:v>0.996558100073</c:v>
                </c:pt>
                <c:pt idx="313">
                  <c:v>0.996543858434</c:v>
                </c:pt>
                <c:pt idx="314">
                  <c:v>0.996529568588</c:v>
                </c:pt>
                <c:pt idx="315">
                  <c:v>0.996515216454</c:v>
                </c:pt>
                <c:pt idx="316">
                  <c:v>0.996500788911</c:v>
                </c:pt>
                <c:pt idx="317">
                  <c:v>0.99648627486</c:v>
                </c:pt>
                <c:pt idx="318">
                  <c:v>0.996471666083</c:v>
                </c:pt>
                <c:pt idx="319">
                  <c:v>0.996456957851</c:v>
                </c:pt>
                <c:pt idx="320">
                  <c:v>0.996442149244</c:v>
                </c:pt>
                <c:pt idx="321">
                  <c:v>0.996427243142</c:v>
                </c:pt>
                <c:pt idx="322">
                  <c:v>0.996412245908</c:v>
                </c:pt>
                <c:pt idx="323">
                  <c:v>0.996397166814</c:v>
                </c:pt>
                <c:pt idx="324">
                  <c:v>0.996382017231</c:v>
                </c:pt>
                <c:pt idx="325">
                  <c:v>0.996366809666</c:v>
                </c:pt>
                <c:pt idx="326">
                  <c:v>0.996351556728</c:v>
                </c:pt>
                <c:pt idx="327">
                  <c:v>0.996336270123</c:v>
                </c:pt>
                <c:pt idx="328">
                  <c:v>0.996320959753</c:v>
                </c:pt>
                <c:pt idx="329">
                  <c:v>0.996305632992</c:v>
                </c:pt>
                <c:pt idx="330">
                  <c:v>0.99629029418</c:v>
                </c:pt>
                <c:pt idx="331">
                  <c:v>0.996274944351</c:v>
                </c:pt>
                <c:pt idx="332">
                  <c:v>0.996259581237</c:v>
                </c:pt>
                <c:pt idx="333">
                  <c:v>0.996244199505</c:v>
                </c:pt>
                <c:pt idx="334">
                  <c:v>0.996228791245</c:v>
                </c:pt>
                <c:pt idx="335">
                  <c:v>0.996213346658</c:v>
                </c:pt>
                <c:pt idx="336">
                  <c:v>0.99619785486</c:v>
                </c:pt>
                <c:pt idx="337">
                  <c:v>0.996182304718</c:v>
                </c:pt>
                <c:pt idx="338">
                  <c:v>0.996166685665</c:v>
                </c:pt>
                <c:pt idx="339">
                  <c:v>0.996150988411</c:v>
                </c:pt>
                <c:pt idx="340">
                  <c:v>0.996135205549</c:v>
                </c:pt>
                <c:pt idx="341">
                  <c:v>0.996119331994</c:v>
                </c:pt>
                <c:pt idx="342">
                  <c:v>0.996103365235</c:v>
                </c:pt>
                <c:pt idx="343">
                  <c:v>0.996087305341</c:v>
                </c:pt>
                <c:pt idx="344">
                  <c:v>0.996071154779</c:v>
                </c:pt>
                <c:pt idx="345">
                  <c:v>0.996054918055</c:v>
                </c:pt>
                <c:pt idx="346">
                  <c:v>0.996038601217</c:v>
                </c:pt>
                <c:pt idx="347">
                  <c:v>0.99602221124</c:v>
                </c:pt>
                <c:pt idx="348">
                  <c:v>0.996005755354</c:v>
                </c:pt>
                <c:pt idx="349">
                  <c:v>0.995989240414</c:v>
                </c:pt>
                <c:pt idx="350">
                  <c:v>0.995972672349</c:v>
                </c:pt>
                <c:pt idx="351">
                  <c:v>0.995956055699</c:v>
                </c:pt>
                <c:pt idx="352">
                  <c:v>0.995939393289</c:v>
                </c:pt>
                <c:pt idx="353">
                  <c:v>0.995922686049</c:v>
                </c:pt>
                <c:pt idx="354">
                  <c:v>0.99590593302</c:v>
                </c:pt>
                <c:pt idx="355">
                  <c:v>0.995889131501</c:v>
                </c:pt>
                <c:pt idx="356">
                  <c:v>0.995872277357</c:v>
                </c:pt>
                <c:pt idx="357">
                  <c:v>0.995855365438</c:v>
                </c:pt>
                <c:pt idx="358">
                  <c:v>0.995838390069</c:v>
                </c:pt>
                <c:pt idx="359">
                  <c:v>0.995821345569</c:v>
                </c:pt>
                <c:pt idx="360">
                  <c:v>0.995804226731</c:v>
                </c:pt>
                <c:pt idx="361">
                  <c:v>0.995787029264</c:v>
                </c:pt>
                <c:pt idx="362">
                  <c:v>0.995769750135</c:v>
                </c:pt>
                <c:pt idx="363">
                  <c:v>0.99575238779</c:v>
                </c:pt>
                <c:pt idx="364">
                  <c:v>0.995734942239</c:v>
                </c:pt>
                <c:pt idx="365">
                  <c:v>0.995717415029</c:v>
                </c:pt>
                <c:pt idx="366">
                  <c:v>0.99569980908</c:v>
                </c:pt>
                <c:pt idx="367">
                  <c:v>0.995682128392</c:v>
                </c:pt>
                <c:pt idx="368">
                  <c:v>0.995664377662</c:v>
                </c:pt>
                <c:pt idx="369">
                  <c:v>0.995646561854</c:v>
                </c:pt>
                <c:pt idx="370">
                  <c:v>0.995628685767</c:v>
                </c:pt>
                <c:pt idx="371">
                  <c:v>0.995610753629</c:v>
                </c:pt>
                <c:pt idx="372">
                  <c:v>0.995592768733</c:v>
                </c:pt>
                <c:pt idx="373">
                  <c:v>0.995574733142</c:v>
                </c:pt>
                <c:pt idx="374">
                  <c:v>0.995556647488</c:v>
                </c:pt>
                <c:pt idx="375">
                  <c:v>0.995538510907</c:v>
                </c:pt>
                <c:pt idx="376">
                  <c:v>0.9955203211</c:v>
                </c:pt>
                <c:pt idx="377">
                  <c:v>0.995502074515</c:v>
                </c:pt>
                <c:pt idx="378">
                  <c:v>0.995483766608</c:v>
                </c:pt>
                <c:pt idx="379">
                  <c:v>0.995465392142</c:v>
                </c:pt>
                <c:pt idx="380">
                  <c:v>0.995446945534</c:v>
                </c:pt>
                <c:pt idx="381">
                  <c:v>0.995428421258</c:v>
                </c:pt>
                <c:pt idx="382">
                  <c:v>0.995409814245</c:v>
                </c:pt>
                <c:pt idx="383">
                  <c:v>0.995391120207</c:v>
                </c:pt>
                <c:pt idx="384">
                  <c:v>0.995372335878</c:v>
                </c:pt>
                <c:pt idx="385">
                  <c:v>0.995353459198</c:v>
                </c:pt>
                <c:pt idx="386">
                  <c:v>0.995334489398</c:v>
                </c:pt>
                <c:pt idx="387">
                  <c:v>0.995315426973</c:v>
                </c:pt>
                <c:pt idx="388">
                  <c:v>0.99529627354</c:v>
                </c:pt>
                <c:pt idx="389">
                  <c:v>0.995277031655</c:v>
                </c:pt>
                <c:pt idx="390">
                  <c:v>0.995257704565</c:v>
                </c:pt>
                <c:pt idx="391">
                  <c:v>0.995238295934</c:v>
                </c:pt>
                <c:pt idx="392">
                  <c:v>0.995218809531</c:v>
                </c:pt>
                <c:pt idx="393">
                  <c:v>0.995199248915</c:v>
                </c:pt>
                <c:pt idx="394">
                  <c:v>0.995179617153</c:v>
                </c:pt>
                <c:pt idx="395">
                  <c:v>0.995159916599</c:v>
                </c:pt>
                <c:pt idx="396">
                  <c:v>0.99514014875</c:v>
                </c:pt>
                <c:pt idx="397">
                  <c:v>0.995120314169</c:v>
                </c:pt>
                <c:pt idx="398">
                  <c:v>0.995100412482</c:v>
                </c:pt>
                <c:pt idx="399">
                  <c:v>0.99508044246</c:v>
                </c:pt>
                <c:pt idx="400">
                  <c:v>0.995060402167</c:v>
                </c:pt>
                <c:pt idx="401">
                  <c:v>0.995040289141</c:v>
                </c:pt>
                <c:pt idx="402">
                  <c:v>0.995020100607</c:v>
                </c:pt>
                <c:pt idx="403">
                  <c:v>0.994999833715</c:v>
                </c:pt>
                <c:pt idx="404">
                  <c:v>0.994979485767</c:v>
                </c:pt>
                <c:pt idx="405">
                  <c:v>0.994959054412</c:v>
                </c:pt>
                <c:pt idx="406">
                  <c:v>0.994938537798</c:v>
                </c:pt>
                <c:pt idx="407">
                  <c:v>0.994917934979</c:v>
                </c:pt>
                <c:pt idx="408">
                  <c:v>0.994897245759</c:v>
                </c:pt>
                <c:pt idx="409">
                  <c:v>0.994876467429</c:v>
                </c:pt>
                <c:pt idx="410">
                  <c:v>0.994855591554</c:v>
                </c:pt>
                <c:pt idx="411">
                  <c:v>0.994834604864</c:v>
                </c:pt>
                <c:pt idx="412">
                  <c:v>0.994813494721</c:v>
                </c:pt>
                <c:pt idx="413">
                  <c:v>0.994792242476</c:v>
                </c:pt>
                <c:pt idx="414">
                  <c:v>0.994770780261</c:v>
                </c:pt>
                <c:pt idx="415">
                  <c:v>0.994748877725</c:v>
                </c:pt>
                <c:pt idx="416">
                  <c:v>0.994725935025</c:v>
                </c:pt>
                <c:pt idx="417">
                  <c:v>0.994700695722</c:v>
                </c:pt>
                <c:pt idx="418">
                  <c:v>0.994670931091</c:v>
                </c:pt>
                <c:pt idx="419">
                  <c:v>0.994633239173</c:v>
                </c:pt>
                <c:pt idx="420">
                  <c:v>0.994583113729</c:v>
                </c:pt>
                <c:pt idx="421">
                  <c:v>0.994506525881</c:v>
                </c:pt>
                <c:pt idx="422">
                  <c:v>0.994396882432</c:v>
                </c:pt>
                <c:pt idx="423">
                  <c:v>0.994245338435</c:v>
                </c:pt>
                <c:pt idx="424">
                  <c:v>0.994039475931</c:v>
                </c:pt>
                <c:pt idx="425">
                  <c:v>0.993764510666</c:v>
                </c:pt>
                <c:pt idx="426">
                  <c:v>0.993405499981</c:v>
                </c:pt>
                <c:pt idx="427">
                  <c:v>0.99295102664</c:v>
                </c:pt>
                <c:pt idx="428">
                  <c:v>0.992393790988</c:v>
                </c:pt>
                <c:pt idx="429">
                  <c:v>0.991728620433</c:v>
                </c:pt>
                <c:pt idx="430">
                  <c:v>0.990949524109</c:v>
                </c:pt>
                <c:pt idx="431">
                  <c:v>0.990047968231</c:v>
                </c:pt>
                <c:pt idx="432">
                  <c:v>0.989013217063</c:v>
                </c:pt>
                <c:pt idx="433">
                  <c:v>0.987834249437</c:v>
                </c:pt>
                <c:pt idx="434">
                  <c:v>0.986501424304</c:v>
                </c:pt>
                <c:pt idx="435">
                  <c:v>0.985007553116</c:v>
                </c:pt>
                <c:pt idx="436">
                  <c:v>0.983347549239</c:v>
                </c:pt>
                <c:pt idx="437">
                  <c:v>0.981517919557</c:v>
                </c:pt>
                <c:pt idx="438">
                  <c:v>0.979516011021</c:v>
                </c:pt>
                <c:pt idx="439">
                  <c:v>0.977340721777</c:v>
                </c:pt>
                <c:pt idx="440">
                  <c:v>0.974993235433</c:v>
                </c:pt>
                <c:pt idx="441">
                  <c:v>0.972478158723</c:v>
                </c:pt>
                <c:pt idx="442">
                  <c:v>0.969804735441</c:v>
                </c:pt>
                <c:pt idx="443">
                  <c:v>0.966986633342</c:v>
                </c:pt>
                <c:pt idx="444">
                  <c:v>0.964040363088</c:v>
                </c:pt>
                <c:pt idx="445">
                  <c:v>0.960981663509</c:v>
                </c:pt>
                <c:pt idx="446">
                  <c:v>0.95782178516</c:v>
                </c:pt>
                <c:pt idx="447">
                  <c:v>0.954564711143</c:v>
                </c:pt>
                <c:pt idx="448">
                  <c:v>0.951206823624</c:v>
                </c:pt>
                <c:pt idx="449">
                  <c:v>0.947738961096</c:v>
                </c:pt>
                <c:pt idx="450">
                  <c:v>0.944150064726</c:v>
                </c:pt>
                <c:pt idx="451">
                  <c:v>0.940430916035</c:v>
                </c:pt>
                <c:pt idx="452">
                  <c:v>0.936576719008</c:v>
                </c:pt>
                <c:pt idx="453">
                  <c:v>0.932587914112</c:v>
                </c:pt>
                <c:pt idx="454">
                  <c:v>0.92846965573</c:v>
                </c:pt>
                <c:pt idx="455">
                  <c:v>0.924230726275</c:v>
                </c:pt>
                <c:pt idx="456">
                  <c:v>0.919882368402</c:v>
                </c:pt>
                <c:pt idx="457">
                  <c:v>0.91543766543</c:v>
                </c:pt>
                <c:pt idx="458">
                  <c:v>0.910911145518</c:v>
                </c:pt>
                <c:pt idx="459">
                  <c:v>0.906318614888</c:v>
                </c:pt>
                <c:pt idx="460">
                  <c:v>0.901676967571</c:v>
                </c:pt>
                <c:pt idx="461">
                  <c:v>0.897003746131</c:v>
                </c:pt>
                <c:pt idx="462">
                  <c:v>0.892316699752</c:v>
                </c:pt>
                <c:pt idx="463">
                  <c:v>0.887633177878</c:v>
                </c:pt>
                <c:pt idx="464">
                  <c:v>0.882969635393</c:v>
                </c:pt>
                <c:pt idx="465">
                  <c:v>0.878341134303</c:v>
                </c:pt>
                <c:pt idx="466">
                  <c:v>0.873760861882</c:v>
                </c:pt>
                <c:pt idx="467">
                  <c:v>0.869239671467</c:v>
                </c:pt>
                <c:pt idx="468">
                  <c:v>0.864785703356</c:v>
                </c:pt>
                <c:pt idx="469">
                  <c:v>0.860404217149</c:v>
                </c:pt>
                <c:pt idx="470">
                  <c:v>0.85609779362</c:v>
                </c:pt>
                <c:pt idx="471">
                  <c:v>0.851866898238</c:v>
                </c:pt>
                <c:pt idx="472">
                  <c:v>0.847710781209</c:v>
                </c:pt>
                <c:pt idx="473">
                  <c:v>0.843628414635</c:v>
                </c:pt>
                <c:pt idx="474">
                  <c:v>0.83961935577</c:v>
                </c:pt>
                <c:pt idx="475">
                  <c:v>0.835684242997</c:v>
                </c:pt>
                <c:pt idx="476">
                  <c:v>0.831825023629</c:v>
                </c:pt>
                <c:pt idx="477">
                  <c:v>0.828044826155</c:v>
                </c:pt>
                <c:pt idx="478">
                  <c:v>0.824347697662</c:v>
                </c:pt>
                <c:pt idx="479">
                  <c:v>0.820738196841</c:v>
                </c:pt>
                <c:pt idx="480">
                  <c:v>0.817221011094</c:v>
                </c:pt>
                <c:pt idx="481">
                  <c:v>0.813800541944</c:v>
                </c:pt>
                <c:pt idx="482">
                  <c:v>0.810480584936</c:v>
                </c:pt>
                <c:pt idx="483">
                  <c:v>0.807263985341</c:v>
                </c:pt>
                <c:pt idx="484">
                  <c:v>0.804152424069</c:v>
                </c:pt>
                <c:pt idx="485">
                  <c:v>0.801146204467</c:v>
                </c:pt>
                <c:pt idx="486">
                  <c:v>0.798244195643</c:v>
                </c:pt>
                <c:pt idx="487">
                  <c:v>0.795443824001</c:v>
                </c:pt>
                <c:pt idx="488">
                  <c:v>0.79274119578</c:v>
                </c:pt>
                <c:pt idx="489">
                  <c:v>0.790131282798</c:v>
                </c:pt>
                <c:pt idx="490">
                  <c:v>0.787608181503</c:v>
                </c:pt>
                <c:pt idx="491">
                  <c:v>0.785165428876</c:v>
                </c:pt>
                <c:pt idx="492">
                  <c:v>0.78279634382</c:v>
                </c:pt>
                <c:pt idx="493">
                  <c:v>0.780494408325</c:v>
                </c:pt>
                <c:pt idx="494">
                  <c:v>0.778253621516</c:v>
                </c:pt>
                <c:pt idx="495">
                  <c:v>0.776068840495</c:v>
                </c:pt>
                <c:pt idx="496">
                  <c:v>0.773936030216</c:v>
                </c:pt>
                <c:pt idx="497">
                  <c:v>0.771852439751</c:v>
                </c:pt>
                <c:pt idx="498">
                  <c:v>0.769816652799</c:v>
                </c:pt>
                <c:pt idx="499">
                  <c:v>0.767828544154</c:v>
                </c:pt>
                <c:pt idx="500">
                  <c:v>0.765889121918</c:v>
                </c:pt>
                <c:pt idx="501">
                  <c:v>0.764000297729</c:v>
                </c:pt>
                <c:pt idx="502">
                  <c:v>0.762164588246</c:v>
                </c:pt>
                <c:pt idx="503">
                  <c:v>0.760384790712</c:v>
                </c:pt>
                <c:pt idx="504">
                  <c:v>0.75866365101</c:v>
                </c:pt>
                <c:pt idx="505">
                  <c:v>0.757003556032</c:v>
                </c:pt>
                <c:pt idx="506">
                  <c:v>0.755406274793</c:v>
                </c:pt>
                <c:pt idx="507">
                  <c:v>0.753872762517</c:v>
                </c:pt>
                <c:pt idx="508">
                  <c:v>0.752403047006</c:v>
                </c:pt>
                <c:pt idx="509">
                  <c:v>0.750996191886</c:v>
                </c:pt>
                <c:pt idx="510">
                  <c:v>0.749650345005</c:v>
                </c:pt>
                <c:pt idx="511">
                  <c:v>0.748362850325</c:v>
                </c:pt>
                <c:pt idx="512">
                  <c:v>0.747130423772</c:v>
                </c:pt>
                <c:pt idx="513">
                  <c:v>0.745949360365</c:v>
                </c:pt>
                <c:pt idx="514">
                  <c:v>0.744815771342</c:v>
                </c:pt>
                <c:pt idx="515">
                  <c:v>0.743725811321</c:v>
                </c:pt>
                <c:pt idx="516">
                  <c:v>0.742675899095</c:v>
                </c:pt>
                <c:pt idx="517">
                  <c:v>0.741662889838</c:v>
                </c:pt>
                <c:pt idx="518">
                  <c:v>0.740684213417</c:v>
                </c:pt>
                <c:pt idx="519">
                  <c:v>0.739737939863</c:v>
                </c:pt>
                <c:pt idx="520">
                  <c:v>0.738822800656</c:v>
                </c:pt>
                <c:pt idx="521">
                  <c:v>0.73793813393</c:v>
                </c:pt>
                <c:pt idx="522">
                  <c:v>0.737083795711</c:v>
                </c:pt>
                <c:pt idx="523">
                  <c:v>0.736260015391</c:v>
                </c:pt>
                <c:pt idx="524">
                  <c:v>0.735467243026</c:v>
                </c:pt>
                <c:pt idx="525">
                  <c:v>0.734705974976</c:v>
                </c:pt>
                <c:pt idx="526">
                  <c:v>0.733976601572</c:v>
                </c:pt>
                <c:pt idx="527">
                  <c:v>0.733279270752</c:v>
                </c:pt>
                <c:pt idx="528">
                  <c:v>0.732613795873</c:v>
                </c:pt>
                <c:pt idx="529">
                  <c:v>0.731979607302</c:v>
                </c:pt>
                <c:pt idx="530">
                  <c:v>0.731375751173</c:v>
                </c:pt>
                <c:pt idx="531">
                  <c:v>0.730800942885</c:v>
                </c:pt>
                <c:pt idx="532">
                  <c:v>0.730253651396</c:v>
                </c:pt>
                <c:pt idx="533">
                  <c:v>0.729732234293</c:v>
                </c:pt>
                <c:pt idx="534">
                  <c:v>0.729235074119</c:v>
                </c:pt>
                <c:pt idx="535">
                  <c:v>0.728760749861</c:v>
                </c:pt>
                <c:pt idx="536">
                  <c:v>0.72830817548</c:v>
                </c:pt>
                <c:pt idx="537">
                  <c:v>0.727874699369</c:v>
                </c:pt>
                <c:pt idx="538">
                  <c:v>0.727456029911</c:v>
                </c:pt>
                <c:pt idx="539">
                  <c:v>0.72705987458</c:v>
                </c:pt>
                <c:pt idx="540">
                  <c:v>0.72668763443</c:v>
                </c:pt>
                <c:pt idx="541">
                  <c:v>0.726341439676</c:v>
                </c:pt>
                <c:pt idx="542">
                  <c:v>0.726024108355</c:v>
                </c:pt>
                <c:pt idx="543">
                  <c:v>0.725739099382</c:v>
                </c:pt>
                <c:pt idx="544">
                  <c:v>0.725490422539</c:v>
                </c:pt>
                <c:pt idx="545">
                  <c:v>0.72528254528</c:v>
                </c:pt>
                <c:pt idx="546">
                  <c:v>0.725120290829</c:v>
                </c:pt>
                <c:pt idx="547">
                  <c:v>0.725008744598</c:v>
                </c:pt>
                <c:pt idx="548">
                  <c:v>0.724953182449</c:v>
                </c:pt>
                <c:pt idx="549">
                  <c:v>0.724959012924</c:v>
                </c:pt>
                <c:pt idx="550">
                  <c:v>0.725031760474</c:v>
                </c:pt>
                <c:pt idx="551">
                  <c:v>0.725177062089</c:v>
                </c:pt>
                <c:pt idx="552">
                  <c:v>0.725400709046</c:v>
                </c:pt>
                <c:pt idx="553">
                  <c:v>0.725708637315</c:v>
                </c:pt>
                <c:pt idx="554">
                  <c:v>0.726106842716</c:v>
                </c:pt>
                <c:pt idx="555">
                  <c:v>0.726601042347</c:v>
                </c:pt>
                <c:pt idx="556">
                  <c:v>0.727196157915</c:v>
                </c:pt>
                <c:pt idx="557">
                  <c:v>0.727895645864</c:v>
                </c:pt>
                <c:pt idx="558">
                  <c:v>0.72870118747</c:v>
                </c:pt>
                <c:pt idx="559">
                  <c:v>0.729613621181</c:v>
                </c:pt>
                <c:pt idx="560">
                  <c:v>0.730633608911</c:v>
                </c:pt>
                <c:pt idx="561">
                  <c:v>0.731758660475</c:v>
                </c:pt>
                <c:pt idx="562">
                  <c:v>0.732981202735</c:v>
                </c:pt>
                <c:pt idx="563">
                  <c:v>0.734286254692</c:v>
                </c:pt>
                <c:pt idx="564">
                  <c:v>0.735652630492</c:v>
                </c:pt>
                <c:pt idx="565">
                  <c:v>0.73705729304</c:v>
                </c:pt>
                <c:pt idx="566">
                  <c:v>0.738476869941</c:v>
                </c:pt>
                <c:pt idx="567">
                  <c:v>0.739885079045</c:v>
                </c:pt>
                <c:pt idx="568">
                  <c:v>0.741252001518</c:v>
                </c:pt>
                <c:pt idx="569">
                  <c:v>0.742542000321</c:v>
                </c:pt>
                <c:pt idx="570">
                  <c:v>0.74372008727</c:v>
                </c:pt>
                <c:pt idx="571">
                  <c:v>0.744754234079</c:v>
                </c:pt>
                <c:pt idx="572">
                  <c:v>0.74560593561</c:v>
                </c:pt>
                <c:pt idx="573">
                  <c:v>0.746248875826</c:v>
                </c:pt>
                <c:pt idx="574">
                  <c:v>0.746682753094</c:v>
                </c:pt>
                <c:pt idx="575">
                  <c:v>0.746958250588</c:v>
                </c:pt>
                <c:pt idx="576">
                  <c:v>0.747153094192</c:v>
                </c:pt>
                <c:pt idx="577">
                  <c:v>0.747337149247</c:v>
                </c:pt>
                <c:pt idx="578">
                  <c:v>0.747546395931</c:v>
                </c:pt>
                <c:pt idx="579">
                  <c:v>0.747785936723</c:v>
                </c:pt>
                <c:pt idx="580">
                  <c:v>0.748047864681</c:v>
                </c:pt>
                <c:pt idx="581">
                  <c:v>0.748326398816</c:v>
                </c:pt>
                <c:pt idx="582">
                  <c:v>0.748623261837</c:v>
                </c:pt>
                <c:pt idx="583">
                  <c:v>0.74894463568</c:v>
                </c:pt>
                <c:pt idx="584">
                  <c:v>0.749296644872</c:v>
                </c:pt>
                <c:pt idx="585">
                  <c:v>0.749682261108</c:v>
                </c:pt>
                <c:pt idx="586">
                  <c:v>0.750101654934</c:v>
                </c:pt>
                <c:pt idx="587">
                  <c:v>0.750554524614</c:v>
                </c:pt>
                <c:pt idx="588">
                  <c:v>0.751042489071</c:v>
                </c:pt>
                <c:pt idx="589">
                  <c:v>0.751569861795</c:v>
                </c:pt>
                <c:pt idx="590">
                  <c:v>0.752142418629</c:v>
                </c:pt>
                <c:pt idx="591">
                  <c:v>0.752764461269</c:v>
                </c:pt>
                <c:pt idx="592">
                  <c:v>0.753435629483</c:v>
                </c:pt>
                <c:pt idx="593">
                  <c:v>0.754147037335</c:v>
                </c:pt>
                <c:pt idx="594">
                  <c:v>0.75488253041</c:v>
                </c:pt>
                <c:pt idx="595">
                  <c:v>0.755621991044</c:v>
                </c:pt>
                <c:pt idx="596">
                  <c:v>0.756345116894</c:v>
                </c:pt>
                <c:pt idx="597">
                  <c:v>0.7570365497</c:v>
                </c:pt>
                <c:pt idx="598">
                  <c:v>0.757688812688</c:v>
                </c:pt>
                <c:pt idx="599">
                  <c:v>0.75830282277</c:v>
                </c:pt>
                <c:pt idx="600">
                  <c:v>0.758885468757</c:v>
                </c:pt>
                <c:pt idx="601">
                  <c:v>0.759446101819</c:v>
                </c:pt>
                <c:pt idx="602">
                  <c:v>0.759993743609</c:v>
                </c:pt>
                <c:pt idx="603">
                  <c:v>0.760535557436</c:v>
                </c:pt>
                <c:pt idx="604">
                  <c:v>0.761076469583</c:v>
                </c:pt>
                <c:pt idx="605">
                  <c:v>0.761619533369</c:v>
                </c:pt>
                <c:pt idx="606">
                  <c:v>0.762166612779</c:v>
                </c:pt>
                <c:pt idx="607">
                  <c:v>0.762719166452</c:v>
                </c:pt>
                <c:pt idx="608">
                  <c:v>0.76327873864</c:v>
                </c:pt>
                <c:pt idx="609">
                  <c:v>0.763847115755</c:v>
                </c:pt>
                <c:pt idx="610">
                  <c:v>0.764426177669</c:v>
                </c:pt>
                <c:pt idx="611">
                  <c:v>0.765017676053</c:v>
                </c:pt>
                <c:pt idx="612">
                  <c:v>0.765622871031</c:v>
                </c:pt>
                <c:pt idx="613">
                  <c:v>0.766242282642</c:v>
                </c:pt>
                <c:pt idx="614">
                  <c:v>0.766875283761</c:v>
                </c:pt>
                <c:pt idx="615">
                  <c:v>0.767519770338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0.999999999999</c:v>
                </c:pt>
                <c:pt idx="29">
                  <c:v>0.999999999997</c:v>
                </c:pt>
                <c:pt idx="30">
                  <c:v>0.999999999993</c:v>
                </c:pt>
                <c:pt idx="31">
                  <c:v>0.999999999984</c:v>
                </c:pt>
                <c:pt idx="32">
                  <c:v>0.999999999964</c:v>
                </c:pt>
                <c:pt idx="33">
                  <c:v>0.999999999925</c:v>
                </c:pt>
                <c:pt idx="34">
                  <c:v>0.999999999852</c:v>
                </c:pt>
                <c:pt idx="35">
                  <c:v>0.999999999718</c:v>
                </c:pt>
                <c:pt idx="36">
                  <c:v>0.999999999486</c:v>
                </c:pt>
                <c:pt idx="37">
                  <c:v>0.999999999096</c:v>
                </c:pt>
                <c:pt idx="38">
                  <c:v>0.999999998454</c:v>
                </c:pt>
                <c:pt idx="39">
                  <c:v>0.999999997419</c:v>
                </c:pt>
                <c:pt idx="40">
                  <c:v>0.999999995775</c:v>
                </c:pt>
                <c:pt idx="41">
                  <c:v>0.999999993194</c:v>
                </c:pt>
                <c:pt idx="42">
                  <c:v>0.999999989191</c:v>
                </c:pt>
                <c:pt idx="43">
                  <c:v>0.999999983054</c:v>
                </c:pt>
                <c:pt idx="44">
                  <c:v>0.999999973764</c:v>
                </c:pt>
                <c:pt idx="45">
                  <c:v>0.999999959885</c:v>
                </c:pt>
                <c:pt idx="46">
                  <c:v>0.999999939432</c:v>
                </c:pt>
                <c:pt idx="47">
                  <c:v>0.999999909711</c:v>
                </c:pt>
                <c:pt idx="48">
                  <c:v>0.999999867139</c:v>
                </c:pt>
                <c:pt idx="49">
                  <c:v>0.999999807053</c:v>
                </c:pt>
                <c:pt idx="50">
                  <c:v>0.999999723504</c:v>
                </c:pt>
                <c:pt idx="51">
                  <c:v>0.999999609076</c:v>
                </c:pt>
                <c:pt idx="52">
                  <c:v>0.999999454717</c:v>
                </c:pt>
                <c:pt idx="53">
                  <c:v>0.99999924961</c:v>
                </c:pt>
                <c:pt idx="54">
                  <c:v>0.999998981087</c:v>
                </c:pt>
                <c:pt idx="55">
                  <c:v>0.999998634578</c:v>
                </c:pt>
                <c:pt idx="56">
                  <c:v>0.999998193581</c:v>
                </c:pt>
                <c:pt idx="57">
                  <c:v>0.999997639621</c:v>
                </c:pt>
                <c:pt idx="58">
                  <c:v>0.999996952147</c:v>
                </c:pt>
                <c:pt idx="59">
                  <c:v>0.999996108346</c:v>
                </c:pt>
                <c:pt idx="60">
                  <c:v>0.999995082889</c:v>
                </c:pt>
                <c:pt idx="61">
                  <c:v>0.999993847649</c:v>
                </c:pt>
                <c:pt idx="62">
                  <c:v>0.99999237151</c:v>
                </c:pt>
                <c:pt idx="63">
                  <c:v>0.999990620342</c:v>
                </c:pt>
                <c:pt idx="64">
                  <c:v>0.999988557241</c:v>
                </c:pt>
                <c:pt idx="65">
                  <c:v>0.999986143011</c:v>
                </c:pt>
                <c:pt idx="66">
                  <c:v>0.999983336902</c:v>
                </c:pt>
                <c:pt idx="67">
                  <c:v>0.999980097504</c:v>
                </c:pt>
                <c:pt idx="68">
                  <c:v>0.999976383781</c:v>
                </c:pt>
                <c:pt idx="69">
                  <c:v>0.999972156102</c:v>
                </c:pt>
                <c:pt idx="70">
                  <c:v>0.99996737726</c:v>
                </c:pt>
                <c:pt idx="71">
                  <c:v>0.999962013303</c:v>
                </c:pt>
                <c:pt idx="72">
                  <c:v>0.999956034168</c:v>
                </c:pt>
                <c:pt idx="73">
                  <c:v>0.999949413884</c:v>
                </c:pt>
                <c:pt idx="74">
                  <c:v>0.999942130427</c:v>
                </c:pt>
                <c:pt idx="75">
                  <c:v>0.999934165009</c:v>
                </c:pt>
                <c:pt idx="76">
                  <c:v>0.999925501064</c:v>
                </c:pt>
                <c:pt idx="77">
                  <c:v>0.999916122831</c:v>
                </c:pt>
                <c:pt idx="78">
                  <c:v>0.999906013868</c:v>
                </c:pt>
                <c:pt idx="79">
                  <c:v>0.99989515554</c:v>
                </c:pt>
                <c:pt idx="80">
                  <c:v>0.999883525747</c:v>
                </c:pt>
                <c:pt idx="81">
                  <c:v>0.999871098056</c:v>
                </c:pt>
                <c:pt idx="82">
                  <c:v>0.999857841373</c:v>
                </c:pt>
                <c:pt idx="83">
                  <c:v>0.999843720426</c:v>
                </c:pt>
                <c:pt idx="84">
                  <c:v>0.999828696959</c:v>
                </c:pt>
                <c:pt idx="85">
                  <c:v>0.999812731803</c:v>
                </c:pt>
                <c:pt idx="86">
                  <c:v>0.999795787494</c:v>
                </c:pt>
                <c:pt idx="87">
                  <c:v>0.999777831387</c:v>
                </c:pt>
                <c:pt idx="88">
                  <c:v>0.999758838802</c:v>
                </c:pt>
                <c:pt idx="89">
                  <c:v>0.999738796034</c:v>
                </c:pt>
                <c:pt idx="90">
                  <c:v>0.999717702741</c:v>
                </c:pt>
                <c:pt idx="91">
                  <c:v>0.999695573552</c:v>
                </c:pt>
                <c:pt idx="92">
                  <c:v>0.999672438517</c:v>
                </c:pt>
                <c:pt idx="93">
                  <c:v>0.99964834236</c:v>
                </c:pt>
                <c:pt idx="94">
                  <c:v>0.999623342432</c:v>
                </c:pt>
                <c:pt idx="95">
                  <c:v>0.999597505542</c:v>
                </c:pt>
                <c:pt idx="96">
                  <c:v>0.999570903924</c:v>
                </c:pt>
                <c:pt idx="97">
                  <c:v>0.999543610698</c:v>
                </c:pt>
                <c:pt idx="98">
                  <c:v>0.999515695361</c:v>
                </c:pt>
                <c:pt idx="99">
                  <c:v>0.999487219683</c:v>
                </c:pt>
                <c:pt idx="100">
                  <c:v>0.99945823454</c:v>
                </c:pt>
                <c:pt idx="101">
                  <c:v>0.999428777881</c:v>
                </c:pt>
                <c:pt idx="102">
                  <c:v>0.999398874179</c:v>
                </c:pt>
                <c:pt idx="103">
                  <c:v>0.999368535204</c:v>
                </c:pt>
                <c:pt idx="104">
                  <c:v>0.999337762275</c:v>
                </c:pt>
                <c:pt idx="105">
                  <c:v>0.999306549424</c:v>
                </c:pt>
                <c:pt idx="106">
                  <c:v>0.999274887503</c:v>
                </c:pt>
                <c:pt idx="107">
                  <c:v>0.999242768364</c:v>
                </c:pt>
                <c:pt idx="108">
                  <c:v>0.999210189169</c:v>
                </c:pt>
                <c:pt idx="109">
                  <c:v>0.999177155819</c:v>
                </c:pt>
                <c:pt idx="110">
                  <c:v>0.999143685743</c:v>
                </c:pt>
                <c:pt idx="111">
                  <c:v>0.999109809079</c:v>
                </c:pt>
                <c:pt idx="112">
                  <c:v>0.99907556878</c:v>
                </c:pt>
                <c:pt idx="113">
                  <c:v>0.999041018948</c:v>
                </c:pt>
                <c:pt idx="114">
                  <c:v>0.999006222218</c:v>
                </c:pt>
                <c:pt idx="115">
                  <c:v>0.99897124582</c:v>
                </c:pt>
                <c:pt idx="116">
                  <c:v>0.998936157362</c:v>
                </c:pt>
                <c:pt idx="117">
                  <c:v>0.998901020305</c:v>
                </c:pt>
                <c:pt idx="118">
                  <c:v>0.998865890047</c:v>
                </c:pt>
                <c:pt idx="119">
                  <c:v>0.998830810908</c:v>
                </c:pt>
                <c:pt idx="120">
                  <c:v>0.99879581435</c:v>
                </c:pt>
                <c:pt idx="121">
                  <c:v>0.998760918972</c:v>
                </c:pt>
                <c:pt idx="122">
                  <c:v>0.998726131816</c:v>
                </c:pt>
                <c:pt idx="123">
                  <c:v>0.998691451747</c:v>
                </c:pt>
                <c:pt idx="124">
                  <c:v>0.998656873588</c:v>
                </c:pt>
                <c:pt idx="125">
                  <c:v>0.998622394027</c:v>
                </c:pt>
                <c:pt idx="126">
                  <c:v>0.998588016958</c:v>
                </c:pt>
                <c:pt idx="127">
                  <c:v>0.998553658651</c:v>
                </c:pt>
                <c:pt idx="128">
                  <c:v>0.99851908746</c:v>
                </c:pt>
                <c:pt idx="129">
                  <c:v>0.998484474384</c:v>
                </c:pt>
                <c:pt idx="130">
                  <c:v>0.998449883431</c:v>
                </c:pt>
                <c:pt idx="131">
                  <c:v>0.998415400801</c:v>
                </c:pt>
                <c:pt idx="132">
                  <c:v>0.998381135603</c:v>
                </c:pt>
                <c:pt idx="133">
                  <c:v>0.998347220157</c:v>
                </c:pt>
                <c:pt idx="134">
                  <c:v>0.998313808865</c:v>
                </c:pt>
                <c:pt idx="135">
                  <c:v>0.998281076519</c:v>
                </c:pt>
                <c:pt idx="136">
                  <c:v>0.998249215878</c:v>
                </c:pt>
                <c:pt idx="137">
                  <c:v>0.998218434946</c:v>
                </c:pt>
                <c:pt idx="138">
                  <c:v>0.998188954357</c:v>
                </c:pt>
                <c:pt idx="139">
                  <c:v>0.998161004727</c:v>
                </c:pt>
                <c:pt idx="140">
                  <c:v>0.998134824802</c:v>
                </c:pt>
                <c:pt idx="141">
                  <c:v>0.998110659723</c:v>
                </c:pt>
                <c:pt idx="142">
                  <c:v>0.998088760333</c:v>
                </c:pt>
                <c:pt idx="143">
                  <c:v>0.998069380701</c:v>
                </c:pt>
                <c:pt idx="144">
                  <c:v>0.998052772882</c:v>
                </c:pt>
                <c:pt idx="145">
                  <c:v>0.998039173447</c:v>
                </c:pt>
                <c:pt idx="146">
                  <c:v>0.998028783853</c:v>
                </c:pt>
                <c:pt idx="147">
                  <c:v>0.998021746056</c:v>
                </c:pt>
                <c:pt idx="148">
                  <c:v>0.998018129551</c:v>
                </c:pt>
                <c:pt idx="149">
                  <c:v>0.998017956801</c:v>
                </c:pt>
                <c:pt idx="150">
                  <c:v>0.998021223818</c:v>
                </c:pt>
                <c:pt idx="151">
                  <c:v>0.998027815618</c:v>
                </c:pt>
                <c:pt idx="152">
                  <c:v>0.998037451355</c:v>
                </c:pt>
                <c:pt idx="153">
                  <c:v>0.998049620765</c:v>
                </c:pt>
                <c:pt idx="154">
                  <c:v>0.998063625622</c:v>
                </c:pt>
                <c:pt idx="155">
                  <c:v>0.998078712318</c:v>
                </c:pt>
                <c:pt idx="156">
                  <c:v>0.998094123878</c:v>
                </c:pt>
                <c:pt idx="157">
                  <c:v>0.998109037526</c:v>
                </c:pt>
                <c:pt idx="158">
                  <c:v>0.998122555691</c:v>
                </c:pt>
                <c:pt idx="159">
                  <c:v>0.998133661874</c:v>
                </c:pt>
                <c:pt idx="160">
                  <c:v>0.998141401393</c:v>
                </c:pt>
                <c:pt idx="161">
                  <c:v>0.998144941151</c:v>
                </c:pt>
                <c:pt idx="162">
                  <c:v>0.998143297553</c:v>
                </c:pt>
                <c:pt idx="163">
                  <c:v>0.998135798443</c:v>
                </c:pt>
                <c:pt idx="164">
                  <c:v>0.998122423448</c:v>
                </c:pt>
                <c:pt idx="165">
                  <c:v>0.998104493273</c:v>
                </c:pt>
                <c:pt idx="166">
                  <c:v>0.998084091744</c:v>
                </c:pt>
                <c:pt idx="167">
                  <c:v>0.998063149408</c:v>
                </c:pt>
                <c:pt idx="168">
                  <c:v>0.99804269961</c:v>
                </c:pt>
                <c:pt idx="169">
                  <c:v>0.998022915398</c:v>
                </c:pt>
                <c:pt idx="170">
                  <c:v>0.998003589566</c:v>
                </c:pt>
                <c:pt idx="171">
                  <c:v>0.997984565633</c:v>
                </c:pt>
                <c:pt idx="172">
                  <c:v>0.997965900357</c:v>
                </c:pt>
                <c:pt idx="173">
                  <c:v>0.997947782318</c:v>
                </c:pt>
                <c:pt idx="174">
                  <c:v>0.997930401417</c:v>
                </c:pt>
                <c:pt idx="175">
                  <c:v>0.997913856577</c:v>
                </c:pt>
                <c:pt idx="176">
                  <c:v>0.997898163855</c:v>
                </c:pt>
                <c:pt idx="177">
                  <c:v>0.997883324723</c:v>
                </c:pt>
                <c:pt idx="178">
                  <c:v>0.997869397896</c:v>
                </c:pt>
                <c:pt idx="179">
                  <c:v>0.997856523179</c:v>
                </c:pt>
                <c:pt idx="180">
                  <c:v>0.997844884146</c:v>
                </c:pt>
                <c:pt idx="181">
                  <c:v>0.997834618513</c:v>
                </c:pt>
                <c:pt idx="182">
                  <c:v>0.997825720796</c:v>
                </c:pt>
                <c:pt idx="183">
                  <c:v>0.9978179281</c:v>
                </c:pt>
                <c:pt idx="184">
                  <c:v>0.997810757059</c:v>
                </c:pt>
                <c:pt idx="185">
                  <c:v>0.997803604593</c:v>
                </c:pt>
                <c:pt idx="186">
                  <c:v>0.997795863426</c:v>
                </c:pt>
                <c:pt idx="187">
                  <c:v>0.997787073246</c:v>
                </c:pt>
                <c:pt idx="188">
                  <c:v>0.997777006916</c:v>
                </c:pt>
                <c:pt idx="189">
                  <c:v>0.997765686052</c:v>
                </c:pt>
                <c:pt idx="190">
                  <c:v>0.997753311206</c:v>
                </c:pt>
                <c:pt idx="191">
                  <c:v>0.997740159208</c:v>
                </c:pt>
                <c:pt idx="192">
                  <c:v>0.997726500278</c:v>
                </c:pt>
                <c:pt idx="193">
                  <c:v>0.997712551845</c:v>
                </c:pt>
                <c:pt idx="194">
                  <c:v>0.997698466373</c:v>
                </c:pt>
                <c:pt idx="195">
                  <c:v>0.997684341494</c:v>
                </c:pt>
                <c:pt idx="196">
                  <c:v>0.997670239958</c:v>
                </c:pt>
                <c:pt idx="197">
                  <c:v>0.997656212823</c:v>
                </c:pt>
                <c:pt idx="198">
                  <c:v>0.99764231425</c:v>
                </c:pt>
                <c:pt idx="199">
                  <c:v>0.997628606345</c:v>
                </c:pt>
                <c:pt idx="200">
                  <c:v>0.997615154672</c:v>
                </c:pt>
                <c:pt idx="201">
                  <c:v>0.9976020212</c:v>
                </c:pt>
                <c:pt idx="202">
                  <c:v>0.997589252858</c:v>
                </c:pt>
                <c:pt idx="203">
                  <c:v>0.997576873258</c:v>
                </c:pt>
                <c:pt idx="204">
                  <c:v>0.997564869869</c:v>
                </c:pt>
                <c:pt idx="205">
                  <c:v>0.997553183577</c:v>
                </c:pt>
                <c:pt idx="206">
                  <c:v>0.997541707044</c:v>
                </c:pt>
                <c:pt idx="207">
                  <c:v>0.99753029271</c:v>
                </c:pt>
                <c:pt idx="208">
                  <c:v>0.997518776139</c:v>
                </c:pt>
                <c:pt idx="209">
                  <c:v>0.997507004403</c:v>
                </c:pt>
                <c:pt idx="210">
                  <c:v>0.997494860879</c:v>
                </c:pt>
                <c:pt idx="211">
                  <c:v>0.997482282123</c:v>
                </c:pt>
                <c:pt idx="212">
                  <c:v>0.99746926306</c:v>
                </c:pt>
                <c:pt idx="213">
                  <c:v>0.997455851879</c:v>
                </c:pt>
                <c:pt idx="214">
                  <c:v>0.997442136558</c:v>
                </c:pt>
                <c:pt idx="215">
                  <c:v>0.997428227571</c:v>
                </c:pt>
                <c:pt idx="216">
                  <c:v>0.997414240651</c:v>
                </c:pt>
                <c:pt idx="217">
                  <c:v>0.997400282907</c:v>
                </c:pt>
                <c:pt idx="218">
                  <c:v>0.997386443486</c:v>
                </c:pt>
                <c:pt idx="219">
                  <c:v>0.997372789353</c:v>
                </c:pt>
                <c:pt idx="220">
                  <c:v>0.997359364838</c:v>
                </c:pt>
                <c:pt idx="221">
                  <c:v>0.997346193606</c:v>
                </c:pt>
                <c:pt idx="222">
                  <c:v>0.99733328128</c:v>
                </c:pt>
                <c:pt idx="223">
                  <c:v>0.99732061804</c:v>
                </c:pt>
                <c:pt idx="224">
                  <c:v>0.997308180229</c:v>
                </c:pt>
                <c:pt idx="225">
                  <c:v>0.997295931391</c:v>
                </c:pt>
                <c:pt idx="226">
                  <c:v>0.997283822799</c:v>
                </c:pt>
                <c:pt idx="227">
                  <c:v>0.997271794436</c:v>
                </c:pt>
                <c:pt idx="228">
                  <c:v>0.9972597773</c:v>
                </c:pt>
                <c:pt idx="229">
                  <c:v>0.997247697524</c:v>
                </c:pt>
                <c:pt idx="230">
                  <c:v>0.997235482329</c:v>
                </c:pt>
                <c:pt idx="231">
                  <c:v>0.997223067041</c:v>
                </c:pt>
                <c:pt idx="232">
                  <c:v>0.997210402104</c:v>
                </c:pt>
                <c:pt idx="233">
                  <c:v>0.997197458832</c:v>
                </c:pt>
                <c:pt idx="234">
                  <c:v>0.997184232875</c:v>
                </c:pt>
                <c:pt idx="235">
                  <c:v>0.997170744764</c:v>
                </c:pt>
                <c:pt idx="236">
                  <c:v>0.997157037393</c:v>
                </c:pt>
                <c:pt idx="237">
                  <c:v>0.997143170819</c:v>
                </c:pt>
                <c:pt idx="238">
                  <c:v>0.997129215287</c:v>
                </c:pt>
                <c:pt idx="239">
                  <c:v>0.997115243516</c:v>
                </c:pt>
                <c:pt idx="240">
                  <c:v>0.997101323433</c:v>
                </c:pt>
                <c:pt idx="241">
                  <c:v>0.997087512162</c:v>
                </c:pt>
                <c:pt idx="242">
                  <c:v>0.997073851817</c:v>
                </c:pt>
                <c:pt idx="243">
                  <c:v>0.997060367204</c:v>
                </c:pt>
                <c:pt idx="244">
                  <c:v>0.997047065334</c:v>
                </c:pt>
                <c:pt idx="245">
                  <c:v>0.997033936443</c:v>
                </c:pt>
                <c:pt idx="246">
                  <c:v>0.997020956144</c:v>
                </c:pt>
                <c:pt idx="247">
                  <c:v>0.997008088325</c:v>
                </c:pt>
                <c:pt idx="248">
                  <c:v>0.996995288512</c:v>
                </c:pt>
                <c:pt idx="249">
                  <c:v>0.996982507506</c:v>
                </c:pt>
                <c:pt idx="250">
                  <c:v>0.996969695113</c:v>
                </c:pt>
                <c:pt idx="251">
                  <c:v>0.996956803833</c:v>
                </c:pt>
                <c:pt idx="252">
                  <c:v>0.996943792355</c:v>
                </c:pt>
                <c:pt idx="253">
                  <c:v>0.996930628678</c:v>
                </c:pt>
                <c:pt idx="254">
                  <c:v>0.996917292602</c:v>
                </c:pt>
                <c:pt idx="255">
                  <c:v>0.996903777329</c:v>
                </c:pt>
                <c:pt idx="256">
                  <c:v>0.996890089945</c:v>
                </c:pt>
                <c:pt idx="257">
                  <c:v>0.996876250659</c:v>
                </c:pt>
                <c:pt idx="258">
                  <c:v>0.99686229082</c:v>
                </c:pt>
                <c:pt idx="259">
                  <c:v>0.996848249885</c:v>
                </c:pt>
                <c:pt idx="260">
                  <c:v>0.996834171626</c:v>
                </c:pt>
                <c:pt idx="261">
                  <c:v>0.996820099985</c:v>
                </c:pt>
                <c:pt idx="262">
                  <c:v>0.996806075012</c:v>
                </c:pt>
                <c:pt idx="263">
                  <c:v>0.99679212932</c:v>
                </c:pt>
                <c:pt idx="264">
                  <c:v>0.996778285395</c:v>
                </c:pt>
                <c:pt idx="265">
                  <c:v>0.996764553958</c:v>
                </c:pt>
                <c:pt idx="266">
                  <c:v>0.996750933488</c:v>
                </c:pt>
                <c:pt idx="267">
                  <c:v>0.996737410855</c:v>
                </c:pt>
                <c:pt idx="268">
                  <c:v>0.99672396292</c:v>
                </c:pt>
                <c:pt idx="269">
                  <c:v>0.996710558844</c:v>
                </c:pt>
                <c:pt idx="270">
                  <c:v>0.996697162885</c:v>
                </c:pt>
                <c:pt idx="271">
                  <c:v>0.996683737416</c:v>
                </c:pt>
                <c:pt idx="272">
                  <c:v>0.996670245938</c:v>
                </c:pt>
                <c:pt idx="273">
                  <c:v>0.996656655843</c:v>
                </c:pt>
                <c:pt idx="274">
                  <c:v>0.996642940749</c:v>
                </c:pt>
                <c:pt idx="275">
                  <c:v>0.996629082283</c:v>
                </c:pt>
                <c:pt idx="276">
                  <c:v>0.996615071209</c:v>
                </c:pt>
                <c:pt idx="277">
                  <c:v>0.996600907872</c:v>
                </c:pt>
                <c:pt idx="278">
                  <c:v>0.996586601901</c:v>
                </c:pt>
                <c:pt idx="279">
                  <c:v>0.996572171197</c:v>
                </c:pt>
                <c:pt idx="280">
                  <c:v>0.996557640301</c:v>
                </c:pt>
                <c:pt idx="281">
                  <c:v>0.996543038262</c:v>
                </c:pt>
                <c:pt idx="282">
                  <c:v>0.996528396199</c:v>
                </c:pt>
                <c:pt idx="283">
                  <c:v>0.996513744756</c:v>
                </c:pt>
                <c:pt idx="284">
                  <c:v>0.996499111653</c:v>
                </c:pt>
                <c:pt idx="285">
                  <c:v>0.99648451956</c:v>
                </c:pt>
                <c:pt idx="286">
                  <c:v>0.996469984463</c:v>
                </c:pt>
                <c:pt idx="287">
                  <c:v>0.996455514622</c:v>
                </c:pt>
                <c:pt idx="288">
                  <c:v>0.996441110209</c:v>
                </c:pt>
                <c:pt idx="289">
                  <c:v>0.996426763634</c:v>
                </c:pt>
                <c:pt idx="290">
                  <c:v>0.996412460497</c:v>
                </c:pt>
                <c:pt idx="291">
                  <c:v>0.996398181068</c:v>
                </c:pt>
                <c:pt idx="292">
                  <c:v>0.996383902113</c:v>
                </c:pt>
                <c:pt idx="293">
                  <c:v>0.996369598915</c:v>
                </c:pt>
                <c:pt idx="294">
                  <c:v>0.996355247297</c:v>
                </c:pt>
                <c:pt idx="295">
                  <c:v>0.996340825512</c:v>
                </c:pt>
                <c:pt idx="296">
                  <c:v>0.996326315833</c:v>
                </c:pt>
                <c:pt idx="297">
                  <c:v>0.996311705732</c:v>
                </c:pt>
                <c:pt idx="298">
                  <c:v>0.996296988592</c:v>
                </c:pt>
                <c:pt idx="299">
                  <c:v>0.996282163917</c:v>
                </c:pt>
                <c:pt idx="300">
                  <c:v>0.996267237049</c:v>
                </c:pt>
                <c:pt idx="301">
                  <c:v>0.996252218416</c:v>
                </c:pt>
                <c:pt idx="302">
                  <c:v>0.99623712239</c:v>
                </c:pt>
                <c:pt idx="303">
                  <c:v>0.996221965842</c:v>
                </c:pt>
                <c:pt idx="304">
                  <c:v>0.996206766548</c:v>
                </c:pt>
                <c:pt idx="305">
                  <c:v>0.996191541592</c:v>
                </c:pt>
                <c:pt idx="306">
                  <c:v>0.996176305894</c:v>
                </c:pt>
                <c:pt idx="307">
                  <c:v>0.99616107096</c:v>
                </c:pt>
                <c:pt idx="308">
                  <c:v>0.996145843958</c:v>
                </c:pt>
                <c:pt idx="309">
                  <c:v>0.996130627173</c:v>
                </c:pt>
                <c:pt idx="310">
                  <c:v>0.996115417918</c:v>
                </c:pt>
                <c:pt idx="311">
                  <c:v>0.996100208898</c:v>
                </c:pt>
                <c:pt idx="312">
                  <c:v>0.996084988956</c:v>
                </c:pt>
                <c:pt idx="313">
                  <c:v>0.996069744106</c:v>
                </c:pt>
                <c:pt idx="314">
                  <c:v>0.996054458763</c:v>
                </c:pt>
                <c:pt idx="315">
                  <c:v>0.996039117099</c:v>
                </c:pt>
                <c:pt idx="316">
                  <c:v>0.996023704391</c:v>
                </c:pt>
                <c:pt idx="317">
                  <c:v>0.996008208215</c:v>
                </c:pt>
                <c:pt idx="318">
                  <c:v>0.995992619406</c:v>
                </c:pt>
                <c:pt idx="319">
                  <c:v>0.995976932735</c:v>
                </c:pt>
                <c:pt idx="320">
                  <c:v>0.995961147254</c:v>
                </c:pt>
                <c:pt idx="321">
                  <c:v>0.995945266285</c:v>
                </c:pt>
                <c:pt idx="322">
                  <c:v>0.995929297054</c:v>
                </c:pt>
                <c:pt idx="323">
                  <c:v>0.995913250032</c:v>
                </c:pt>
                <c:pt idx="324">
                  <c:v>0.995897138027</c:v>
                </c:pt>
                <c:pt idx="325">
                  <c:v>0.995880975096</c:v>
                </c:pt>
                <c:pt idx="326">
                  <c:v>0.995864775387</c:v>
                </c:pt>
                <c:pt idx="327">
                  <c:v>0.995848552006</c:v>
                </c:pt>
                <c:pt idx="328">
                  <c:v>0.99583231602</c:v>
                </c:pt>
                <c:pt idx="329">
                  <c:v>0.995816075646</c:v>
                </c:pt>
                <c:pt idx="330">
                  <c:v>0.995799835689</c:v>
                </c:pt>
                <c:pt idx="331">
                  <c:v>0.995783597254</c:v>
                </c:pt>
                <c:pt idx="332">
                  <c:v>0.995767357745</c:v>
                </c:pt>
                <c:pt idx="333">
                  <c:v>0.995751111152</c:v>
                </c:pt>
                <c:pt idx="334">
                  <c:v>0.995734848595</c:v>
                </c:pt>
                <c:pt idx="335">
                  <c:v>0.995718559098</c:v>
                </c:pt>
                <c:pt idx="336">
                  <c:v>0.995702230494</c:v>
                </c:pt>
                <c:pt idx="337">
                  <c:v>0.995685850362</c:v>
                </c:pt>
                <c:pt idx="338">
                  <c:v>0.995669406928</c:v>
                </c:pt>
                <c:pt idx="339">
                  <c:v>0.995652889866</c:v>
                </c:pt>
                <c:pt idx="340">
                  <c:v>0.995636290962</c:v>
                </c:pt>
                <c:pt idx="341">
                  <c:v>0.995619604605</c:v>
                </c:pt>
                <c:pt idx="342">
                  <c:v>0.995602828054</c:v>
                </c:pt>
                <c:pt idx="343">
                  <c:v>0.995585961448</c:v>
                </c:pt>
                <c:pt idx="344">
                  <c:v>0.995569007588</c:v>
                </c:pt>
                <c:pt idx="345">
                  <c:v>0.995551971538</c:v>
                </c:pt>
                <c:pt idx="346">
                  <c:v>0.995534860067</c:v>
                </c:pt>
                <c:pt idx="347">
                  <c:v>0.995517680958</c:v>
                </c:pt>
                <c:pt idx="348">
                  <c:v>0.995500442265</c:v>
                </c:pt>
                <c:pt idx="349">
                  <c:v>0.995483151612</c:v>
                </c:pt>
                <c:pt idx="350">
                  <c:v>0.995465815576</c:v>
                </c:pt>
                <c:pt idx="351">
                  <c:v>0.995448439185</c:v>
                </c:pt>
                <c:pt idx="352">
                  <c:v>0.995431025554</c:v>
                </c:pt>
                <c:pt idx="353">
                  <c:v>0.995413575694</c:v>
                </c:pt>
                <c:pt idx="354">
                  <c:v>0.995396088516</c:v>
                </c:pt>
                <c:pt idx="355">
                  <c:v>0.995378561009</c:v>
                </c:pt>
                <c:pt idx="356">
                  <c:v>0.995360988576</c:v>
                </c:pt>
                <c:pt idx="357">
                  <c:v>0.995343365502</c:v>
                </c:pt>
                <c:pt idx="358">
                  <c:v>0.995325685508</c:v>
                </c:pt>
                <c:pt idx="359">
                  <c:v>0.995307942311</c:v>
                </c:pt>
                <c:pt idx="360">
                  <c:v>0.995290130168</c:v>
                </c:pt>
                <c:pt idx="361">
                  <c:v>0.995272244356</c:v>
                </c:pt>
                <c:pt idx="362">
                  <c:v>0.995254281545</c:v>
                </c:pt>
                <c:pt idx="363">
                  <c:v>0.995236240048</c:v>
                </c:pt>
                <c:pt idx="364">
                  <c:v>0.995218119904</c:v>
                </c:pt>
                <c:pt idx="365">
                  <c:v>0.995199922845</c:v>
                </c:pt>
                <c:pt idx="366">
                  <c:v>0.995181652115</c:v>
                </c:pt>
                <c:pt idx="367">
                  <c:v>0.995163312139</c:v>
                </c:pt>
                <c:pt idx="368">
                  <c:v>0.995144908104</c:v>
                </c:pt>
                <c:pt idx="369">
                  <c:v>0.99512644548</c:v>
                </c:pt>
                <c:pt idx="370">
                  <c:v>0.995107929545</c:v>
                </c:pt>
                <c:pt idx="371">
                  <c:v>0.995089364937</c:v>
                </c:pt>
                <c:pt idx="372">
                  <c:v>0.99507075526</c:v>
                </c:pt>
                <c:pt idx="373">
                  <c:v>0.995052102756</c:v>
                </c:pt>
                <c:pt idx="374">
                  <c:v>0.995033408089</c:v>
                </c:pt>
                <c:pt idx="375">
                  <c:v>0.995014670281</c:v>
                </c:pt>
                <c:pt idx="376">
                  <c:v>0.994995886776</c:v>
                </c:pt>
                <c:pt idx="377">
                  <c:v>0.994977053648</c:v>
                </c:pt>
                <c:pt idx="378">
                  <c:v>0.994958165888</c:v>
                </c:pt>
                <c:pt idx="379">
                  <c:v>0.994939217735</c:v>
                </c:pt>
                <c:pt idx="380">
                  <c:v>0.994920203059</c:v>
                </c:pt>
                <c:pt idx="381">
                  <c:v>0.994901115802</c:v>
                </c:pt>
                <c:pt idx="382">
                  <c:v>0.994881950416</c:v>
                </c:pt>
                <c:pt idx="383">
                  <c:v>0.994862702216</c:v>
                </c:pt>
                <c:pt idx="384">
                  <c:v>0.994843367647</c:v>
                </c:pt>
                <c:pt idx="385">
                  <c:v>0.994823944476</c:v>
                </c:pt>
                <c:pt idx="386">
                  <c:v>0.994804431887</c:v>
                </c:pt>
                <c:pt idx="387">
                  <c:v>0.994784830444</c:v>
                </c:pt>
                <c:pt idx="388">
                  <c:v>0.994765141941</c:v>
                </c:pt>
                <c:pt idx="389">
                  <c:v>0.994745369187</c:v>
                </c:pt>
                <c:pt idx="390">
                  <c:v>0.994725515746</c:v>
                </c:pt>
                <c:pt idx="391">
                  <c:v>0.994705585628</c:v>
                </c:pt>
                <c:pt idx="392">
                  <c:v>0.994685582949</c:v>
                </c:pt>
                <c:pt idx="393">
                  <c:v>0.99466551159</c:v>
                </c:pt>
                <c:pt idx="394">
                  <c:v>0.994645374887</c:v>
                </c:pt>
                <c:pt idx="395">
                  <c:v>0.994625175393</c:v>
                </c:pt>
                <c:pt idx="396">
                  <c:v>0.994604914722</c:v>
                </c:pt>
                <c:pt idx="397">
                  <c:v>0.994584593465</c:v>
                </c:pt>
                <c:pt idx="398">
                  <c:v>0.994564211193</c:v>
                </c:pt>
                <c:pt idx="399">
                  <c:v>0.994543766547</c:v>
                </c:pt>
                <c:pt idx="400">
                  <c:v>0.994523257399</c:v>
                </c:pt>
                <c:pt idx="401">
                  <c:v>0.994502681051</c:v>
                </c:pt>
                <c:pt idx="402">
                  <c:v>0.994482034472</c:v>
                </c:pt>
                <c:pt idx="403">
                  <c:v>0.99446131455</c:v>
                </c:pt>
                <c:pt idx="404">
                  <c:v>0.994440518346</c:v>
                </c:pt>
                <c:pt idx="405">
                  <c:v>0.994419643299</c:v>
                </c:pt>
                <c:pt idx="406">
                  <c:v>0.994398687396</c:v>
                </c:pt>
                <c:pt idx="407">
                  <c:v>0.994377649608</c:v>
                </c:pt>
                <c:pt idx="408">
                  <c:v>0.994356529724</c:v>
                </c:pt>
                <c:pt idx="409">
                  <c:v>0.994335324797</c:v>
                </c:pt>
                <c:pt idx="410">
                  <c:v>0.99431402567</c:v>
                </c:pt>
                <c:pt idx="411">
                  <c:v>0.994292617957</c:v>
                </c:pt>
                <c:pt idx="412">
                  <c:v>0.994271087986</c:v>
                </c:pt>
                <c:pt idx="413">
                  <c:v>0.994249415626</c:v>
                </c:pt>
                <c:pt idx="414">
                  <c:v>0.994227527535</c:v>
                </c:pt>
                <c:pt idx="415">
                  <c:v>0.994205174743</c:v>
                </c:pt>
                <c:pt idx="416">
                  <c:v>0.994181709127</c:v>
                </c:pt>
                <c:pt idx="417">
                  <c:v>0.994155773869</c:v>
                </c:pt>
                <c:pt idx="418">
                  <c:v>0.994124963817</c:v>
                </c:pt>
                <c:pt idx="419">
                  <c:v>0.994085610967</c:v>
                </c:pt>
                <c:pt idx="420">
                  <c:v>0.994032863863</c:v>
                </c:pt>
                <c:pt idx="421">
                  <c:v>0.993951788494</c:v>
                </c:pt>
                <c:pt idx="422">
                  <c:v>0.993835493254</c:v>
                </c:pt>
                <c:pt idx="423">
                  <c:v>0.993674654397</c:v>
                </c:pt>
                <c:pt idx="424">
                  <c:v>0.993456221207</c:v>
                </c:pt>
                <c:pt idx="425">
                  <c:v>0.993164763866</c:v>
                </c:pt>
                <c:pt idx="426">
                  <c:v>0.992784882589</c:v>
                </c:pt>
                <c:pt idx="427">
                  <c:v>0.992305141775</c:v>
                </c:pt>
                <c:pt idx="428">
                  <c:v>0.991718653984</c:v>
                </c:pt>
                <c:pt idx="429">
                  <c:v>0.991020905688</c:v>
                </c:pt>
                <c:pt idx="430">
                  <c:v>0.990206606695</c:v>
                </c:pt>
                <c:pt idx="431">
                  <c:v>0.989267873853</c:v>
                </c:pt>
                <c:pt idx="432">
                  <c:v>0.988194599813</c:v>
                </c:pt>
                <c:pt idx="433">
                  <c:v>0.986976442134</c:v>
                </c:pt>
                <c:pt idx="434">
                  <c:v>0.985604510201</c:v>
                </c:pt>
                <c:pt idx="435">
                  <c:v>0.984072412062</c:v>
                </c:pt>
                <c:pt idx="436">
                  <c:v>0.982375836241</c:v>
                </c:pt>
                <c:pt idx="437">
                  <c:v>0.980511994578</c:v>
                </c:pt>
                <c:pt idx="438">
                  <c:v>0.978478837712</c:v>
                </c:pt>
                <c:pt idx="439">
                  <c:v>0.976275773343</c:v>
                </c:pt>
                <c:pt idx="440">
                  <c:v>0.973904399945</c:v>
                </c:pt>
                <c:pt idx="441">
                  <c:v>0.971369641371</c:v>
                </c:pt>
                <c:pt idx="442">
                  <c:v>0.96868095034</c:v>
                </c:pt>
                <c:pt idx="443">
                  <c:v>0.965852075354</c:v>
                </c:pt>
                <c:pt idx="444">
                  <c:v>0.962899470117</c:v>
                </c:pt>
                <c:pt idx="445">
                  <c:v>0.959838690733</c:v>
                </c:pt>
                <c:pt idx="446">
                  <c:v>0.956680720635</c:v>
                </c:pt>
                <c:pt idx="447">
                  <c:v>0.953429247348</c:v>
                </c:pt>
                <c:pt idx="448">
                  <c:v>0.950080378004</c:v>
                </c:pt>
                <c:pt idx="449">
                  <c:v>0.946624720003</c:v>
                </c:pt>
                <c:pt idx="450">
                  <c:v>0.943051019736</c:v>
                </c:pt>
                <c:pt idx="451">
                  <c:v>0.939349870515</c:v>
                </c:pt>
                <c:pt idx="452">
                  <c:v>0.935516259142</c:v>
                </c:pt>
                <c:pt idx="453">
                  <c:v>0.931550353931</c:v>
                </c:pt>
                <c:pt idx="454">
                  <c:v>0.927456971392</c:v>
                </c:pt>
                <c:pt idx="455">
                  <c:v>0.923244492416</c:v>
                </c:pt>
                <c:pt idx="456">
                  <c:v>0.918923704894</c:v>
                </c:pt>
                <c:pt idx="457">
                  <c:v>0.914507195491</c:v>
                </c:pt>
                <c:pt idx="458">
                  <c:v>0.910008966533</c:v>
                </c:pt>
                <c:pt idx="459">
                  <c:v>0.905444282055</c:v>
                </c:pt>
                <c:pt idx="460">
                  <c:v>0.900829492002</c:v>
                </c:pt>
                <c:pt idx="461">
                  <c:v>0.896181610307</c:v>
                </c:pt>
                <c:pt idx="462">
                  <c:v>0.891517890228</c:v>
                </c:pt>
                <c:pt idx="463">
                  <c:v>0.88685523524</c:v>
                </c:pt>
                <c:pt idx="464">
                  <c:v>0.882209717813</c:v>
                </c:pt>
                <c:pt idx="465">
                  <c:v>0.877596090726</c:v>
                </c:pt>
                <c:pt idx="466">
                  <c:v>0.873027309729</c:v>
                </c:pt>
                <c:pt idx="467">
                  <c:v>0.868514073164</c:v>
                </c:pt>
                <c:pt idx="468">
                  <c:v>0.86406443596</c:v>
                </c:pt>
                <c:pt idx="469">
                  <c:v>0.859683629899</c:v>
                </c:pt>
                <c:pt idx="470">
                  <c:v>0.855374249983</c:v>
                </c:pt>
                <c:pt idx="471">
                  <c:v>0.851136802288</c:v>
                </c:pt>
                <c:pt idx="472">
                  <c:v>0.846970591211</c:v>
                </c:pt>
                <c:pt idx="473">
                  <c:v>0.842874649458</c:v>
                </c:pt>
                <c:pt idx="474">
                  <c:v>0.838848600005</c:v>
                </c:pt>
                <c:pt idx="475">
                  <c:v>0.834893155752</c:v>
                </c:pt>
                <c:pt idx="476">
                  <c:v>0.831010353421</c:v>
                </c:pt>
                <c:pt idx="477">
                  <c:v>0.827203432161</c:v>
                </c:pt>
                <c:pt idx="478">
                  <c:v>0.823476575703</c:v>
                </c:pt>
                <c:pt idx="479">
                  <c:v>0.8198345075</c:v>
                </c:pt>
                <c:pt idx="480">
                  <c:v>0.81628210715</c:v>
                </c:pt>
                <c:pt idx="481">
                  <c:v>0.812823992296</c:v>
                </c:pt>
                <c:pt idx="482">
                  <c:v>0.809464192898</c:v>
                </c:pt>
                <c:pt idx="483">
                  <c:v>0.806205799275</c:v>
                </c:pt>
                <c:pt idx="484">
                  <c:v>0.803050739662</c:v>
                </c:pt>
                <c:pt idx="485">
                  <c:v>0.799999558065</c:v>
                </c:pt>
                <c:pt idx="486">
                  <c:v>0.797051349762</c:v>
                </c:pt>
                <c:pt idx="487">
                  <c:v>0.79420374618</c:v>
                </c:pt>
                <c:pt idx="488">
                  <c:v>0.791453033098</c:v>
                </c:pt>
                <c:pt idx="489">
                  <c:v>0.7887943342</c:v>
                </c:pt>
                <c:pt idx="490">
                  <c:v>0.786221870239</c:v>
                </c:pt>
                <c:pt idx="491">
                  <c:v>0.783729277258</c:v>
                </c:pt>
                <c:pt idx="492">
                  <c:v>0.781309952021</c:v>
                </c:pt>
                <c:pt idx="493">
                  <c:v>0.778957439041</c:v>
                </c:pt>
                <c:pt idx="494">
                  <c:v>0.776665791302</c:v>
                </c:pt>
                <c:pt idx="495">
                  <c:v>0.774429918507</c:v>
                </c:pt>
                <c:pt idx="496">
                  <c:v>0.772245843757</c:v>
                </c:pt>
                <c:pt idx="497">
                  <c:v>0.770110885798</c:v>
                </c:pt>
                <c:pt idx="498">
                  <c:v>0.76802371357</c:v>
                </c:pt>
                <c:pt idx="499">
                  <c:v>0.765984304789</c:v>
                </c:pt>
                <c:pt idx="500">
                  <c:v>0.763993787734</c:v>
                </c:pt>
                <c:pt idx="501">
                  <c:v>0.762054208954</c:v>
                </c:pt>
                <c:pt idx="502">
                  <c:v>0.760168230086</c:v>
                </c:pt>
                <c:pt idx="503">
                  <c:v>0.758338797367</c:v>
                </c:pt>
                <c:pt idx="504">
                  <c:v>0.756568802743</c:v>
                </c:pt>
                <c:pt idx="505">
                  <c:v>0.754860769194</c:v>
                </c:pt>
                <c:pt idx="506">
                  <c:v>0.753216585424</c:v>
                </c:pt>
                <c:pt idx="507">
                  <c:v>0.751637304736</c:v>
                </c:pt>
                <c:pt idx="508">
                  <c:v>0.750123027959</c:v>
                </c:pt>
                <c:pt idx="509">
                  <c:v>0.748672865145</c:v>
                </c:pt>
                <c:pt idx="510">
                  <c:v>0.747284984509</c:v>
                </c:pt>
                <c:pt idx="511">
                  <c:v>0.745956726568</c:v>
                </c:pt>
                <c:pt idx="512">
                  <c:v>0.744684783896</c:v>
                </c:pt>
                <c:pt idx="513">
                  <c:v>0.743465413042</c:v>
                </c:pt>
                <c:pt idx="514">
                  <c:v>0.742294677206</c:v>
                </c:pt>
                <c:pt idx="515">
                  <c:v>0.741168678795</c:v>
                </c:pt>
                <c:pt idx="516">
                  <c:v>0.740083785416</c:v>
                </c:pt>
                <c:pt idx="517">
                  <c:v>0.739036806186</c:v>
                </c:pt>
                <c:pt idx="518">
                  <c:v>0.738025133286</c:v>
                </c:pt>
                <c:pt idx="519">
                  <c:v>0.737046809052</c:v>
                </c:pt>
                <c:pt idx="520">
                  <c:v>0.736100547818</c:v>
                </c:pt>
                <c:pt idx="521">
                  <c:v>0.735185680069</c:v>
                </c:pt>
                <c:pt idx="522">
                  <c:v>0.73430206186</c:v>
                </c:pt>
                <c:pt idx="523">
                  <c:v>0.733449927406</c:v>
                </c:pt>
                <c:pt idx="524">
                  <c:v>0.732629733362</c:v>
                </c:pt>
                <c:pt idx="525">
                  <c:v>0.731841981168</c:v>
                </c:pt>
                <c:pt idx="526">
                  <c:v>0.731087061968</c:v>
                </c:pt>
                <c:pt idx="527">
                  <c:v>0.730365117977</c:v>
                </c:pt>
                <c:pt idx="528">
                  <c:v>0.729675948979</c:v>
                </c:pt>
                <c:pt idx="529">
                  <c:v>0.729018963532</c:v>
                </c:pt>
                <c:pt idx="530">
                  <c:v>0.728393178248</c:v>
                </c:pt>
                <c:pt idx="531">
                  <c:v>0.727797272784</c:v>
                </c:pt>
                <c:pt idx="532">
                  <c:v>0.727229676092</c:v>
                </c:pt>
                <c:pt idx="533">
                  <c:v>0.726688704184</c:v>
                </c:pt>
                <c:pt idx="534">
                  <c:v>0.726172698988</c:v>
                </c:pt>
                <c:pt idx="535">
                  <c:v>0.72568020272</c:v>
                </c:pt>
                <c:pt idx="536">
                  <c:v>0.725210098614</c:v>
                </c:pt>
                <c:pt idx="537">
                  <c:v>0.724759682868</c:v>
                </c:pt>
                <c:pt idx="538">
                  <c:v>0.724324590797</c:v>
                </c:pt>
                <c:pt idx="539">
                  <c:v>0.723912643783</c:v>
                </c:pt>
                <c:pt idx="540">
                  <c:v>0.723525257533</c:v>
                </c:pt>
                <c:pt idx="541">
                  <c:v>0.72316458678</c:v>
                </c:pt>
                <c:pt idx="542">
                  <c:v>0.722833482876</c:v>
                </c:pt>
                <c:pt idx="543">
                  <c:v>0.722535445713</c:v>
                </c:pt>
                <c:pt idx="544">
                  <c:v>0.72227453199</c:v>
                </c:pt>
                <c:pt idx="545">
                  <c:v>0.722055260363</c:v>
                </c:pt>
                <c:pt idx="546">
                  <c:v>0.721882507924</c:v>
                </c:pt>
                <c:pt idx="547">
                  <c:v>0.721761415355</c:v>
                </c:pt>
                <c:pt idx="548">
                  <c:v>0.721697314489</c:v>
                </c:pt>
                <c:pt idx="549">
                  <c:v>0.721695670404</c:v>
                </c:pt>
                <c:pt idx="550">
                  <c:v>0.721762065499</c:v>
                </c:pt>
                <c:pt idx="551">
                  <c:v>0.721902197684</c:v>
                </c:pt>
                <c:pt idx="552">
                  <c:v>0.722121925005</c:v>
                </c:pt>
                <c:pt idx="553">
                  <c:v>0.722427259104</c:v>
                </c:pt>
                <c:pt idx="554">
                  <c:v>0.722824283627</c:v>
                </c:pt>
                <c:pt idx="555">
                  <c:v>0.723318816884</c:v>
                </c:pt>
                <c:pt idx="556">
                  <c:v>0.72391589563</c:v>
                </c:pt>
                <c:pt idx="557">
                  <c:v>0.72461910467</c:v>
                </c:pt>
                <c:pt idx="558">
                  <c:v>0.725430272431</c:v>
                </c:pt>
                <c:pt idx="559">
                  <c:v>0.726350430895</c:v>
                </c:pt>
                <c:pt idx="560">
                  <c:v>0.727380508981</c:v>
                </c:pt>
                <c:pt idx="561">
                  <c:v>0.728518309083</c:v>
                </c:pt>
                <c:pt idx="562">
                  <c:v>0.729756521823</c:v>
                </c:pt>
                <c:pt idx="563">
                  <c:v>0.731080302958</c:v>
                </c:pt>
                <c:pt idx="564">
                  <c:v>0.732468443051</c:v>
                </c:pt>
                <c:pt idx="565">
                  <c:v>0.733897804156</c:v>
                </c:pt>
                <c:pt idx="566">
                  <c:v>0.73534487042</c:v>
                </c:pt>
                <c:pt idx="567">
                  <c:v>0.736783064367</c:v>
                </c:pt>
                <c:pt idx="568">
                  <c:v>0.738181927842</c:v>
                </c:pt>
                <c:pt idx="569">
                  <c:v>0.739504862822</c:v>
                </c:pt>
                <c:pt idx="570">
                  <c:v>0.740715659954</c:v>
                </c:pt>
                <c:pt idx="571">
                  <c:v>0.741780906645</c:v>
                </c:pt>
                <c:pt idx="572">
                  <c:v>0.742660362702</c:v>
                </c:pt>
                <c:pt idx="573">
                  <c:v>0.74332650665</c:v>
                </c:pt>
                <c:pt idx="574">
                  <c:v>0.743778827579</c:v>
                </c:pt>
                <c:pt idx="575">
                  <c:v>0.744069342263</c:v>
                </c:pt>
                <c:pt idx="576">
                  <c:v>0.744277790605</c:v>
                </c:pt>
                <c:pt idx="577">
                  <c:v>0.744475819192</c:v>
                </c:pt>
                <c:pt idx="578">
                  <c:v>0.74470031861</c:v>
                </c:pt>
                <c:pt idx="579">
                  <c:v>0.744956505834</c:v>
                </c:pt>
                <c:pt idx="580">
                  <c:v>0.745236242386</c:v>
                </c:pt>
                <c:pt idx="581">
                  <c:v>0.74553356848</c:v>
                </c:pt>
                <c:pt idx="582">
                  <c:v>0.745850234351</c:v>
                </c:pt>
                <c:pt idx="583">
                  <c:v>0.746192578551</c:v>
                </c:pt>
                <c:pt idx="584">
                  <c:v>0.746566888187</c:v>
                </c:pt>
                <c:pt idx="585">
                  <c:v>0.746976211964</c:v>
                </c:pt>
                <c:pt idx="586">
                  <c:v>0.74742071665</c:v>
                </c:pt>
                <c:pt idx="587">
                  <c:v>0.747900081087</c:v>
                </c:pt>
                <c:pt idx="588">
                  <c:v>0.748415961915</c:v>
                </c:pt>
                <c:pt idx="589">
                  <c:v>0.748972796051</c:v>
                </c:pt>
                <c:pt idx="590">
                  <c:v>0.74957653666</c:v>
                </c:pt>
                <c:pt idx="591">
                  <c:v>0.7502316277</c:v>
                </c:pt>
                <c:pt idx="592">
                  <c:v>0.750937710575</c:v>
                </c:pt>
                <c:pt idx="593">
                  <c:v>0.751685619002</c:v>
                </c:pt>
                <c:pt idx="594">
                  <c:v>0.752458663786</c:v>
                </c:pt>
                <c:pt idx="595">
                  <c:v>0.753236039159</c:v>
                </c:pt>
                <c:pt idx="596">
                  <c:v>0.753996726888</c:v>
                </c:pt>
                <c:pt idx="597">
                  <c:v>0.75472480806</c:v>
                </c:pt>
                <c:pt idx="598">
                  <c:v>0.755412508631</c:v>
                </c:pt>
                <c:pt idx="599">
                  <c:v>0.756060733094</c:v>
                </c:pt>
                <c:pt idx="600">
                  <c:v>0.756676561828</c:v>
                </c:pt>
                <c:pt idx="601">
                  <c:v>0.757269624258</c:v>
                </c:pt>
                <c:pt idx="602">
                  <c:v>0.757849214322</c:v>
                </c:pt>
                <c:pt idx="603">
                  <c:v>0.758422710637</c:v>
                </c:pt>
                <c:pt idx="604">
                  <c:v>0.758995184434</c:v>
                </c:pt>
                <c:pt idx="605">
                  <c:v>0.759569774633</c:v>
                </c:pt>
                <c:pt idx="606">
                  <c:v>0.760148393209</c:v>
                </c:pt>
                <c:pt idx="607">
                  <c:v>0.760732534623</c:v>
                </c:pt>
                <c:pt idx="608">
                  <c:v>0.761323782593</c:v>
                </c:pt>
                <c:pt idx="609">
                  <c:v>0.761923971543</c:v>
                </c:pt>
                <c:pt idx="610">
                  <c:v>0.762535032923</c:v>
                </c:pt>
                <c:pt idx="611">
                  <c:v>0.763158766391</c:v>
                </c:pt>
                <c:pt idx="612">
                  <c:v>0.76379646466</c:v>
                </c:pt>
                <c:pt idx="613">
                  <c:v>0.764448657103</c:v>
                </c:pt>
                <c:pt idx="614">
                  <c:v>0.765114689338</c:v>
                </c:pt>
                <c:pt idx="615">
                  <c:v>0.765792382617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CFD-based reference</c:v>
          </c:tx>
          <c:spPr>
            <a:ln w="20955">
              <a:solidFill>
                <a:srgbClr val="28344A"/>
              </a:solidFill>
              <a:prstDash val="solid"/>
            </a:ln>
          </c:spPr>
          <c:marker>
            <c:symbol val="none"/>
            <c:size val="7"/>
            <c:spPr>
              <a:solidFill>
                <a:srgbClr val="28344A"/>
              </a:solidFill>
            </c:spPr>
          </c:marker>
          <c:xVal>
            <c:numRef>
              <c:f>'Chart Data'!$A$2:$A$617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Data'!$B$2:$B$617</c:f>
              <c:numCache>
                <c:formatCode>0.0</c:formatCode>
                <c:ptCount val="6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1.09858239654e-17</c:v>
                </c:pt>
                <c:pt idx="37">
                  <c:v>9.42984003044e-17</c:v>
                </c:pt>
                <c:pt idx="38">
                  <c:v>3.08992829034e-16</c:v>
                </c:pt>
                <c:pt idx="39">
                  <c:v>8.46513726299e-16</c:v>
                </c:pt>
                <c:pt idx="40">
                  <c:v>2.06002382461e-15</c:v>
                </c:pt>
                <c:pt idx="41">
                  <c:v>4.87475832988e-15</c:v>
                </c:pt>
                <c:pt idx="42">
                  <c:v>1.12667583046e-14</c:v>
                </c:pt>
                <c:pt idx="43">
                  <c:v>2.54271245661e-14</c:v>
                </c:pt>
                <c:pt idx="44">
                  <c:v>5.60295469468e-14</c:v>
                </c:pt>
                <c:pt idx="45">
                  <c:v>1.20626628076e-13</c:v>
                </c:pt>
                <c:pt idx="46">
                  <c:v>2.53847641703e-13</c:v>
                </c:pt>
                <c:pt idx="47">
                  <c:v>5.22269894796e-13</c:v>
                </c:pt>
                <c:pt idx="48">
                  <c:v>1.05054256757e-12</c:v>
                </c:pt>
                <c:pt idx="49">
                  <c:v>2.06590809593e-12</c:v>
                </c:pt>
                <c:pt idx="50">
                  <c:v>3.97161516581e-12</c:v>
                </c:pt>
                <c:pt idx="51">
                  <c:v>7.46414036952e-12</c:v>
                </c:pt>
                <c:pt idx="52">
                  <c:v>1.37139146446e-11</c:v>
                </c:pt>
                <c:pt idx="53">
                  <c:v>2.46353198297e-11</c:v>
                </c:pt>
                <c:pt idx="54">
                  <c:v>4.32769707168e-11</c:v>
                </c:pt>
                <c:pt idx="55">
                  <c:v>7.43686265919e-11</c:v>
                </c:pt>
                <c:pt idx="56">
                  <c:v>1.25065956437e-10</c:v>
                </c:pt>
                <c:pt idx="57">
                  <c:v>2.059391795e-10</c:v>
                </c:pt>
                <c:pt idx="58">
                  <c:v>3.32258394849e-10</c:v>
                </c:pt>
                <c:pt idx="59">
                  <c:v>5.25637916304e-10</c:v>
                </c:pt>
                <c:pt idx="60">
                  <c:v>8.16113283605e-10</c:v>
                </c:pt>
                <c:pt idx="61">
                  <c:v>1.24473530401e-09</c:v>
                </c:pt>
                <c:pt idx="62">
                  <c:v>1.86676637339e-09</c:v>
                </c:pt>
                <c:pt idx="63">
                  <c:v>2.75555629774e-09</c:v>
                </c:pt>
                <c:pt idx="64">
                  <c:v>4.00714190687e-09</c:v>
                </c:pt>
                <c:pt idx="65">
                  <c:v>5.74558039929e-09</c:v>
                </c:pt>
                <c:pt idx="66">
                  <c:v>8.12895847169e-09</c:v>
                </c:pt>
                <c:pt idx="67">
                  <c:v>1.13559744872e-08</c:v>
                </c:pt>
                <c:pt idx="68">
                  <c:v>1.5672908421e-08</c:v>
                </c:pt>
                <c:pt idx="69">
                  <c:v>2.13807669595e-08</c:v>
                </c:pt>
                <c:pt idx="70">
                  <c:v>2.88423228182e-08</c:v>
                </c:pt>
                <c:pt idx="71">
                  <c:v>3.84888054837e-08</c:v>
                </c:pt>
                <c:pt idx="72">
                  <c:v>5.08259620978e-08</c:v>
                </c:pt>
                <c:pt idx="73">
                  <c:v>6.64393884292e-08</c:v>
                </c:pt>
                <c:pt idx="74">
                  <c:v>8.59989857905e-08</c:v>
                </c:pt>
                <c:pt idx="75">
                  <c:v>1.10262744824e-07</c:v>
                </c:pt>
                <c:pt idx="76">
                  <c:v>1.40079935893e-07</c:v>
                </c:pt>
                <c:pt idx="77">
                  <c:v>1.76394173723e-07</c:v>
                </c:pt>
                <c:pt idx="78">
                  <c:v>2.2024662561e-07</c:v>
                </c:pt>
                <c:pt idx="79">
                  <c:v>2.72779860935e-07</c:v>
                </c:pt>
                <c:pt idx="80">
                  <c:v>3.35242642339e-07</c:v>
                </c:pt>
                <c:pt idx="81">
                  <c:v>4.08995843754e-07</c:v>
                </c:pt>
                <c:pt idx="82">
                  <c:v>4.95519559566e-07</c:v>
                </c:pt>
                <c:pt idx="83">
                  <c:v>5.96420912459e-07</c:v>
                </c:pt>
                <c:pt idx="84">
                  <c:v>7.13442197462e-07</c:v>
                </c:pt>
                <c:pt idx="85">
                  <c:v>8.48468114828e-07</c:v>
                </c:pt>
                <c:pt idx="86">
                  <c:v>1.0035313736e-06</c:v>
                </c:pt>
                <c:pt idx="87">
                  <c:v>1.18081500837e-06</c:v>
                </c:pt>
                <c:pt idx="88">
                  <c:v>1.3826506931e-06</c:v>
                </c:pt>
                <c:pt idx="89">
                  <c:v>1.61151160524e-06</c:v>
                </c:pt>
                <c:pt idx="90">
                  <c:v>1.86999974851e-06</c:v>
                </c:pt>
                <c:pt idx="91">
                  <c:v>2.16082718441e-06</c:v>
                </c:pt>
                <c:pt idx="92">
                  <c:v>2.48679219414e-06</c:v>
                </c:pt>
                <c:pt idx="93">
                  <c:v>2.85075113349e-06</c:v>
                </c:pt>
                <c:pt idx="94">
                  <c:v>3.25558801092e-06</c:v>
                </c:pt>
                <c:pt idx="95">
                  <c:v>3.70418353197e-06</c:v>
                </c:pt>
                <c:pt idx="96">
                  <c:v>4.19938564613e-06</c:v>
                </c:pt>
                <c:pt idx="97">
                  <c:v>4.74398572977e-06</c:v>
                </c:pt>
                <c:pt idx="98">
                  <c:v>5.34070543477e-06</c:v>
                </c:pt>
                <c:pt idx="99">
                  <c:v>5.99218544576e-06</c:v>
                </c:pt>
                <c:pt idx="100">
                  <c:v>6.70097961048e-06</c:v>
                </c:pt>
                <c:pt idx="101">
                  <c:v>7.46955980907e-06</c:v>
                </c:pt>
                <c:pt idx="102">
                  <c:v>8.30032667989e-06</c:v>
                </c:pt>
                <c:pt idx="103">
                  <c:v>9.19562613438e-06</c:v>
                </c:pt>
                <c:pt idx="104">
                  <c:v>1.01577668499e-05</c:v>
                </c:pt>
                <c:pt idx="105">
                  <c:v>1.11890370353e-05</c:v>
                </c:pt>
                <c:pt idx="106">
                  <c:v>1.22917234995e-05</c:v>
                </c:pt>
                <c:pt idx="107">
                  <c:v>1.3468132626e-05</c:v>
                </c:pt>
                <c:pt idx="108">
                  <c:v>1.47206003072e-05</c:v>
                </c:pt>
                <c:pt idx="109">
                  <c:v>1.60514818624e-05</c:v>
                </c:pt>
                <c:pt idx="110">
                  <c:v>1.7463142852e-05</c:v>
                </c:pt>
                <c:pt idx="111">
                  <c:v>1.89579447508e-05</c:v>
                </c:pt>
                <c:pt idx="112">
                  <c:v>2.05382196871e-05</c:v>
                </c:pt>
                <c:pt idx="113">
                  <c:v>2.22062452858e-05</c:v>
                </c:pt>
                <c:pt idx="114">
                  <c:v>2.39642124209e-05</c:v>
                </c:pt>
                <c:pt idx="115">
                  <c:v>2.58141992738e-05</c:v>
                </c:pt>
                <c:pt idx="116">
                  <c:v>2.77581448403e-05</c:v>
                </c:pt>
                <c:pt idx="117">
                  <c:v>2.97978300558e-05</c:v>
                </c:pt>
                <c:pt idx="118">
                  <c:v>3.19348678867e-05</c:v>
                </c:pt>
                <c:pt idx="119">
                  <c:v>3.41706978727e-05</c:v>
                </c:pt>
                <c:pt idx="120">
                  <c:v>3.65065962359e-05</c:v>
                </c:pt>
                <c:pt idx="121">
                  <c:v>3.89436818943e-05</c:v>
                </c:pt>
                <c:pt idx="122">
                  <c:v>4.14829486332e-05</c:v>
                </c:pt>
                <c:pt idx="123">
                  <c:v>4.41252712586e-05</c:v>
                </c:pt>
                <c:pt idx="124">
                  <c:v>4.68714419539e-05</c:v>
                </c:pt>
                <c:pt idx="125">
                  <c:v>4.97221876372e-05</c:v>
                </c:pt>
                <c:pt idx="126">
                  <c:v>5.26781816309e-05</c:v>
                </c:pt>
                <c:pt idx="127">
                  <c:v>5.57400427289e-05</c:v>
                </c:pt>
                <c:pt idx="128">
                  <c:v>5.89083456576e-05</c:v>
                </c:pt>
                <c:pt idx="129">
                  <c:v>6.21835661503e-05</c:v>
                </c:pt>
                <c:pt idx="130">
                  <c:v>6.55660645032e-05</c:v>
                </c:pt>
                <c:pt idx="131">
                  <c:v>6.90560519503e-05</c:v>
                </c:pt>
                <c:pt idx="132">
                  <c:v>7.26535084958e-05</c:v>
                </c:pt>
                <c:pt idx="133">
                  <c:v>7.63580826905e-05</c:v>
                </c:pt>
                <c:pt idx="134">
                  <c:v>8.01690313067e-05</c:v>
                </c:pt>
                <c:pt idx="135">
                  <c:v>8.40850926785e-05</c:v>
                </c:pt>
                <c:pt idx="136">
                  <c:v>8.81043882914e-05</c:v>
                </c:pt>
                <c:pt idx="137">
                  <c:v>9.22243790417e-05</c:v>
                </c:pt>
                <c:pt idx="138">
                  <c:v>9.64417454785e-05</c:v>
                </c:pt>
                <c:pt idx="139">
                  <c:v>0.000100752399426</c:v>
                </c:pt>
                <c:pt idx="140">
                  <c:v>0.000105151483293</c:v>
                </c:pt>
                <c:pt idx="141">
                  <c:v>0.000109633323029</c:v>
                </c:pt>
                <c:pt idx="142">
                  <c:v>0.000114191251258</c:v>
                </c:pt>
                <c:pt idx="143">
                  <c:v>0.000118817588154</c:v>
                </c:pt>
                <c:pt idx="144">
                  <c:v>0.000123503470805</c:v>
                </c:pt>
                <c:pt idx="145">
                  <c:v>0.0001282386128</c:v>
                </c:pt>
                <c:pt idx="146">
                  <c:v>0.000133010928051</c:v>
                </c:pt>
                <c:pt idx="147">
                  <c:v>0.00013780636612</c:v>
                </c:pt>
                <c:pt idx="148">
                  <c:v>0.000142608905605</c:v>
                </c:pt>
                <c:pt idx="149">
                  <c:v>0.000147400175821</c:v>
                </c:pt>
                <c:pt idx="150">
                  <c:v>0.00015216126981</c:v>
                </c:pt>
                <c:pt idx="151">
                  <c:v>0.000156878655917</c:v>
                </c:pt>
                <c:pt idx="152">
                  <c:v>0.000161544004906</c:v>
                </c:pt>
                <c:pt idx="153">
                  <c:v>0.000166152232665</c:v>
                </c:pt>
                <c:pt idx="154">
                  <c:v>0.000170694085479</c:v>
                </c:pt>
                <c:pt idx="155">
                  <c:v>0.000175148225844</c:v>
                </c:pt>
                <c:pt idx="156">
                  <c:v>0.000179484950365</c:v>
                </c:pt>
                <c:pt idx="157">
                  <c:v>0.000183678712165</c:v>
                </c:pt>
                <c:pt idx="158">
                  <c:v>0.000187717426764</c:v>
                </c:pt>
                <c:pt idx="159">
                  <c:v>0.000191616465898</c:v>
                </c:pt>
                <c:pt idx="160">
                  <c:v>0.000195415336727</c:v>
                </c:pt>
                <c:pt idx="161">
                  <c:v>0.0001991806879</c:v>
                </c:pt>
                <c:pt idx="162">
                  <c:v>0.000203010458786</c:v>
                </c:pt>
                <c:pt idx="163">
                  <c:v>0.000206969813413</c:v>
                </c:pt>
                <c:pt idx="164">
                  <c:v>0.000211064237831</c:v>
                </c:pt>
                <c:pt idx="165">
                  <c:v>0.000215218467815</c:v>
                </c:pt>
                <c:pt idx="166">
                  <c:v>0.000219360165752</c:v>
                </c:pt>
                <c:pt idx="167">
                  <c:v>0.000223472206405</c:v>
                </c:pt>
                <c:pt idx="168">
                  <c:v>0.000227590167274</c:v>
                </c:pt>
                <c:pt idx="169">
                  <c:v>0.000231757125434</c:v>
                </c:pt>
                <c:pt idx="170">
                  <c:v>0.000235994910945</c:v>
                </c:pt>
                <c:pt idx="171">
                  <c:v>0.000240303958781</c:v>
                </c:pt>
                <c:pt idx="172">
                  <c:v>0.000244674067972</c:v>
                </c:pt>
                <c:pt idx="173">
                  <c:v>0.000249095017445</c:v>
                </c:pt>
                <c:pt idx="174">
                  <c:v>0.000253559896598</c:v>
                </c:pt>
                <c:pt idx="175">
                  <c:v>0.000258065778808</c:v>
                </c:pt>
                <c:pt idx="176">
                  <c:v>0.000262611760289</c:v>
                </c:pt>
                <c:pt idx="177">
                  <c:v>0.000267197538674</c:v>
                </c:pt>
                <c:pt idx="178">
                  <c:v>0.000271822937126</c:v>
                </c:pt>
                <c:pt idx="179">
                  <c:v>0.000276487872417</c:v>
                </c:pt>
                <c:pt idx="180">
                  <c:v>0.000281191721679</c:v>
                </c:pt>
                <c:pt idx="181">
                  <c:v>0.000285932477039</c:v>
                </c:pt>
                <c:pt idx="182">
                  <c:v>0.000290705962576</c:v>
                </c:pt>
                <c:pt idx="183">
                  <c:v>0.000295509227372</c:v>
                </c:pt>
                <c:pt idx="184">
                  <c:v>0.000300335113432</c:v>
                </c:pt>
                <c:pt idx="185">
                  <c:v>0.000305172528127</c:v>
                </c:pt>
                <c:pt idx="186">
                  <c:v>0.000310011324713</c:v>
                </c:pt>
                <c:pt idx="187">
                  <c:v>0.000314841640734</c:v>
                </c:pt>
                <c:pt idx="188">
                  <c:v>0.000319656011839</c:v>
                </c:pt>
                <c:pt idx="189">
                  <c:v>0.000324451646278</c:v>
                </c:pt>
                <c:pt idx="190">
                  <c:v>0.000329232554108</c:v>
                </c:pt>
                <c:pt idx="191">
                  <c:v>0.000334008365345</c:v>
                </c:pt>
                <c:pt idx="192">
                  <c:v>0.000338790699192</c:v>
                </c:pt>
                <c:pt idx="193">
                  <c:v>0.000343590223271</c:v>
                </c:pt>
                <c:pt idx="194">
                  <c:v>0.000348415355549</c:v>
                </c:pt>
                <c:pt idx="195">
                  <c:v>0.000353272161225</c:v>
                </c:pt>
                <c:pt idx="196">
                  <c:v>0.000358164787848</c:v>
                </c:pt>
                <c:pt idx="197">
                  <c:v>0.000363095799682</c:v>
                </c:pt>
                <c:pt idx="198">
                  <c:v>0.000368066896955</c:v>
                </c:pt>
                <c:pt idx="199">
                  <c:v>0.000373079484414</c:v>
                </c:pt>
                <c:pt idx="200">
                  <c:v>0.000378134833351</c:v>
                </c:pt>
                <c:pt idx="201">
                  <c:v>0.000383233536934</c:v>
                </c:pt>
                <c:pt idx="202">
                  <c:v>0.000388375085677</c:v>
                </c:pt>
                <c:pt idx="203">
                  <c:v>0.000393557059691</c:v>
                </c:pt>
                <c:pt idx="204">
                  <c:v>0.000398775345564</c:v>
                </c:pt>
                <c:pt idx="205">
                  <c:v>0.000404024520176</c:v>
                </c:pt>
                <c:pt idx="206">
                  <c:v>0.000409298145551</c:v>
                </c:pt>
                <c:pt idx="207">
                  <c:v>0.000414589425677</c:v>
                </c:pt>
                <c:pt idx="208">
                  <c:v>0.000419891495264</c:v>
                </c:pt>
                <c:pt idx="209">
                  <c:v>0.000425198217737</c:v>
                </c:pt>
                <c:pt idx="210">
                  <c:v>0.000430505279671</c:v>
                </c:pt>
                <c:pt idx="211">
                  <c:v>0.000435810858845</c:v>
                </c:pt>
                <c:pt idx="212">
                  <c:v>0.000441115866571</c:v>
                </c:pt>
                <c:pt idx="213">
                  <c:v>0.00044642368483</c:v>
                </c:pt>
                <c:pt idx="214">
                  <c:v>0.0004517396009</c:v>
                </c:pt>
                <c:pt idx="215">
                  <c:v>0.000457069989946</c:v>
                </c:pt>
                <c:pt idx="216">
                  <c:v>0.00046242148039</c:v>
                </c:pt>
                <c:pt idx="217">
                  <c:v>0.000467800235699</c:v>
                </c:pt>
                <c:pt idx="218">
                  <c:v>0.000473211470439</c:v>
                </c:pt>
                <c:pt idx="219">
                  <c:v>0.000478659140441</c:v>
                </c:pt>
                <c:pt idx="220">
                  <c:v>0.000484145841519</c:v>
                </c:pt>
                <c:pt idx="221">
                  <c:v>0.000489672824878</c:v>
                </c:pt>
                <c:pt idx="222">
                  <c:v>0.000495240096019</c:v>
                </c:pt>
                <c:pt idx="223">
                  <c:v>0.000500846494644</c:v>
                </c:pt>
                <c:pt idx="224">
                  <c:v>0.000506489817471</c:v>
                </c:pt>
                <c:pt idx="225">
                  <c:v>0.000512166923704</c:v>
                </c:pt>
                <c:pt idx="226">
                  <c:v>0.000517873904112</c:v>
                </c:pt>
                <c:pt idx="227">
                  <c:v>0.000523606288925</c:v>
                </c:pt>
                <c:pt idx="228">
                  <c:v>0.000529359298603</c:v>
                </c:pt>
                <c:pt idx="229">
                  <c:v>0.00053512815742</c:v>
                </c:pt>
                <c:pt idx="230">
                  <c:v>0.000540908456088</c:v>
                </c:pt>
                <c:pt idx="231">
                  <c:v>0.000546696551465</c:v>
                </c:pt>
                <c:pt idx="232">
                  <c:v>0.000552489938383</c:v>
                </c:pt>
                <c:pt idx="233">
                  <c:v>0.00055828753539</c:v>
                </c:pt>
                <c:pt idx="234">
                  <c:v>0.000564089819475</c:v>
                </c:pt>
                <c:pt idx="235">
                  <c:v>0.000569898786447</c:v>
                </c:pt>
                <c:pt idx="236">
                  <c:v>0.000575717740054</c:v>
                </c:pt>
                <c:pt idx="237">
                  <c:v>0.000581550946742</c:v>
                </c:pt>
                <c:pt idx="238">
                  <c:v>0.000587403193916</c:v>
                </c:pt>
                <c:pt idx="239">
                  <c:v>0.000593279320234</c:v>
                </c:pt>
                <c:pt idx="240">
                  <c:v>0.000599183762744</c:v>
                </c:pt>
                <c:pt idx="241">
                  <c:v>0.000605120179454</c:v>
                </c:pt>
                <c:pt idx="242">
                  <c:v>0.00061109117741</c:v>
                </c:pt>
                <c:pt idx="243">
                  <c:v>0.0006170981651</c:v>
                </c:pt>
                <c:pt idx="244">
                  <c:v>0.000623141317348</c:v>
                </c:pt>
                <c:pt idx="245">
                  <c:v>0.000629219639194</c:v>
                </c:pt>
                <c:pt idx="246">
                  <c:v>0.000635331113548</c:v>
                </c:pt>
                <c:pt idx="247">
                  <c:v>0.000641472911275</c:v>
                </c:pt>
                <c:pt idx="248">
                  <c:v>0.000647641646282</c:v>
                </c:pt>
                <c:pt idx="249">
                  <c:v>0.000653833651936</c:v>
                </c:pt>
                <c:pt idx="250">
                  <c:v>0.000660045272367</c:v>
                </c:pt>
                <c:pt idx="251">
                  <c:v>0.000666273149418</c:v>
                </c:pt>
                <c:pt idx="252">
                  <c:v>0.000672514485711</c:v>
                </c:pt>
                <c:pt idx="253">
                  <c:v>0.00067876726333</c:v>
                </c:pt>
                <c:pt idx="254">
                  <c:v>0.000685030405208</c:v>
                </c:pt>
                <c:pt idx="255">
                  <c:v>0.000691303862618</c:v>
                </c:pt>
                <c:pt idx="256">
                  <c:v>0.000697588617716</c:v>
                </c:pt>
                <c:pt idx="257">
                  <c:v>0.000703886594425</c:v>
                </c:pt>
                <c:pt idx="258">
                  <c:v>0.000710200482685</c:v>
                </c:pt>
                <c:pt idx="259">
                  <c:v>0.000716533491487</c:v>
                </c:pt>
                <c:pt idx="260">
                  <c:v>0.000722889055919</c:v>
                </c:pt>
                <c:pt idx="261">
                  <c:v>0.000729270528278</c:v>
                </c:pt>
                <c:pt idx="262">
                  <c:v>0.000735680881256</c:v>
                </c:pt>
                <c:pt idx="263">
                  <c:v>0.000742122452349</c:v>
                </c:pt>
                <c:pt idx="264">
                  <c:v>0.000748596754591</c:v>
                </c:pt>
                <c:pt idx="265">
                  <c:v>0.000755104369932</c:v>
                </c:pt>
                <c:pt idx="266">
                  <c:v>0.000761644927058</c:v>
                </c:pt>
                <c:pt idx="267">
                  <c:v>0.000768217160354</c:v>
                </c:pt>
                <c:pt idx="268">
                  <c:v>0.000774819043794</c:v>
                </c:pt>
                <c:pt idx="269">
                  <c:v>0.000781447985529</c:v>
                </c:pt>
                <c:pt idx="270">
                  <c:v>0.00078810105777</c:v>
                </c:pt>
                <c:pt idx="271">
                  <c:v>0.000794775241604</c:v>
                </c:pt>
                <c:pt idx="272">
                  <c:v>0.000801467671493</c:v>
                </c:pt>
                <c:pt idx="273">
                  <c:v>0.000808175862638</c:v>
                </c:pt>
                <c:pt idx="274">
                  <c:v>0.000814897902577</c:v>
                </c:pt>
                <c:pt idx="275">
                  <c:v>0.000821632593929</c:v>
                </c:pt>
                <c:pt idx="276">
                  <c:v>0.000828379536413</c:v>
                </c:pt>
                <c:pt idx="277">
                  <c:v>0.000835139144607</c:v>
                </c:pt>
                <c:pt idx="278">
                  <c:v>0.000841912605629</c:v>
                </c:pt>
                <c:pt idx="279">
                  <c:v>0.000848701780097</c:v>
                </c:pt>
                <c:pt idx="280">
                  <c:v>0.00085550905047</c:v>
                </c:pt>
                <c:pt idx="281">
                  <c:v>0.000862337128274</c:v>
                </c:pt>
                <c:pt idx="282">
                  <c:v>0.000869188837942</c:v>
                </c:pt>
                <c:pt idx="283">
                  <c:v>0.000876066897046</c:v>
                </c:pt>
                <c:pt idx="284">
                  <c:v>0.000882973709641</c:v>
                </c:pt>
                <c:pt idx="285">
                  <c:v>0.000889911187878</c:v>
                </c:pt>
                <c:pt idx="286">
                  <c:v>0.00089688062152</c:v>
                </c:pt>
                <c:pt idx="287">
                  <c:v>0.000903882604068</c:v>
                </c:pt>
                <c:pt idx="288">
                  <c:v>0.000910917016506</c:v>
                </c:pt>
                <c:pt idx="289">
                  <c:v>0.000917983067736</c:v>
                </c:pt>
                <c:pt idx="290">
                  <c:v>0.000925079386682</c:v>
                </c:pt>
                <c:pt idx="291">
                  <c:v>0.000932204158496</c:v>
                </c:pt>
                <c:pt idx="292">
                  <c:v>0.000939355292166</c:v>
                </c:pt>
                <c:pt idx="293">
                  <c:v>0.000946530604232</c:v>
                </c:pt>
                <c:pt idx="294">
                  <c:v>0.000953728002167</c:v>
                </c:pt>
                <c:pt idx="295">
                  <c:v>0.000960945651877</c:v>
                </c:pt>
                <c:pt idx="296">
                  <c:v>0.000968182119327</c:v>
                </c:pt>
                <c:pt idx="297">
                  <c:v>0.000975436476468</c:v>
                </c:pt>
                <c:pt idx="298">
                  <c:v>0.000982708359375</c:v>
                </c:pt>
                <c:pt idx="299">
                  <c:v>0.000989997975844</c:v>
                </c:pt>
                <c:pt idx="300">
                  <c:v>0.000997306067087</c:v>
                </c:pt>
                <c:pt idx="301">
                  <c:v>0.00100463382826</c:v>
                </c:pt>
                <c:pt idx="302">
                  <c:v>0.00101198279632</c:v>
                </c:pt>
                <c:pt idx="303">
                  <c:v>0.00101935471438</c:v>
                </c:pt>
                <c:pt idx="304">
                  <c:v>0.00102675137904</c:v>
                </c:pt>
                <c:pt idx="305">
                  <c:v>0.00103417448469</c:v>
                </c:pt>
                <c:pt idx="306">
                  <c:v>0.0010416254839</c:v>
                </c:pt>
                <c:pt idx="307">
                  <c:v>0.00104910547527</c:v>
                </c:pt>
                <c:pt idx="308">
                  <c:v>0.00105661512579</c:v>
                </c:pt>
                <c:pt idx="309">
                  <c:v>0.0010641546329</c:v>
                </c:pt>
                <c:pt idx="310">
                  <c:v>0.00107172372275</c:v>
                </c:pt>
                <c:pt idx="311">
                  <c:v>0.00107932168535</c:v>
                </c:pt>
                <c:pt idx="312">
                  <c:v>0.0010869474512</c:v>
                </c:pt>
                <c:pt idx="313">
                  <c:v>0.00109459970359</c:v>
                </c:pt>
                <c:pt idx="314">
                  <c:v>0.00110227700475</c:v>
                </c:pt>
                <c:pt idx="315">
                  <c:v>0.00110997792281</c:v>
                </c:pt>
                <c:pt idx="316">
                  <c:v>0.00111770116008</c:v>
                </c:pt>
                <c:pt idx="317">
                  <c:v>0.00112544567411</c:v>
                </c:pt>
                <c:pt idx="318">
                  <c:v>0.00113321077277</c:v>
                </c:pt>
                <c:pt idx="319">
                  <c:v>0.00114099617307</c:v>
                </c:pt>
                <c:pt idx="320">
                  <c:v>0.00114880202575</c:v>
                </c:pt>
                <c:pt idx="321">
                  <c:v>0.00115662890714</c:v>
                </c:pt>
                <c:pt idx="322">
                  <c:v>0.00116447777672</c:v>
                </c:pt>
                <c:pt idx="323">
                  <c:v>0.00117234990098</c:v>
                </c:pt>
                <c:pt idx="324">
                  <c:v>0.00118024675643</c:v>
                </c:pt>
                <c:pt idx="325">
                  <c:v>0.00118816992086</c:v>
                </c:pt>
                <c:pt idx="326">
                  <c:v>0.0011961209556</c:v>
                </c:pt>
                <c:pt idx="327">
                  <c:v>0.00120410128838</c:v>
                </c:pt>
                <c:pt idx="328">
                  <c:v>0.00121211210912</c:v>
                </c:pt>
                <c:pt idx="329">
                  <c:v>0.001220154288</c:v>
                </c:pt>
                <c:pt idx="330">
                  <c:v>0.00122822832338</c:v>
                </c:pt>
                <c:pt idx="331">
                  <c:v>0.00123633432073</c:v>
                </c:pt>
                <c:pt idx="332">
                  <c:v>0.00124447200105</c:v>
                </c:pt>
                <c:pt idx="333">
                  <c:v>0.00125264073922</c:v>
                </c:pt>
                <c:pt idx="334">
                  <c:v>0.00126083962347</c:v>
                </c:pt>
                <c:pt idx="335">
                  <c:v>0.00126906753104</c:v>
                </c:pt>
                <c:pt idx="336">
                  <c:v>0.0012773232244</c:v>
                </c:pt>
                <c:pt idx="337">
                  <c:v>0.00128560545753</c:v>
                </c:pt>
                <c:pt idx="338">
                  <c:v>0.00129391307876</c:v>
                </c:pt>
                <c:pt idx="339">
                  <c:v>0.00130224512023</c:v>
                </c:pt>
                <c:pt idx="340">
                  <c:v>0.00131060086456</c:v>
                </c:pt>
                <c:pt idx="341">
                  <c:v>0.00131897988776</c:v>
                </c:pt>
                <c:pt idx="342">
                  <c:v>0.00132738208117</c:v>
                </c:pt>
                <c:pt idx="343">
                  <c:v>0.00133580765228</c:v>
                </c:pt>
                <c:pt idx="344">
                  <c:v>0.001344257098</c:v>
                </c:pt>
                <c:pt idx="345">
                  <c:v>0.00135273115056</c:v>
                </c:pt>
                <c:pt idx="346">
                  <c:v>0.00136123071252</c:v>
                </c:pt>
                <c:pt idx="347">
                  <c:v>0.00136975678837</c:v>
                </c:pt>
                <c:pt idx="348">
                  <c:v>0.0013783104055</c:v>
                </c:pt>
                <c:pt idx="349">
                  <c:v>0.00138689252938</c:v>
                </c:pt>
                <c:pt idx="350">
                  <c:v>0.00139550399083</c:v>
                </c:pt>
                <c:pt idx="351">
                  <c:v>0.00140414543352</c:v>
                </c:pt>
                <c:pt idx="352">
                  <c:v>0.00141281728055</c:v>
                </c:pt>
                <c:pt idx="353">
                  <c:v>0.00142151971806</c:v>
                </c:pt>
                <c:pt idx="354">
                  <c:v>0.00143025269844</c:v>
                </c:pt>
                <c:pt idx="355">
                  <c:v>0.00143901596509</c:v>
                </c:pt>
                <c:pt idx="356">
                  <c:v>0.00144780909286</c:v>
                </c:pt>
                <c:pt idx="357">
                  <c:v>0.00145663153955</c:v>
                </c:pt>
                <c:pt idx="358">
                  <c:v>0.00146548270833</c:v>
                </c:pt>
                <c:pt idx="359">
                  <c:v>0.00147436201571</c:v>
                </c:pt>
                <c:pt idx="360">
                  <c:v>0.0014832689545</c:v>
                </c:pt>
                <c:pt idx="361">
                  <c:v>0.00149220314558</c:v>
                </c:pt>
                <c:pt idx="362">
                  <c:v>0.00150116437738</c:v>
                </c:pt>
                <c:pt idx="363">
                  <c:v>0.00151015263288</c:v>
                </c:pt>
                <c:pt idx="364">
                  <c:v>0.00151916809742</c:v>
                </c:pt>
                <c:pt idx="365">
                  <c:v>0.00152821114534</c:v>
                </c:pt>
                <c:pt idx="366">
                  <c:v>0.00153728231516</c:v>
                </c:pt>
                <c:pt idx="367">
                  <c:v>0.00154638227627</c:v>
                </c:pt>
                <c:pt idx="368">
                  <c:v>0.00155551178079</c:v>
                </c:pt>
                <c:pt idx="369">
                  <c:v>0.00156467160472</c:v>
                </c:pt>
                <c:pt idx="370">
                  <c:v>0.00157386248722</c:v>
                </c:pt>
                <c:pt idx="371">
                  <c:v>0.0015830850752</c:v>
                </c:pt>
                <c:pt idx="372">
                  <c:v>0.00159233988025</c:v>
                </c:pt>
                <c:pt idx="373">
                  <c:v>0.00160162724944</c:v>
                </c:pt>
                <c:pt idx="374">
                  <c:v>0.00161094734416</c:v>
                </c:pt>
                <c:pt idx="375">
                  <c:v>0.00162030012969</c:v>
                </c:pt>
                <c:pt idx="376">
                  <c:v>0.00162968538208</c:v>
                </c:pt>
                <c:pt idx="377">
                  <c:v>0.00163910271066</c:v>
                </c:pt>
                <c:pt idx="378">
                  <c:v>0.00164855159974</c:v>
                </c:pt>
                <c:pt idx="379">
                  <c:v>0.00165803146478</c:v>
                </c:pt>
                <c:pt idx="380">
                  <c:v>0.00166754170133</c:v>
                </c:pt>
                <c:pt idx="381">
                  <c:v>0.00167708172411</c:v>
                </c:pt>
                <c:pt idx="382">
                  <c:v>0.00168665101136</c:v>
                </c:pt>
                <c:pt idx="383">
                  <c:v>0.00169624915435</c:v>
                </c:pt>
                <c:pt idx="384">
                  <c:v>0.00170587589475</c:v>
                </c:pt>
                <c:pt idx="385">
                  <c:v>0.00171553113914</c:v>
                </c:pt>
                <c:pt idx="386">
                  <c:v>0.00172521496618</c:v>
                </c:pt>
                <c:pt idx="387">
                  <c:v>0.00173492763013</c:v>
                </c:pt>
                <c:pt idx="388">
                  <c:v>0.0017446695453</c:v>
                </c:pt>
                <c:pt idx="389">
                  <c:v>0.00175444125063</c:v>
                </c:pt>
                <c:pt idx="390">
                  <c:v>0.00176424336763</c:v>
                </c:pt>
                <c:pt idx="391">
                  <c:v>0.00177407655859</c:v>
                </c:pt>
                <c:pt idx="392">
                  <c:v>0.00178394148805</c:v>
                </c:pt>
                <c:pt idx="393">
                  <c:v>0.00179383878615</c:v>
                </c:pt>
                <c:pt idx="394">
                  <c:v>0.0018037690124</c:v>
                </c:pt>
                <c:pt idx="395">
                  <c:v>0.00181373262428</c:v>
                </c:pt>
                <c:pt idx="396">
                  <c:v>0.00182372995645</c:v>
                </c:pt>
                <c:pt idx="397">
                  <c:v>0.00183376121411</c:v>
                </c:pt>
                <c:pt idx="398">
                  <c:v>0.00184382647509</c:v>
                </c:pt>
                <c:pt idx="399">
                  <c:v>0.00185392569886</c:v>
                </c:pt>
                <c:pt idx="400">
                  <c:v>0.00186405874705</c:v>
                </c:pt>
                <c:pt idx="401">
                  <c:v>0.00187422541486</c:v>
                </c:pt>
                <c:pt idx="402">
                  <c:v>0.00188442546326</c:v>
                </c:pt>
                <c:pt idx="403">
                  <c:v>0.00189465864742</c:v>
                </c:pt>
                <c:pt idx="404">
                  <c:v>0.0019049247463</c:v>
                </c:pt>
                <c:pt idx="405">
                  <c:v>0.00191522359303</c:v>
                </c:pt>
                <c:pt idx="406">
                  <c:v>0.00192555509781</c:v>
                </c:pt>
                <c:pt idx="407">
                  <c:v>0.00193591917051</c:v>
                </c:pt>
                <c:pt idx="408">
                  <c:v>0.00194631588932</c:v>
                </c:pt>
                <c:pt idx="409">
                  <c:v>0.00195674636153</c:v>
                </c:pt>
                <c:pt idx="410">
                  <c:v>0.00196721269437</c:v>
                </c:pt>
                <c:pt idx="411">
                  <c:v>0.00197771634362</c:v>
                </c:pt>
                <c:pt idx="412">
                  <c:v>0.0019882553902</c:v>
                </c:pt>
                <c:pt idx="413">
                  <c:v>0.00199882120243</c:v>
                </c:pt>
                <c:pt idx="414">
                  <c:v>0.00200938992346</c:v>
                </c:pt>
                <c:pt idx="415">
                  <c:v>0.00201990173789</c:v>
                </c:pt>
                <c:pt idx="416">
                  <c:v>0.00203022259905</c:v>
                </c:pt>
                <c:pt idx="417">
                  <c:v>0.00204009779349</c:v>
                </c:pt>
                <c:pt idx="418">
                  <c:v>0.00204912813942</c:v>
                </c:pt>
                <c:pt idx="419">
                  <c:v>0.00205679824946</c:v>
                </c:pt>
                <c:pt idx="420">
                  <c:v>0.00206257432081</c:v>
                </c:pt>
                <c:pt idx="421">
                  <c:v>0.00206611277106</c:v>
                </c:pt>
                <c:pt idx="422">
                  <c:v>0.00206754057225</c:v>
                </c:pt>
                <c:pt idx="423">
                  <c:v>0.00206777001989</c:v>
                </c:pt>
                <c:pt idx="424">
                  <c:v>0.0020686187655</c:v>
                </c:pt>
                <c:pt idx="425">
                  <c:v>0.00207136692297</c:v>
                </c:pt>
                <c:pt idx="426">
                  <c:v>0.00207624578224</c:v>
                </c:pt>
                <c:pt idx="427">
                  <c:v>0.00208247299706</c:v>
                </c:pt>
                <c:pt idx="428">
                  <c:v>0.00208923489576</c:v>
                </c:pt>
                <c:pt idx="429">
                  <c:v>0.00209634725224</c:v>
                </c:pt>
                <c:pt idx="430">
                  <c:v>0.00210427105542</c:v>
                </c:pt>
                <c:pt idx="431">
                  <c:v>0.00211372773213</c:v>
                </c:pt>
                <c:pt idx="432">
                  <c:v>0.00212534887008</c:v>
                </c:pt>
                <c:pt idx="433">
                  <c:v>0.00213953862299</c:v>
                </c:pt>
                <c:pt idx="434">
                  <c:v>0.00215656427786</c:v>
                </c:pt>
                <c:pt idx="435">
                  <c:v>0.00217662808077</c:v>
                </c:pt>
                <c:pt idx="436">
                  <c:v>0.00219997604047</c:v>
                </c:pt>
                <c:pt idx="437">
                  <c:v>0.00222690469279</c:v>
                </c:pt>
                <c:pt idx="438">
                  <c:v>0.00225779751448</c:v>
                </c:pt>
                <c:pt idx="439">
                  <c:v>0.00229306859276</c:v>
                </c:pt>
                <c:pt idx="440">
                  <c:v>0.00233321258779</c:v>
                </c:pt>
                <c:pt idx="441">
                  <c:v>0.00237878089502</c:v>
                </c:pt>
                <c:pt idx="442">
                  <c:v>0.00243030977439</c:v>
                </c:pt>
                <c:pt idx="443">
                  <c:v>0.00248831081965</c:v>
                </c:pt>
                <c:pt idx="444">
                  <c:v>0.00255324561046</c:v>
                </c:pt>
                <c:pt idx="445">
                  <c:v>0.00262553447642</c:v>
                </c:pt>
                <c:pt idx="446">
                  <c:v>0.00270552944289</c:v>
                </c:pt>
                <c:pt idx="447">
                  <c:v>0.00279352036565</c:v>
                </c:pt>
                <c:pt idx="448">
                  <c:v>0.00288973947246</c:v>
                </c:pt>
                <c:pt idx="449">
                  <c:v>0.00299438359448</c:v>
                </c:pt>
                <c:pt idx="450">
                  <c:v>0.00310764770427</c:v>
                </c:pt>
                <c:pt idx="451">
                  <c:v>0.00322976514574</c:v>
                </c:pt>
                <c:pt idx="452">
                  <c:v>0.00336103623117</c:v>
                </c:pt>
                <c:pt idx="453">
                  <c:v>0.00350183819892</c:v>
                </c:pt>
                <c:pt idx="454">
                  <c:v>0.00365260395668</c:v>
                </c:pt>
                <c:pt idx="455">
                  <c:v>0.00381378432819</c:v>
                </c:pt>
                <c:pt idx="456">
                  <c:v>0.00398582051741</c:v>
                </c:pt>
                <c:pt idx="457">
                  <c:v>0.00416911370024</c:v>
                </c:pt>
                <c:pt idx="458">
                  <c:v>0.0043640206777</c:v>
                </c:pt>
                <c:pt idx="459">
                  <c:v>0.00457085270685</c:v>
                </c:pt>
                <c:pt idx="460">
                  <c:v>0.00478988028882</c:v>
                </c:pt>
                <c:pt idx="461">
                  <c:v>0.00502134522145</c:v>
                </c:pt>
                <c:pt idx="462">
                  <c:v>0.00526545658245</c:v>
                </c:pt>
                <c:pt idx="463">
                  <c:v>0.00552238911637</c:v>
                </c:pt>
                <c:pt idx="464">
                  <c:v>0.00579226488831</c:v>
                </c:pt>
                <c:pt idx="465">
                  <c:v>0.0060751356363</c:v>
                </c:pt>
                <c:pt idx="466">
                  <c:v>0.00637096623071</c:v>
                </c:pt>
                <c:pt idx="467">
                  <c:v>0.00667962338426</c:v>
                </c:pt>
                <c:pt idx="468">
                  <c:v>0.00700087394394</c:v>
                </c:pt>
                <c:pt idx="469">
                  <c:v>0.00733439185396</c:v>
                </c:pt>
                <c:pt idx="470">
                  <c:v>0.00767977021754</c:v>
                </c:pt>
                <c:pt idx="471">
                  <c:v>0.00803654184026</c:v>
                </c:pt>
                <c:pt idx="472">
                  <c:v>0.00840420066389</c:v>
                </c:pt>
                <c:pt idx="473">
                  <c:v>0.00878223201744</c:v>
                </c:pt>
                <c:pt idx="474">
                  <c:v>0.0091701353084</c:v>
                </c:pt>
                <c:pt idx="475">
                  <c:v>0.00956745109495</c:v>
                </c:pt>
                <c:pt idx="476">
                  <c:v>0.00997377026877</c:v>
                </c:pt>
                <c:pt idx="477">
                  <c:v>0.0103887432395</c:v>
                </c:pt>
                <c:pt idx="478">
                  <c:v>0.0108120733372</c:v>
                </c:pt>
                <c:pt idx="479">
                  <c:v>0.0112435132001</c:v>
                </c:pt>
                <c:pt idx="480">
                  <c:v>0.0116828528999</c:v>
                </c:pt>
                <c:pt idx="481">
                  <c:v>0.0121299153974</c:v>
                </c:pt>
                <c:pt idx="482">
                  <c:v>0.0125845429301</c:v>
                </c:pt>
                <c:pt idx="483">
                  <c:v>0.0130465934667</c:v>
                </c:pt>
                <c:pt idx="484">
                  <c:v>0.0135159214989</c:v>
                </c:pt>
                <c:pt idx="485">
                  <c:v>0.013992369996</c:v>
                </c:pt>
                <c:pt idx="486">
                  <c:v>0.0144757478432</c:v>
                </c:pt>
                <c:pt idx="487">
                  <c:v>0.0149658197015</c:v>
                </c:pt>
                <c:pt idx="488">
                  <c:v>0.0154622918423</c:v>
                </c:pt>
                <c:pt idx="489">
                  <c:v>0.0159648092933</c:v>
                </c:pt>
                <c:pt idx="490">
                  <c:v>0.0164729582123</c:v>
                </c:pt>
                <c:pt idx="491">
                  <c:v>0.0169862750019</c:v>
                </c:pt>
                <c:pt idx="492">
                  <c:v>0.0175042640445</c:v>
                </c:pt>
                <c:pt idx="493">
                  <c:v>0.0180264160013</c:v>
                </c:pt>
                <c:pt idx="494">
                  <c:v>0.0185522349271</c:v>
                </c:pt>
                <c:pt idx="495">
                  <c:v>0.0190812607609</c:v>
                </c:pt>
                <c:pt idx="496">
                  <c:v>0.0196130966695</c:v>
                </c:pt>
                <c:pt idx="497">
                  <c:v>0.0201474266572</c:v>
                </c:pt>
                <c:pt idx="498">
                  <c:v>0.0206840317044</c:v>
                </c:pt>
                <c:pt idx="499">
                  <c:v>0.0212227930338</c:v>
                </c:pt>
                <c:pt idx="500">
                  <c:v>0.0217636909145</c:v>
                </c:pt>
                <c:pt idx="501">
                  <c:v>0.0223067916653</c:v>
                </c:pt>
                <c:pt idx="502">
                  <c:v>0.0228522307945</c:v>
                </c:pt>
                <c:pt idx="503">
                  <c:v>0.023400188428</c:v>
                </c:pt>
                <c:pt idx="504">
                  <c:v>0.023950862739</c:v>
                </c:pt>
                <c:pt idx="505">
                  <c:v>0.0245044415994</c:v>
                </c:pt>
                <c:pt idx="506">
                  <c:v>0.0250610754996</c:v>
                </c:pt>
                <c:pt idx="507">
                  <c:v>0.0256208548334</c:v>
                </c:pt>
                <c:pt idx="508">
                  <c:v>0.0261837906126</c:v>
                </c:pt>
                <c:pt idx="509">
                  <c:v>0.0267498041737</c:v>
                </c:pt>
                <c:pt idx="510">
                  <c:v>0.0273187229946</c:v>
                </c:pt>
                <c:pt idx="511">
                  <c:v>0.0278902873388</c:v>
                </c:pt>
                <c:pt idx="512">
                  <c:v>0.0284641619709</c:v>
                </c:pt>
                <c:pt idx="513">
                  <c:v>0.0290399573955</c:v>
                </c:pt>
                <c:pt idx="514">
                  <c:v>0.0296172532253</c:v>
                </c:pt>
                <c:pt idx="515">
                  <c:v>0.030195629105</c:v>
                </c:pt>
                <c:pt idx="516">
                  <c:v>0.0307746902036</c:v>
                </c:pt>
                <c:pt idx="517">
                  <c:v>0.0313540959676</c:v>
                </c:pt>
                <c:pt idx="518">
                  <c:v>0.0319335783472</c:v>
                </c:pt>
                <c:pt idx="519">
                  <c:v>0.0325129604731</c:v>
                </c:pt>
                <c:pt idx="520">
                  <c:v>0.0330921600036</c:v>
                </c:pt>
                <c:pt idx="521">
                  <c:v>0.0336711921901</c:v>
                </c:pt>
                <c:pt idx="522">
                  <c:v>0.0342501561013</c:v>
                </c:pt>
                <c:pt idx="523">
                  <c:v>0.0348292218198</c:v>
                </c:pt>
                <c:pt idx="524">
                  <c:v>0.0354086039959</c:v>
                </c:pt>
                <c:pt idx="525">
                  <c:v>0.0359885399082</c:v>
                </c:pt>
                <c:pt idx="526">
                  <c:v>0.036569259706</c:v>
                </c:pt>
                <c:pt idx="527">
                  <c:v>0.037150963877</c:v>
                </c:pt>
                <c:pt idx="528">
                  <c:v>0.0377338005316</c:v>
                </c:pt>
                <c:pt idx="529">
                  <c:v>0.038317850609</c:v>
                </c:pt>
                <c:pt idx="530">
                  <c:v>0.0389031207604</c:v>
                </c:pt>
                <c:pt idx="531">
                  <c:v>0.0394895408367</c:v>
                </c:pt>
                <c:pt idx="532">
                  <c:v>0.0400769751473</c:v>
                </c:pt>
                <c:pt idx="533">
                  <c:v>0.0406652313845</c:v>
                </c:pt>
                <c:pt idx="534">
                  <c:v>0.0412540870578</c:v>
                </c:pt>
                <c:pt idx="535">
                  <c:v>0.0418433055564</c:v>
                </c:pt>
                <c:pt idx="536">
                  <c:v>0.0424326705528</c:v>
                </c:pt>
                <c:pt idx="537">
                  <c:v>0.0430220019151</c:v>
                </c:pt>
                <c:pt idx="538">
                  <c:v>0.0436111880146</c:v>
                </c:pt>
                <c:pt idx="539">
                  <c:v>0.0442001938186</c:v>
                </c:pt>
                <c:pt idx="540">
                  <c:v>0.0447890818401</c:v>
                </c:pt>
                <c:pt idx="541">
                  <c:v>0.0453780078421</c:v>
                </c:pt>
                <c:pt idx="542">
                  <c:v>0.0459672265095</c:v>
                </c:pt>
                <c:pt idx="543">
                  <c:v>0.0465570775223</c:v>
                </c:pt>
                <c:pt idx="544">
                  <c:v>0.0471479764304</c:v>
                </c:pt>
                <c:pt idx="545">
                  <c:v>0.0477403945959</c:v>
                </c:pt>
                <c:pt idx="546">
                  <c:v>0.0483348390887</c:v>
                </c:pt>
                <c:pt idx="547">
                  <c:v>0.048931830564</c:v>
                </c:pt>
                <c:pt idx="548">
                  <c:v>0.0495318799717</c:v>
                </c:pt>
                <c:pt idx="549">
                  <c:v>0.0501354737813</c:v>
                </c:pt>
                <c:pt idx="550">
                  <c:v>0.0507430566495</c:v>
                </c:pt>
                <c:pt idx="551">
                  <c:v>0.0513550284635</c:v>
                </c:pt>
                <c:pt idx="552">
                  <c:v>0.0519717320333</c:v>
                </c:pt>
                <c:pt idx="553">
                  <c:v>0.0525934368868</c:v>
                </c:pt>
                <c:pt idx="554">
                  <c:v>0.0532202603713</c:v>
                </c:pt>
                <c:pt idx="555">
                  <c:v>0.0538520509619</c:v>
                </c:pt>
                <c:pt idx="556">
                  <c:v>0.0544881970939</c:v>
                </c:pt>
                <c:pt idx="557">
                  <c:v>0.0551275068847</c:v>
                </c:pt>
                <c:pt idx="558">
                  <c:v>0.0557681341081</c:v>
                </c:pt>
                <c:pt idx="559">
                  <c:v>0.0564073774977</c:v>
                </c:pt>
                <c:pt idx="560">
                  <c:v>0.0570424047889</c:v>
                </c:pt>
                <c:pt idx="561">
                  <c:v>0.0576723870532</c:v>
                </c:pt>
                <c:pt idx="562">
                  <c:v>0.0582980515284</c:v>
                </c:pt>
                <c:pt idx="563">
                  <c:v>0.0589206110646</c:v>
                </c:pt>
                <c:pt idx="564">
                  <c:v>0.0595388637167</c:v>
                </c:pt>
                <c:pt idx="565">
                  <c:v>0.0601464969761</c:v>
                </c:pt>
                <c:pt idx="566">
                  <c:v>0.060733738815</c:v>
                </c:pt>
                <c:pt idx="567">
                  <c:v>0.0612917577408</c:v>
                </c:pt>
                <c:pt idx="568">
                  <c:v>0.0618155768421</c:v>
                </c:pt>
                <c:pt idx="569">
                  <c:v>0.0623084248203</c:v>
                </c:pt>
                <c:pt idx="570">
                  <c:v>0.0627802543943</c:v>
                </c:pt>
                <c:pt idx="571">
                  <c:v>0.0632487349736</c:v>
                </c:pt>
                <c:pt idx="572">
                  <c:v>0.0637402741643</c:v>
                </c:pt>
                <c:pt idx="573">
                  <c:v>0.0642693154602</c:v>
                </c:pt>
                <c:pt idx="574">
                  <c:v>0.0648311544111</c:v>
                </c:pt>
                <c:pt idx="575">
                  <c:v>0.065397341266</c:v>
                </c:pt>
                <c:pt idx="576">
                  <c:v>0.065943393416</c:v>
                </c:pt>
                <c:pt idx="577">
                  <c:v>0.0664641480602</c:v>
                </c:pt>
                <c:pt idx="578">
                  <c:v>0.0669711548108</c:v>
                </c:pt>
                <c:pt idx="579">
                  <c:v>0.0674777897171</c:v>
                </c:pt>
                <c:pt idx="580">
                  <c:v>0.0679906316737</c:v>
                </c:pt>
                <c:pt idx="581">
                  <c:v>0.0685098622439</c:v>
                </c:pt>
                <c:pt idx="582">
                  <c:v>0.0690327532238</c:v>
                </c:pt>
                <c:pt idx="583">
                  <c:v>0.0695568481843</c:v>
                </c:pt>
                <c:pt idx="584">
                  <c:v>0.070080835623</c:v>
                </c:pt>
                <c:pt idx="585">
                  <c:v>0.0706046031081</c:v>
                </c:pt>
                <c:pt idx="586">
                  <c:v>0.0711285793324</c:v>
                </c:pt>
                <c:pt idx="587">
                  <c:v>0.0716533238917</c:v>
                </c:pt>
                <c:pt idx="588">
                  <c:v>0.0721794530554</c:v>
                </c:pt>
                <c:pt idx="589">
                  <c:v>0.0727077060453</c:v>
                </c:pt>
                <c:pt idx="590">
                  <c:v>0.0732388185635</c:v>
                </c:pt>
                <c:pt idx="591">
                  <c:v>0.0737732743821</c:v>
                </c:pt>
                <c:pt idx="592">
                  <c:v>0.0743110077309</c:v>
                </c:pt>
                <c:pt idx="593">
                  <c:v>0.074852115221</c:v>
                </c:pt>
                <c:pt idx="594">
                  <c:v>0.0753952407747</c:v>
                </c:pt>
                <c:pt idx="595">
                  <c:v>0.0759376159068</c:v>
                </c:pt>
                <c:pt idx="596">
                  <c:v>0.0764763438657</c:v>
                </c:pt>
                <c:pt idx="597">
                  <c:v>0.0770083069406</c:v>
                </c:pt>
                <c:pt idx="598">
                  <c:v>0.0775308708092</c:v>
                </c:pt>
                <c:pt idx="599">
                  <c:v>0.078042614591</c:v>
                </c:pt>
                <c:pt idx="600">
                  <c:v>0.0785439348318</c:v>
                </c:pt>
                <c:pt idx="601">
                  <c:v>0.0790367469818</c:v>
                </c:pt>
                <c:pt idx="602">
                  <c:v>0.0795235658442</c:v>
                </c:pt>
                <c:pt idx="603">
                  <c:v>0.0800067649997</c:v>
                </c:pt>
                <c:pt idx="604">
                  <c:v>0.080488241211</c:v>
                </c:pt>
                <c:pt idx="605">
                  <c:v>0.0809693715349</c:v>
                </c:pt>
                <c:pt idx="606">
                  <c:v>0.0814511062233</c:v>
                </c:pt>
                <c:pt idx="607">
                  <c:v>0.0819340482323</c:v>
                </c:pt>
                <c:pt idx="608">
                  <c:v>0.0824186294004</c:v>
                </c:pt>
                <c:pt idx="609">
                  <c:v>0.082905248299</c:v>
                </c:pt>
                <c:pt idx="610">
                  <c:v>0.0833943087717</c:v>
                </c:pt>
                <c:pt idx="611">
                  <c:v>0.0838860963698</c:v>
                </c:pt>
                <c:pt idx="612">
                  <c:v>0.0843806821059</c:v>
                </c:pt>
                <c:pt idx="613">
                  <c:v>0.0848777380179</c:v>
                </c:pt>
                <c:pt idx="614">
                  <c:v>0.0853765773417</c:v>
                </c:pt>
                <c:pt idx="615">
                  <c:v>0.0858762182149</c:v>
                </c:pt>
              </c:numCache>
            </c:numRef>
          </c:yVal>
          <c:smooth val="0"/>
        </c:ser>
        <c:ser>
          <c:idx val="1"/>
          <c:order val="1"/>
          <c:tx>
            <c:v>C0</c:v>
          </c:tx>
          <c:spPr>
            <a:ln w="20955">
              <a:solidFill>
                <a:srgbClr val="B97842"/>
              </a:solidFill>
              <a:prstDash val="dashDot"/>
            </a:ln>
          </c:spPr>
          <c:marker>
            <c:symbol val="none"/>
            <c:size val="7"/>
            <c:spPr>
              <a:solidFill>
                <a:srgbClr val="B97842"/>
              </a:solidFill>
            </c:spPr>
          </c:marker>
          <c:xVal>
            <c:numRef>
              <c:f>'Chart Data'!$C$2:$C$617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Data'!$D$2:$D$617</c:f>
              <c:numCache>
                <c:formatCode>0.0</c:formatCode>
                <c:ptCount val="6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5.55111512313e-17</c:v>
                </c:pt>
                <c:pt idx="24">
                  <c:v>4.99600361081e-16</c:v>
                </c:pt>
                <c:pt idx="25">
                  <c:v>1.94289029309e-15</c:v>
                </c:pt>
                <c:pt idx="26">
                  <c:v>6.66133814775e-15</c:v>
                </c:pt>
                <c:pt idx="27">
                  <c:v>2.05391259556e-14</c:v>
                </c:pt>
                <c:pt idx="28">
                  <c:v>5.82311976415e-14</c:v>
                </c:pt>
                <c:pt idx="29">
                  <c:v>1.53876911213e-13</c:v>
                </c:pt>
                <c:pt idx="30">
                  <c:v>3.81694675864e-13</c:v>
                </c:pt>
                <c:pt idx="31">
                  <c:v>8.9356300136e-13</c:v>
                </c:pt>
                <c:pt idx="32">
                  <c:v>1.98274729963e-12</c:v>
                </c:pt>
                <c:pt idx="33">
                  <c:v>4.18459711308e-12</c:v>
                </c:pt>
                <c:pt idx="34">
                  <c:v>8.42742542346e-12</c:v>
                </c:pt>
                <c:pt idx="35">
                  <c:v>1.62502233867e-11</c:v>
                </c:pt>
                <c:pt idx="36">
                  <c:v>3.01158542469e-11</c:v>
                </c:pt>
                <c:pt idx="37">
                  <c:v>5.38689648205e-11</c:v>
                </c:pt>
                <c:pt idx="38">
                  <c:v>9.34163856703e-11</c:v>
                </c:pt>
                <c:pt idx="39">
                  <c:v>1.57744039869e-10</c:v>
                </c:pt>
                <c:pt idx="40">
                  <c:v>2.60416410181e-10</c:v>
                </c:pt>
                <c:pt idx="41">
                  <c:v>4.21736366846e-10</c:v>
                </c:pt>
                <c:pt idx="42">
                  <c:v>6.71775965229e-10</c:v>
                </c:pt>
                <c:pt idx="43">
                  <c:v>1.05452029733e-09</c:v>
                </c:pt>
                <c:pt idx="44">
                  <c:v>1.63340234128e-09</c:v>
                </c:pt>
                <c:pt idx="45">
                  <c:v>2.49852806896e-09</c:v>
                </c:pt>
                <c:pt idx="46">
                  <c:v>3.77590966776e-09</c:v>
                </c:pt>
                <c:pt idx="47">
                  <c:v>5.63895117974e-09</c:v>
                </c:pt>
                <c:pt idx="48">
                  <c:v>8.32236380266e-09</c:v>
                </c:pt>
                <c:pt idx="49">
                  <c:v>1.21384895885e-08</c:v>
                </c:pt>
                <c:pt idx="50">
                  <c:v>1.74958092132e-08</c:v>
                </c:pt>
                <c:pt idx="51">
                  <c:v>2.49192505047e-08</c:v>
                </c:pt>
                <c:pt idx="52">
                  <c:v>3.50715998889e-08</c:v>
                </c:pt>
                <c:pt idx="53">
                  <c:v>4.87753408908e-08</c:v>
                </c:pt>
                <c:pt idx="54">
                  <c:v>6.70339850912e-08</c:v>
                </c:pt>
                <c:pt idx="55">
                  <c:v>9.10522349928e-08</c:v>
                </c:pt>
                <c:pt idx="56">
                  <c:v>1.22254612516e-07</c:v>
                </c:pt>
                <c:pt idx="57">
                  <c:v>1.62302787301e-07</c:v>
                </c:pt>
                <c:pt idx="58">
                  <c:v>2.13112547591e-07</c:v>
                </c:pt>
                <c:pt idx="59">
                  <c:v>2.76871727044e-07</c:v>
                </c:pt>
                <c:pt idx="60">
                  <c:v>3.56060013634e-07</c:v>
                </c:pt>
                <c:pt idx="61">
                  <c:v>4.53470949505e-07</c:v>
                </c:pt>
                <c:pt idx="62">
                  <c:v>5.72234564803e-07</c:v>
                </c:pt>
                <c:pt idx="63">
                  <c:v>7.15838861854e-07</c:v>
                </c:pt>
                <c:pt idx="64">
                  <c:v>8.88146180428e-07</c:v>
                </c:pt>
                <c:pt idx="65">
                  <c:v>1.09340267642e-06</c:v>
                </c:pt>
                <c:pt idx="66">
                  <c:v>1.33623663119e-06</c:v>
                </c:pt>
                <c:pt idx="67">
                  <c:v>1.62164579459e-06</c:v>
                </c:pt>
                <c:pt idx="68">
                  <c:v>1.95497108988e-06</c:v>
                </c:pt>
                <c:pt idx="69">
                  <c:v>2.34185941243e-06</c:v>
                </c:pt>
                <c:pt idx="70">
                  <c:v>2.7882149527e-06</c:v>
                </c:pt>
                <c:pt idx="71">
                  <c:v>3.30014465231e-06</c:v>
                </c:pt>
                <c:pt idx="72">
                  <c:v>3.88389755937e-06</c:v>
                </c:pt>
                <c:pt idx="73">
                  <c:v>4.54580765699e-06</c:v>
                </c:pt>
                <c:pt idx="74">
                  <c:v>5.29223720879e-06</c:v>
                </c:pt>
                <c:pt idx="75">
                  <c:v>6.12953312559e-06</c:v>
                </c:pt>
                <c:pt idx="76">
                  <c:v>7.06399008085e-06</c:v>
                </c:pt>
                <c:pt idx="77">
                  <c:v>8.10183184907e-06</c:v>
                </c:pt>
                <c:pt idx="78">
                  <c:v>9.2492043162e-06</c:v>
                </c:pt>
                <c:pt idx="79">
                  <c:v>1.05121859037e-05</c:v>
                </c:pt>
                <c:pt idx="80">
                  <c:v>1.18968109727e-05</c:v>
                </c:pt>
                <c:pt idx="81">
                  <c:v>1.34091034198e-05</c:v>
                </c:pt>
                <c:pt idx="82">
                  <c:v>1.5055118276e-05</c:v>
                </c:pt>
                <c:pt idx="83">
                  <c:v>1.6840979825e-05</c:v>
                </c:pt>
                <c:pt idx="84">
                  <c:v>1.87729178324e-05</c:v>
                </c:pt>
                <c:pt idx="85">
                  <c:v>2.08572854371e-05</c:v>
                </c:pt>
                <c:pt idx="86">
                  <c:v>2.31005641289e-05</c:v>
                </c:pt>
                <c:pt idx="87">
                  <c:v>2.5509339427e-05</c:v>
                </c:pt>
                <c:pt idx="88">
                  <c:v>2.80902559088e-05</c:v>
                </c:pt>
                <c:pt idx="89">
                  <c:v>3.08499399812e-05</c:v>
                </c:pt>
                <c:pt idx="90">
                  <c:v>3.37949040733e-05</c:v>
                </c:pt>
                <c:pt idx="91">
                  <c:v>3.69314276354e-05</c:v>
                </c:pt>
                <c:pt idx="92">
                  <c:v>4.0265432441e-05</c:v>
                </c:pt>
                <c:pt idx="93">
                  <c:v>4.38023537352e-05</c:v>
                </c:pt>
                <c:pt idx="94">
                  <c:v>4.75470231372e-05</c:v>
                </c:pt>
                <c:pt idx="95">
                  <c:v>5.1503569765e-05</c:v>
                </c:pt>
                <c:pt idx="96">
                  <c:v>5.56753477831e-05</c:v>
                </c:pt>
                <c:pt idx="97">
                  <c:v>6.0064899099e-05</c:v>
                </c:pt>
                <c:pt idx="98">
                  <c:v>6.46739493047e-05</c:v>
                </c:pt>
                <c:pt idx="99">
                  <c:v>6.95034447923e-05</c:v>
                </c:pt>
                <c:pt idx="100">
                  <c:v>7.45536191553e-05</c:v>
                </c:pt>
                <c:pt idx="101">
                  <c:v>7.98240952238e-05</c:v>
                </c:pt>
                <c:pt idx="102">
                  <c:v>8.5314001772e-05</c:v>
                </c:pt>
                <c:pt idx="103">
                  <c:v>9.10221125699e-05</c:v>
                </c:pt>
                <c:pt idx="104">
                  <c:v>9.69469783662e-05</c:v>
                </c:pt>
                <c:pt idx="105">
                  <c:v>0.000103087065955</c:v>
                </c:pt>
                <c:pt idx="106">
                  <c:v>0.000109440865647</c:v>
                </c:pt>
                <c:pt idx="107">
                  <c:v>0.000116006993523</c:v>
                </c:pt>
                <c:pt idx="108">
                  <c:v>0.000122784240692</c:v>
                </c:pt>
                <c:pt idx="109">
                  <c:v>0.000129771612696</c:v>
                </c:pt>
                <c:pt idx="110">
                  <c:v>0.000136968303855</c:v>
                </c:pt>
                <c:pt idx="111">
                  <c:v>0.000144373668182</c:v>
                </c:pt>
                <c:pt idx="112">
                  <c:v>0.000151987125577</c:v>
                </c:pt>
                <c:pt idx="113">
                  <c:v>0.000159808079449</c:v>
                </c:pt>
                <c:pt idx="114">
                  <c:v>0.000167835786734</c:v>
                </c:pt>
                <c:pt idx="115">
                  <c:v>0.000176069261177</c:v>
                </c:pt>
                <c:pt idx="116">
                  <c:v>0.000184507154998</c:v>
                </c:pt>
                <c:pt idx="117">
                  <c:v>0.000193147686744</c:v>
                </c:pt>
                <c:pt idx="118">
                  <c:v>0.000201988577766</c:v>
                </c:pt>
                <c:pt idx="119">
                  <c:v>0.000211027032621</c:v>
                </c:pt>
                <c:pt idx="120">
                  <c:v>0.000220259757956</c:v>
                </c:pt>
                <c:pt idx="121">
                  <c:v>0.000229683000032</c:v>
                </c:pt>
                <c:pt idx="122">
                  <c:v>0.000239292644356</c:v>
                </c:pt>
                <c:pt idx="123">
                  <c:v>0.000249084285881</c:v>
                </c:pt>
                <c:pt idx="124">
                  <c:v>0.00025905338167</c:v>
                </c:pt>
                <c:pt idx="125">
                  <c:v>0.000269195318084</c:v>
                </c:pt>
                <c:pt idx="126">
                  <c:v>0.000279505572656</c:v>
                </c:pt>
                <c:pt idx="127">
                  <c:v>0.000289980452301</c:v>
                </c:pt>
                <c:pt idx="128">
                  <c:v>0.000300618348792</c:v>
                </c:pt>
                <c:pt idx="129">
                  <c:v>0.00031141699588</c:v>
                </c:pt>
                <c:pt idx="130">
                  <c:v>0.000322374451038</c:v>
                </c:pt>
                <c:pt idx="131">
                  <c:v>0.00033348899647</c:v>
                </c:pt>
                <c:pt idx="132">
                  <c:v>0.000344759104842</c:v>
                </c:pt>
                <c:pt idx="133">
                  <c:v>0.000356183266697</c:v>
                </c:pt>
                <c:pt idx="134">
                  <c:v>0.000367759855658</c:v>
                </c:pt>
                <c:pt idx="135">
                  <c:v>0.0003794869148</c:v>
                </c:pt>
                <c:pt idx="136">
                  <c:v>0.000391361946344</c:v>
                </c:pt>
                <c:pt idx="137">
                  <c:v>0.000403381688128</c:v>
                </c:pt>
                <c:pt idx="138">
                  <c:v>0.000415541884391</c:v>
                </c:pt>
                <c:pt idx="139">
                  <c:v>0.000427837121913</c:v>
                </c:pt>
                <c:pt idx="140">
                  <c:v>0.000440260654395</c:v>
                </c:pt>
                <c:pt idx="141">
                  <c:v>0.000452804358337</c:v>
                </c:pt>
                <c:pt idx="142">
                  <c:v>0.000465458590711</c:v>
                </c:pt>
                <c:pt idx="143">
                  <c:v>0.000478212023069</c:v>
                </c:pt>
                <c:pt idx="144">
                  <c:v>0.000491050927417</c:v>
                </c:pt>
                <c:pt idx="145">
                  <c:v>0.0005039581355</c:v>
                </c:pt>
                <c:pt idx="146">
                  <c:v>0.000516911349704</c:v>
                </c:pt>
                <c:pt idx="147">
                  <c:v>0.000529882145161</c:v>
                </c:pt>
                <c:pt idx="148">
                  <c:v>0.000542835438703</c:v>
                </c:pt>
                <c:pt idx="149">
                  <c:v>0.000555727579288</c:v>
                </c:pt>
                <c:pt idx="150">
                  <c:v>0.000568513103027</c:v>
                </c:pt>
                <c:pt idx="151">
                  <c:v>0.000581166340993</c:v>
                </c:pt>
                <c:pt idx="152">
                  <c:v>0.0005936790343</c:v>
                </c:pt>
                <c:pt idx="153">
                  <c:v>0.000606051340079</c:v>
                </c:pt>
                <c:pt idx="154">
                  <c:v>0.000618263258326</c:v>
                </c:pt>
                <c:pt idx="155">
                  <c:v>0.000630245870122</c:v>
                </c:pt>
                <c:pt idx="156">
                  <c:v>0.000641896075218</c:v>
                </c:pt>
                <c:pt idx="157">
                  <c:v>0.000653122014345</c:v>
                </c:pt>
                <c:pt idx="158">
                  <c:v>0.000663875361791</c:v>
                </c:pt>
                <c:pt idx="159">
                  <c:v>0.000674199697189</c:v>
                </c:pt>
                <c:pt idx="160">
                  <c:v>0.000684217158329</c:v>
                </c:pt>
                <c:pt idx="161">
                  <c:v>0.000694139363022</c:v>
                </c:pt>
                <c:pt idx="162">
                  <c:v>0.000704281013997</c:v>
                </c:pt>
                <c:pt idx="163">
                  <c:v>0.000714835328181</c:v>
                </c:pt>
                <c:pt idx="164">
                  <c:v>0.000725785901456</c:v>
                </c:pt>
                <c:pt idx="165">
                  <c:v>0.000736842611594</c:v>
                </c:pt>
                <c:pt idx="166">
                  <c:v>0.000747739408998</c:v>
                </c:pt>
                <c:pt idx="167">
                  <c:v>0.000758412856296</c:v>
                </c:pt>
                <c:pt idx="168">
                  <c:v>0.000768986195798</c:v>
                </c:pt>
                <c:pt idx="169">
                  <c:v>0.000779608559352</c:v>
                </c:pt>
                <c:pt idx="170">
                  <c:v>0.000790355457774</c:v>
                </c:pt>
                <c:pt idx="171">
                  <c:v>0.000801229353513</c:v>
                </c:pt>
                <c:pt idx="172">
                  <c:v>0.000812197479563</c:v>
                </c:pt>
                <c:pt idx="173">
                  <c:v>0.00082322834291</c:v>
                </c:pt>
                <c:pt idx="174">
                  <c:v>0.000834302764509</c:v>
                </c:pt>
                <c:pt idx="175">
                  <c:v>0.000845415504908</c:v>
                </c:pt>
                <c:pt idx="176">
                  <c:v>0.000856568110351</c:v>
                </c:pt>
                <c:pt idx="177">
                  <c:v>0.000867763986258</c:v>
                </c:pt>
                <c:pt idx="178">
                  <c:v>0.000879007056559</c:v>
                </c:pt>
                <c:pt idx="179">
                  <c:v>0.000890302114254</c:v>
                </c:pt>
                <c:pt idx="180">
                  <c:v>0.000901653139931</c:v>
                </c:pt>
                <c:pt idx="181">
                  <c:v>0.000913060566093</c:v>
                </c:pt>
                <c:pt idx="182">
                  <c:v>0.00092451827896</c:v>
                </c:pt>
                <c:pt idx="183">
                  <c:v>0.000936023430282</c:v>
                </c:pt>
                <c:pt idx="184">
                  <c:v>0.000947557700556</c:v>
                </c:pt>
                <c:pt idx="185">
                  <c:v>0.000959087608354</c:v>
                </c:pt>
                <c:pt idx="186">
                  <c:v>0.00097057991915</c:v>
                </c:pt>
                <c:pt idx="187">
                  <c:v>0.000981999901616</c:v>
                </c:pt>
                <c:pt idx="188">
                  <c:v>0.000993319016946</c:v>
                </c:pt>
                <c:pt idx="189">
                  <c:v>0.00100452318909</c:v>
                </c:pt>
                <c:pt idx="190">
                  <c:v>0.00101562023885</c:v>
                </c:pt>
                <c:pt idx="191">
                  <c:v>0.00102663646548</c:v>
                </c:pt>
                <c:pt idx="192">
                  <c:v>0.00103760532945</c:v>
                </c:pt>
                <c:pt idx="193">
                  <c:v>0.00104855819128</c:v>
                </c:pt>
                <c:pt idx="194">
                  <c:v>0.00105952010357</c:v>
                </c:pt>
                <c:pt idx="195">
                  <c:v>0.00107050930512</c:v>
                </c:pt>
                <c:pt idx="196">
                  <c:v>0.00108153842469</c:v>
                </c:pt>
                <c:pt idx="197">
                  <c:v>0.00109261545832</c:v>
                </c:pt>
                <c:pt idx="198">
                  <c:v>0.00110374598589</c:v>
                </c:pt>
                <c:pt idx="199">
                  <c:v>0.00111493493639</c:v>
                </c:pt>
                <c:pt idx="200">
                  <c:v>0.00112618710142</c:v>
                </c:pt>
                <c:pt idx="201">
                  <c:v>0.00113750550749</c:v>
                </c:pt>
                <c:pt idx="202">
                  <c:v>0.00114889013889</c:v>
                </c:pt>
                <c:pt idx="203">
                  <c:v>0.00116033549019</c:v>
                </c:pt>
                <c:pt idx="204">
                  <c:v>0.00117183114451</c:v>
                </c:pt>
                <c:pt idx="205">
                  <c:v>0.00118336276267</c:v>
                </c:pt>
                <c:pt idx="206">
                  <c:v>0.00119491276243</c:v>
                </c:pt>
                <c:pt idx="207">
                  <c:v>0.00120646207303</c:v>
                </c:pt>
                <c:pt idx="208">
                  <c:v>0.00121799086087</c:v>
                </c:pt>
                <c:pt idx="209">
                  <c:v>0.00122948085669</c:v>
                </c:pt>
                <c:pt idx="210">
                  <c:v>0.00124091862677</c:v>
                </c:pt>
                <c:pt idx="211">
                  <c:v>0.00125229764542</c:v>
                </c:pt>
                <c:pt idx="212">
                  <c:v>0.00126361915948</c:v>
                </c:pt>
                <c:pt idx="213">
                  <c:v>0.00127489158944</c:v>
                </c:pt>
                <c:pt idx="214">
                  <c:v>0.00128612903111</c:v>
                </c:pt>
                <c:pt idx="215">
                  <c:v>0.00129734899077</c:v>
                </c:pt>
                <c:pt idx="216">
                  <c:v>0.00130857003081</c:v>
                </c:pt>
                <c:pt idx="217">
                  <c:v>0.00131980971393</c:v>
                </c:pt>
                <c:pt idx="218">
                  <c:v>0.00133108319056</c:v>
                </c:pt>
                <c:pt idx="219">
                  <c:v>0.00134240226902</c:v>
                </c:pt>
                <c:pt idx="220">
                  <c:v>0.00135377507653</c:v>
                </c:pt>
                <c:pt idx="221">
                  <c:v>0.00136520605502</c:v>
                </c:pt>
                <c:pt idx="222">
                  <c:v>0.00137669619943</c:v>
                </c:pt>
                <c:pt idx="223">
                  <c:v>0.00138824324953</c:v>
                </c:pt>
                <c:pt idx="224">
                  <c:v>0.00139984200682</c:v>
                </c:pt>
                <c:pt idx="225">
                  <c:v>0.00141148460281</c:v>
                </c:pt>
                <c:pt idx="226">
                  <c:v>0.00142316094214</c:v>
                </c:pt>
                <c:pt idx="227">
                  <c:v>0.00143485924828</c:v>
                </c:pt>
                <c:pt idx="228">
                  <c:v>0.00144656672581</c:v>
                </c:pt>
                <c:pt idx="229">
                  <c:v>0.00145827039904</c:v>
                </c:pt>
                <c:pt idx="230">
                  <c:v>0.00146995809411</c:v>
                </c:pt>
                <c:pt idx="231">
                  <c:v>0.00148161953575</c:v>
                </c:pt>
                <c:pt idx="232">
                  <c:v>0.0014932473823</c:v>
                </c:pt>
                <c:pt idx="233">
                  <c:v>0.00150483803991</c:v>
                </c:pt>
                <c:pt idx="234">
                  <c:v>0.00151639207688</c:v>
                </c:pt>
                <c:pt idx="235">
                  <c:v>0.00152791417121</c:v>
                </c:pt>
                <c:pt idx="236">
                  <c:v>0.00153941259515</c:v>
                </c:pt>
                <c:pt idx="237">
                  <c:v>0.00155089833139</c:v>
                </c:pt>
                <c:pt idx="238">
                  <c:v>0.00156238391909</c:v>
                </c:pt>
                <c:pt idx="239">
                  <c:v>0.00157388221189</c:v>
                </c:pt>
                <c:pt idx="240">
                  <c:v>0.00158540516777</c:v>
                </c:pt>
                <c:pt idx="241">
                  <c:v>0.00159696282909</c:v>
                </c:pt>
                <c:pt idx="242">
                  <c:v>0.00160856257508</c:v>
                </c:pt>
                <c:pt idx="243">
                  <c:v>0.0016202086993</c:v>
                </c:pt>
                <c:pt idx="244">
                  <c:v>0.00163190228269</c:v>
                </c:pt>
                <c:pt idx="245">
                  <c:v>0.00164364132863</c:v>
                </c:pt>
                <c:pt idx="246">
                  <c:v>0.00165542112113</c:v>
                </c:pt>
                <c:pt idx="247">
                  <c:v>0.00166723475053</c:v>
                </c:pt>
                <c:pt idx="248">
                  <c:v>0.00167907376099</c:v>
                </c:pt>
                <c:pt idx="249">
                  <c:v>0.00169092885806</c:v>
                </c:pt>
                <c:pt idx="250">
                  <c:v>0.00170279065947</c:v>
                </c:pt>
                <c:pt idx="251">
                  <c:v>0.00171465043908</c:v>
                </c:pt>
                <c:pt idx="252">
                  <c:v>0.0017265008133</c:v>
                </c:pt>
                <c:pt idx="253">
                  <c:v>0.0017383363174</c:v>
                </c:pt>
                <c:pt idx="254">
                  <c:v>0.00175015383837</c:v>
                </c:pt>
                <c:pt idx="255">
                  <c:v>0.00176195286121</c:v>
                </c:pt>
                <c:pt idx="256">
                  <c:v>0.0017737354995</c:v>
                </c:pt>
                <c:pt idx="257">
                  <c:v>0.00178550629201</c:v>
                </c:pt>
                <c:pt idx="258">
                  <c:v>0.00179727177694</c:v>
                </c:pt>
                <c:pt idx="259">
                  <c:v>0.00180903988204</c:v>
                </c:pt>
                <c:pt idx="260">
                  <c:v>0.00182081919374</c:v>
                </c:pt>
                <c:pt idx="261">
                  <c:v>0.0018326181807</c:v>
                </c:pt>
                <c:pt idx="262">
                  <c:v>0.00184444444246</c:v>
                </c:pt>
                <c:pt idx="263">
                  <c:v>0.00185630405703</c:v>
                </c:pt>
                <c:pt idx="264">
                  <c:v>0.0018682010913</c:v>
                </c:pt>
                <c:pt idx="265">
                  <c:v>0.00188013731602</c:v>
                </c:pt>
                <c:pt idx="266">
                  <c:v>0.00189211213078</c:v>
                </c:pt>
                <c:pt idx="267">
                  <c:v>0.00190412269181</c:v>
                </c:pt>
                <c:pt idx="268">
                  <c:v>0.00191616422799</c:v>
                </c:pt>
                <c:pt idx="269">
                  <c:v>0.00192823050993</c:v>
                </c:pt>
                <c:pt idx="270">
                  <c:v>0.00194031440942</c:v>
                </c:pt>
                <c:pt idx="271">
                  <c:v>0.00195240849909</c:v>
                </c:pt>
                <c:pt idx="272">
                  <c:v>0.0019645056545</c:v>
                </c:pt>
                <c:pt idx="273">
                  <c:v>0.00197659961712</c:v>
                </c:pt>
                <c:pt idx="274">
                  <c:v>0.00198868547193</c:v>
                </c:pt>
                <c:pt idx="275">
                  <c:v>0.00200076000717</c:v>
                </c:pt>
                <c:pt idx="276">
                  <c:v>0.00201282192705</c:v>
                </c:pt>
                <c:pt idx="277">
                  <c:v>0.00202487190851</c:v>
                </c:pt>
                <c:pt idx="278">
                  <c:v>0.00203691251198</c:v>
                </c:pt>
                <c:pt idx="279">
                  <c:v>0.00204894795375</c:v>
                </c:pt>
                <c:pt idx="280">
                  <c:v>0.00206098374953</c:v>
                </c:pt>
                <c:pt idx="281">
                  <c:v>0.0020730262567</c:v>
                </c:pt>
                <c:pt idx="282">
                  <c:v>0.00208508215807</c:v>
                </c:pt>
                <c:pt idx="283">
                  <c:v>0.00209715793466</c:v>
                </c:pt>
                <c:pt idx="284">
                  <c:v>0.00210925936749</c:v>
                </c:pt>
                <c:pt idx="285">
                  <c:v>0.00212139110506</c:v>
                </c:pt>
                <c:pt idx="286">
                  <c:v>0.00213355634377</c:v>
                </c:pt>
                <c:pt idx="287">
                  <c:v>0.00214575664221</c:v>
                </c:pt>
                <c:pt idx="288">
                  <c:v>0.00215799187203</c:v>
                </c:pt>
                <c:pt idx="289">
                  <c:v>0.00217026030349</c:v>
                </c:pt>
                <c:pt idx="290">
                  <c:v>0.00218255881443</c:v>
                </c:pt>
                <c:pt idx="291">
                  <c:v>0.00219488320465</c:v>
                </c:pt>
                <c:pt idx="292">
                  <c:v>0.0022072285862</c:v>
                </c:pt>
                <c:pt idx="293">
                  <c:v>0.00221958981312</c:v>
                </c:pt>
                <c:pt idx="294">
                  <c:v>0.00223196191217</c:v>
                </c:pt>
                <c:pt idx="295">
                  <c:v>0.00224434047777</c:v>
                </c:pt>
                <c:pt idx="296">
                  <c:v>0.00225672200772</c:v>
                </c:pt>
                <c:pt idx="297">
                  <c:v>0.00226910415645</c:v>
                </c:pt>
                <c:pt idx="298">
                  <c:v>0.00228148587725</c:v>
                </c:pt>
                <c:pt idx="299">
                  <c:v>0.00229386744716</c:v>
                </c:pt>
                <c:pt idx="300">
                  <c:v>0.00230625038512</c:v>
                </c:pt>
                <c:pt idx="301">
                  <c:v>0.00231863727433</c:v>
                </c:pt>
                <c:pt idx="302">
                  <c:v>0.00233103150817</c:v>
                </c:pt>
                <c:pt idx="303">
                  <c:v>0.00234343698068</c:v>
                </c:pt>
                <c:pt idx="304">
                  <c:v>0.00235585773681</c:v>
                </c:pt>
                <c:pt idx="305">
                  <c:v>0.00236829761424</c:v>
                </c:pt>
                <c:pt idx="306">
                  <c:v>0.00238075992155</c:v>
                </c:pt>
                <c:pt idx="307">
                  <c:v>0.00239324717814</c:v>
                </c:pt>
                <c:pt idx="308">
                  <c:v>0.00240576093238</c:v>
                </c:pt>
                <c:pt idx="309">
                  <c:v>0.00241830166993</c:v>
                </c:pt>
                <c:pt idx="310">
                  <c:v>0.00243086880397</c:v>
                </c:pt>
                <c:pt idx="311">
                  <c:v>0.00244346074995</c:v>
                </c:pt>
                <c:pt idx="312">
                  <c:v>0.00245607509486</c:v>
                </c:pt>
                <c:pt idx="313">
                  <c:v>0.00246870884793</c:v>
                </c:pt>
                <c:pt idx="314">
                  <c:v>0.00248135872336</c:v>
                </c:pt>
                <c:pt idx="315">
                  <c:v>0.00249402142561</c:v>
                </c:pt>
                <c:pt idx="316">
                  <c:v>0.00250669393862</c:v>
                </c:pt>
                <c:pt idx="317">
                  <c:v>0.00251937380001</c:v>
                </c:pt>
                <c:pt idx="318">
                  <c:v>0.00253205931687</c:v>
                </c:pt>
                <c:pt idx="319">
                  <c:v>0.00254474970113</c:v>
                </c:pt>
                <c:pt idx="320">
                  <c:v>0.00255744512857</c:v>
                </c:pt>
                <c:pt idx="321">
                  <c:v>0.00257014672509</c:v>
                </c:pt>
                <c:pt idx="322">
                  <c:v>0.00258285647613</c:v>
                </c:pt>
                <c:pt idx="323">
                  <c:v>0.00259557706095</c:v>
                </c:pt>
                <c:pt idx="324">
                  <c:v>0.00260831164036</c:v>
                </c:pt>
                <c:pt idx="325">
                  <c:v>0.00262106361771</c:v>
                </c:pt>
                <c:pt idx="326">
                  <c:v>0.00263383637912</c:v>
                </c:pt>
                <c:pt idx="327">
                  <c:v>0.00264663303465</c:v>
                </c:pt>
                <c:pt idx="328">
                  <c:v>0.00265945618724</c:v>
                </c:pt>
                <c:pt idx="329">
                  <c:v>0.00267230775045</c:v>
                </c:pt>
                <c:pt idx="330">
                  <c:v>0.00268518883131</c:v>
                </c:pt>
                <c:pt idx="331">
                  <c:v>0.002698099681</c:v>
                </c:pt>
                <c:pt idx="332">
                  <c:v>0.00271103970972</c:v>
                </c:pt>
                <c:pt idx="333">
                  <c:v>0.00272400756723</c:v>
                </c:pt>
                <c:pt idx="334">
                  <c:v>0.0027370012695</c:v>
                </c:pt>
                <c:pt idx="335">
                  <c:v>0.00275001836096</c:v>
                </c:pt>
                <c:pt idx="336">
                  <c:v>0.00276305612215</c:v>
                </c:pt>
                <c:pt idx="337">
                  <c:v>0.00277611179954</c:v>
                </c:pt>
                <c:pt idx="338">
                  <c:v>0.00278918282825</c:v>
                </c:pt>
                <c:pt idx="339">
                  <c:v>0.00280226702591</c:v>
                </c:pt>
                <c:pt idx="340">
                  <c:v>0.00281536273784</c:v>
                </c:pt>
                <c:pt idx="341">
                  <c:v>0.00282846893134</c:v>
                </c:pt>
                <c:pt idx="342">
                  <c:v>0.00284158524515</c:v>
                </c:pt>
                <c:pt idx="343">
                  <c:v>0.0028547119936</c:v>
                </c:pt>
                <c:pt idx="344">
                  <c:v>0.00286785011168</c:v>
                </c:pt>
                <c:pt idx="345">
                  <c:v>0.00288100104127</c:v>
                </c:pt>
                <c:pt idx="346">
                  <c:v>0.00289416659427</c:v>
                </c:pt>
                <c:pt idx="347">
                  <c:v>0.00290734880802</c:v>
                </c:pt>
                <c:pt idx="348">
                  <c:v>0.00292054977763</c:v>
                </c:pt>
                <c:pt idx="349">
                  <c:v>0.00293377147571</c:v>
                </c:pt>
                <c:pt idx="350">
                  <c:v>0.00294701559771</c:v>
                </c:pt>
                <c:pt idx="351">
                  <c:v>0.00296028344988</c:v>
                </c:pt>
                <c:pt idx="352">
                  <c:v>0.00297357587745</c:v>
                </c:pt>
                <c:pt idx="353">
                  <c:v>0.00298689322836</c:v>
                </c:pt>
                <c:pt idx="354">
                  <c:v>0.0030002353584</c:v>
                </c:pt>
                <c:pt idx="355">
                  <c:v>0.00301360168168</c:v>
                </c:pt>
                <c:pt idx="356">
                  <c:v>0.003026991254</c:v>
                </c:pt>
                <c:pt idx="357">
                  <c:v>0.00304040287979</c:v>
                </c:pt>
                <c:pt idx="358">
                  <c:v>0.00305383524187</c:v>
                </c:pt>
                <c:pt idx="359">
                  <c:v>0.00306728704328</c:v>
                </c:pt>
                <c:pt idx="360">
                  <c:v>0.00308075713855</c:v>
                </c:pt>
                <c:pt idx="361">
                  <c:v>0.00309424464195</c:v>
                </c:pt>
                <c:pt idx="362">
                  <c:v>0.00310774901042</c:v>
                </c:pt>
                <c:pt idx="363">
                  <c:v>0.00312127010063</c:v>
                </c:pt>
                <c:pt idx="364">
                  <c:v>0.00313480818632</c:v>
                </c:pt>
                <c:pt idx="365">
                  <c:v>0.00314836393191</c:v>
                </c:pt>
                <c:pt idx="366">
                  <c:v>0.00316193834252</c:v>
                </c:pt>
                <c:pt idx="367">
                  <c:v>0.00317553269636</c:v>
                </c:pt>
                <c:pt idx="368">
                  <c:v>0.00318914844638</c:v>
                </c:pt>
                <c:pt idx="369">
                  <c:v>0.00320278709965</c:v>
                </c:pt>
                <c:pt idx="370">
                  <c:v>0.00321645009298</c:v>
                </c:pt>
                <c:pt idx="371">
                  <c:v>0.00323013867928</c:v>
                </c:pt>
                <c:pt idx="372">
                  <c:v>0.00324385383903</c:v>
                </c:pt>
                <c:pt idx="373">
                  <c:v>0.00325759622001</c:v>
                </c:pt>
                <c:pt idx="374">
                  <c:v>0.00327136609309</c:v>
                </c:pt>
                <c:pt idx="375">
                  <c:v>0.00328516332994</c:v>
                </c:pt>
                <c:pt idx="376">
                  <c:v>0.00329898741587</c:v>
                </c:pt>
                <c:pt idx="377">
                  <c:v>0.00331283749466</c:v>
                </c:pt>
                <c:pt idx="378">
                  <c:v>0.00332671245234</c:v>
                </c:pt>
                <c:pt idx="379">
                  <c:v>0.00334061102994</c:v>
                </c:pt>
                <c:pt idx="380">
                  <c:v>0.00335453192189</c:v>
                </c:pt>
                <c:pt idx="381">
                  <c:v>0.0033684738543</c:v>
                </c:pt>
                <c:pt idx="382">
                  <c:v>0.00338243567451</c:v>
                </c:pt>
                <c:pt idx="383">
                  <c:v>0.00339641645117</c:v>
                </c:pt>
                <c:pt idx="384">
                  <c:v>0.00341041554966</c:v>
                </c:pt>
                <c:pt idx="385">
                  <c:v>0.0034244326618</c:v>
                </c:pt>
                <c:pt idx="386">
                  <c:v>0.00343846782096</c:v>
                </c:pt>
                <c:pt idx="387">
                  <c:v>0.00345252141026</c:v>
                </c:pt>
                <c:pt idx="388">
                  <c:v>0.00346659413194</c:v>
                </c:pt>
                <c:pt idx="389">
                  <c:v>0.00348068693758</c:v>
                </c:pt>
                <c:pt idx="390">
                  <c:v>0.003494800945</c:v>
                </c:pt>
                <c:pt idx="391">
                  <c:v>0.00350893735575</c:v>
                </c:pt>
                <c:pt idx="392">
                  <c:v>0.00352309737916</c:v>
                </c:pt>
                <c:pt idx="393">
                  <c:v>0.00353728215974</c:v>
                </c:pt>
                <c:pt idx="394">
                  <c:v>0.00355149270542</c:v>
                </c:pt>
                <c:pt idx="395">
                  <c:v>0.00356572982509</c:v>
                </c:pt>
                <c:pt idx="396">
                  <c:v>0.00357999408732</c:v>
                </c:pt>
                <c:pt idx="397">
                  <c:v>0.00359428580675</c:v>
                </c:pt>
                <c:pt idx="398">
                  <c:v>0.00360860504761</c:v>
                </c:pt>
                <c:pt idx="399">
                  <c:v>0.00362295164074</c:v>
                </c:pt>
                <c:pt idx="400">
                  <c:v>0.00363732522351</c:v>
                </c:pt>
                <c:pt idx="401">
                  <c:v>0.00365172530073</c:v>
                </c:pt>
                <c:pt idx="402">
                  <c:v>0.00366615130723</c:v>
                </c:pt>
                <c:pt idx="403">
                  <c:v>0.0036806026632</c:v>
                </c:pt>
                <c:pt idx="404">
                  <c:v>0.00369507883165</c:v>
                </c:pt>
                <c:pt idx="405">
                  <c:v>0.00370957937777</c:v>
                </c:pt>
                <c:pt idx="406">
                  <c:v>0.00372410401349</c:v>
                </c:pt>
                <c:pt idx="407">
                  <c:v>0.0037386524478</c:v>
                </c:pt>
                <c:pt idx="408">
                  <c:v>0.00375322471586</c:v>
                </c:pt>
                <c:pt idx="409">
                  <c:v>0.00376782283996</c:v>
                </c:pt>
                <c:pt idx="410">
                  <c:v>0.0037824507497</c:v>
                </c:pt>
                <c:pt idx="411">
                  <c:v>0.00379711107905</c:v>
                </c:pt>
                <c:pt idx="412">
                  <c:v>0.00381179994905</c:v>
                </c:pt>
                <c:pt idx="413">
                  <c:v>0.00382650064666</c:v>
                </c:pt>
                <c:pt idx="414">
                  <c:v>0.00384116743827</c:v>
                </c:pt>
                <c:pt idx="415">
                  <c:v>0.00385568603681</c:v>
                </c:pt>
                <c:pt idx="416">
                  <c:v>0.00386980055687</c:v>
                </c:pt>
                <c:pt idx="417">
                  <c:v>0.00388302485248</c:v>
                </c:pt>
                <c:pt idx="418">
                  <c:v>0.00389459670349</c:v>
                </c:pt>
                <c:pt idx="419">
                  <c:v>0.00390353005219</c:v>
                </c:pt>
                <c:pt idx="420">
                  <c:v>0.00390879743204</c:v>
                </c:pt>
                <c:pt idx="421">
                  <c:v>0.00390974520546</c:v>
                </c:pt>
                <c:pt idx="422">
                  <c:v>0.00390660027914</c:v>
                </c:pt>
                <c:pt idx="423">
                  <c:v>0.0039010632208</c:v>
                </c:pt>
                <c:pt idx="424">
                  <c:v>0.00389652480899</c:v>
                </c:pt>
                <c:pt idx="425">
                  <c:v>0.0038953285056</c:v>
                </c:pt>
                <c:pt idx="426">
                  <c:v>0.00389781981475</c:v>
                </c:pt>
                <c:pt idx="427">
                  <c:v>0.00390243054933</c:v>
                </c:pt>
                <c:pt idx="428">
                  <c:v>0.00390753887607</c:v>
                </c:pt>
                <c:pt idx="429">
                  <c:v>0.00391270572223</c:v>
                </c:pt>
                <c:pt idx="430">
                  <c:v>0.00391869183661</c:v>
                </c:pt>
                <c:pt idx="431">
                  <c:v>0.00392672741153</c:v>
                </c:pt>
                <c:pt idx="432">
                  <c:v>0.00393785348893</c:v>
                </c:pt>
                <c:pt idx="433">
                  <c:v>0.00395266497492</c:v>
                </c:pt>
                <c:pt idx="434">
                  <c:v>0.0039714787194</c:v>
                </c:pt>
                <c:pt idx="435">
                  <c:v>0.00399446474899</c:v>
                </c:pt>
                <c:pt idx="436">
                  <c:v>0.00402184413154</c:v>
                </c:pt>
                <c:pt idx="437">
                  <c:v>0.00405389667783</c:v>
                </c:pt>
                <c:pt idx="438">
                  <c:v>0.00409102259577</c:v>
                </c:pt>
                <c:pt idx="439">
                  <c:v>0.00413363512723</c:v>
                </c:pt>
                <c:pt idx="440">
                  <c:v>0.00418224944333</c:v>
                </c:pt>
                <c:pt idx="441">
                  <c:v>0.00423743933838</c:v>
                </c:pt>
                <c:pt idx="442">
                  <c:v>0.00429971372346</c:v>
                </c:pt>
                <c:pt idx="443">
                  <c:v>0.00436951142108</c:v>
                </c:pt>
                <c:pt idx="444">
                  <c:v>0.0044471703139</c:v>
                </c:pt>
                <c:pt idx="445">
                  <c:v>0.00453295525691</c:v>
                </c:pt>
                <c:pt idx="446">
                  <c:v>0.00462701775756</c:v>
                </c:pt>
                <c:pt idx="447">
                  <c:v>0.00472940744304</c:v>
                </c:pt>
                <c:pt idx="448">
                  <c:v>0.0048400752738</c:v>
                </c:pt>
                <c:pt idx="449">
                  <c:v>0.0049589052844</c:v>
                </c:pt>
                <c:pt idx="450">
                  <c:v>0.00508576676345</c:v>
                </c:pt>
                <c:pt idx="451">
                  <c:v>0.00522058038488</c:v>
                </c:pt>
                <c:pt idx="452">
                  <c:v>0.00536336749826</c:v>
                </c:pt>
                <c:pt idx="453">
                  <c:v>0.0055142702464</c:v>
                </c:pt>
                <c:pt idx="454">
                  <c:v>0.0056735221404</c:v>
                </c:pt>
                <c:pt idx="455">
                  <c:v>0.00584139385552</c:v>
                </c:pt>
                <c:pt idx="456">
                  <c:v>0.00601815630268</c:v>
                </c:pt>
                <c:pt idx="457">
                  <c:v>0.0062040403698</c:v>
                </c:pt>
                <c:pt idx="458">
                  <c:v>0.00639923707909</c:v>
                </c:pt>
                <c:pt idx="459">
                  <c:v>0.00660390177728</c:v>
                </c:pt>
                <c:pt idx="460">
                  <c:v>0.00681816604365</c:v>
                </c:pt>
                <c:pt idx="461">
                  <c:v>0.00704215818001</c:v>
                </c:pt>
                <c:pt idx="462">
                  <c:v>0.00727599878842</c:v>
                </c:pt>
                <c:pt idx="463">
                  <c:v>0.007519798823</c:v>
                </c:pt>
                <c:pt idx="464">
                  <c:v>0.00777363408808</c:v>
                </c:pt>
                <c:pt idx="465">
                  <c:v>0.00803752153671</c:v>
                </c:pt>
                <c:pt idx="466">
                  <c:v>0.00831139776901</c:v>
                </c:pt>
                <c:pt idx="467">
                  <c:v>0.00859510488427</c:v>
                </c:pt>
                <c:pt idx="468">
                  <c:v>0.00888838862647</c:v>
                </c:pt>
                <c:pt idx="469">
                  <c:v>0.00919090690099</c:v>
                </c:pt>
                <c:pt idx="470">
                  <c:v>0.00950224384367</c:v>
                </c:pt>
                <c:pt idx="471">
                  <c:v>0.00982193378209</c:v>
                </c:pt>
                <c:pt idx="472">
                  <c:v>0.0101494856706</c:v>
                </c:pt>
                <c:pt idx="473">
                  <c:v>0.0104844178145</c:v>
                </c:pt>
                <c:pt idx="474">
                  <c:v>0.0108262827506</c:v>
                </c:pt>
                <c:pt idx="475">
                  <c:v>0.011174696755</c:v>
                </c:pt>
                <c:pt idx="476">
                  <c:v>0.0115293474942</c:v>
                </c:pt>
                <c:pt idx="477">
                  <c:v>0.0118900014414</c:v>
                </c:pt>
                <c:pt idx="478">
                  <c:v>0.0122564928748</c:v>
                </c:pt>
                <c:pt idx="479">
                  <c:v>0.0126287165644</c:v>
                </c:pt>
                <c:pt idx="480">
                  <c:v>0.0130066113213</c:v>
                </c:pt>
                <c:pt idx="481">
                  <c:v>0.0133901522134</c:v>
                </c:pt>
                <c:pt idx="482">
                  <c:v>0.0137793330226</c:v>
                </c:pt>
                <c:pt idx="483">
                  <c:v>0.0141741603652</c:v>
                </c:pt>
                <c:pt idx="484">
                  <c:v>0.0145746311457</c:v>
                </c:pt>
                <c:pt idx="485">
                  <c:v>0.014980722942</c:v>
                </c:pt>
                <c:pt idx="486">
                  <c:v>0.0153923694137</c:v>
                </c:pt>
                <c:pt idx="487">
                  <c:v>0.0158094498537</c:v>
                </c:pt>
                <c:pt idx="488">
                  <c:v>0.0162317750182</c:v>
                </c:pt>
                <c:pt idx="489">
                  <c:v>0.0166590853497</c:v>
                </c:pt>
                <c:pt idx="490">
                  <c:v>0.0170910548164</c:v>
                </c:pt>
                <c:pt idx="491">
                  <c:v>0.0175273016949</c:v>
                </c:pt>
                <c:pt idx="492">
                  <c:v>0.0179674080179</c:v>
                </c:pt>
                <c:pt idx="493">
                  <c:v>0.0184109391673</c:v>
                </c:pt>
                <c:pt idx="494">
                  <c:v>0.0188574720433</c:v>
                </c:pt>
                <c:pt idx="495">
                  <c:v>0.0193066179615</c:v>
                </c:pt>
                <c:pt idx="496">
                  <c:v>0.0197580500107</c:v>
                </c:pt>
                <c:pt idx="497">
                  <c:v>0.020211520122</c:v>
                </c:pt>
                <c:pt idx="498">
                  <c:v>0.0206668743845</c:v>
                </c:pt>
                <c:pt idx="499">
                  <c:v>0.0211240552925</c:v>
                </c:pt>
                <c:pt idx="500">
                  <c:v>0.0215830995652</c:v>
                </c:pt>
                <c:pt idx="501">
                  <c:v>0.0220441243657</c:v>
                </c:pt>
                <c:pt idx="502">
                  <c:v>0.022507309965</c:v>
                </c:pt>
                <c:pt idx="503">
                  <c:v>0.0229728751397</c:v>
                </c:pt>
                <c:pt idx="504">
                  <c:v>0.0234410511137</c:v>
                </c:pt>
                <c:pt idx="505">
                  <c:v>0.023912054155</c:v>
                </c:pt>
                <c:pt idx="506">
                  <c:v>0.0243860593389</c:v>
                </c:pt>
                <c:pt idx="507">
                  <c:v>0.0248631788194</c:v>
                </c:pt>
                <c:pt idx="508">
                  <c:v>0.025343444217</c:v>
                </c:pt>
                <c:pt idx="509">
                  <c:v>0.0258267978055</c:v>
                </c:pt>
                <c:pt idx="510">
                  <c:v>0.0263130894768</c:v>
                </c:pt>
                <c:pt idx="511">
                  <c:v>0.0268020840785</c:v>
                </c:pt>
                <c:pt idx="512">
                  <c:v>0.0272934734935</c:v>
                </c:pt>
                <c:pt idx="513">
                  <c:v>0.027786898056</c:v>
                </c:pt>
                <c:pt idx="514">
                  <c:v>0.0282819689872</c:v>
                </c:pt>
                <c:pt idx="515">
                  <c:v>0.0287782973868</c:v>
                </c:pt>
                <c:pt idx="516">
                  <c:v>0.029275518543</c:v>
                </c:pt>
                <c:pt idx="517">
                  <c:v>0.0297733193413</c:v>
                </c:pt>
                <c:pt idx="518">
                  <c:v>0.0302714551048</c:v>
                </c:pt>
                <c:pt idx="519">
                  <c:v>0.0307697668739</c:v>
                </c:pt>
                <c:pt idx="520">
                  <c:v>0.0312681840389</c:v>
                </c:pt>
                <c:pt idx="521">
                  <c:v>0.0317667267588</c:v>
                </c:pt>
                <c:pt idx="522">
                  <c:v>0.032265492538</c:v>
                </c:pt>
                <c:pt idx="523">
                  <c:v>0.0327646439233</c:v>
                </c:pt>
                <c:pt idx="524">
                  <c:v>0.0332643834731</c:v>
                </c:pt>
                <c:pt idx="525">
                  <c:v>0.033764933201</c:v>
                </c:pt>
                <c:pt idx="526">
                  <c:v>0.0342665068091</c:v>
                </c:pt>
                <c:pt idx="527">
                  <c:v>0.034769288887</c:v>
                </c:pt>
                <c:pt idx="528">
                  <c:v>0.0352734139955</c:v>
                </c:pt>
                <c:pt idx="529">
                  <c:v>0.0357789533381</c:v>
                </c:pt>
                <c:pt idx="530">
                  <c:v>0.0362859084058</c:v>
                </c:pt>
                <c:pt idx="531">
                  <c:v>0.0367942092255</c:v>
                </c:pt>
                <c:pt idx="532">
                  <c:v>0.0373037249651</c:v>
                </c:pt>
                <c:pt idx="533">
                  <c:v>0.0378142725358</c:v>
                </c:pt>
                <c:pt idx="534">
                  <c:v>0.0383256413916</c:v>
                </c:pt>
                <c:pt idx="535">
                  <c:v>0.0388376083443</c:v>
                </c:pt>
                <c:pt idx="536">
                  <c:v>0.0393499695447</c:v>
                </c:pt>
                <c:pt idx="537">
                  <c:v>0.0398625580846</c:v>
                </c:pt>
                <c:pt idx="538">
                  <c:v>0.0403752783822</c:v>
                </c:pt>
                <c:pt idx="539">
                  <c:v>0.0408880950619</c:v>
                </c:pt>
                <c:pt idx="540">
                  <c:v>0.0414010622558</c:v>
                </c:pt>
                <c:pt idx="541">
                  <c:v>0.041914319575</c:v>
                </c:pt>
                <c:pt idx="542">
                  <c:v>0.0424280970153</c:v>
                </c:pt>
                <c:pt idx="543">
                  <c:v>0.0429427018083</c:v>
                </c:pt>
                <c:pt idx="544">
                  <c:v>0.0434585100498</c:v>
                </c:pt>
                <c:pt idx="545">
                  <c:v>0.0439759480531</c:v>
                </c:pt>
                <c:pt idx="546">
                  <c:v>0.0444954738896</c:v>
                </c:pt>
                <c:pt idx="547">
                  <c:v>0.0450175569772</c:v>
                </c:pt>
                <c:pt idx="548">
                  <c:v>0.0455426569137</c:v>
                </c:pt>
                <c:pt idx="549">
                  <c:v>0.0460712095224</c:v>
                </c:pt>
                <c:pt idx="550">
                  <c:v>0.0466036113892</c:v>
                </c:pt>
                <c:pt idx="551">
                  <c:v>0.0471402185663</c:v>
                </c:pt>
                <c:pt idx="552">
                  <c:v>0.0476813344891</c:v>
                </c:pt>
                <c:pt idx="553">
                  <c:v>0.0482271953544</c:v>
                </c:pt>
                <c:pt idx="554">
                  <c:v>0.0487778982671</c:v>
                </c:pt>
                <c:pt idx="555">
                  <c:v>0.0493332951276</c:v>
                </c:pt>
                <c:pt idx="556">
                  <c:v>0.0498928186846</c:v>
                </c:pt>
                <c:pt idx="557">
                  <c:v>0.0504553736753</c:v>
                </c:pt>
                <c:pt idx="558">
                  <c:v>0.0510192701816</c:v>
                </c:pt>
                <c:pt idx="559">
                  <c:v>0.0515820411017</c:v>
                </c:pt>
                <c:pt idx="560">
                  <c:v>0.0521411022382</c:v>
                </c:pt>
                <c:pt idx="561">
                  <c:v>0.0526957008889</c:v>
                </c:pt>
                <c:pt idx="562">
                  <c:v>0.0532465075443</c:v>
                </c:pt>
                <c:pt idx="563">
                  <c:v>0.0537946394842</c:v>
                </c:pt>
                <c:pt idx="564">
                  <c:v>0.0543390174246</c:v>
                </c:pt>
                <c:pt idx="565">
                  <c:v>0.0548739093116</c:v>
                </c:pt>
                <c:pt idx="566">
                  <c:v>0.0553904346458</c:v>
                </c:pt>
                <c:pt idx="567">
                  <c:v>0.0558805737246</c:v>
                </c:pt>
                <c:pt idx="568">
                  <c:v>0.0563398176066</c:v>
                </c:pt>
                <c:pt idx="569">
                  <c:v>0.0567711232138</c:v>
                </c:pt>
                <c:pt idx="570">
                  <c:v>0.0571835589729</c:v>
                </c:pt>
                <c:pt idx="571">
                  <c:v>0.0575931954632</c:v>
                </c:pt>
                <c:pt idx="572">
                  <c:v>0.058024041745</c:v>
                </c:pt>
                <c:pt idx="573">
                  <c:v>0.058489220928</c:v>
                </c:pt>
                <c:pt idx="574">
                  <c:v>0.0589844475191</c:v>
                </c:pt>
                <c:pt idx="575">
                  <c:v>0.0594838492857</c:v>
                </c:pt>
                <c:pt idx="576">
                  <c:v>0.0599651516527</c:v>
                </c:pt>
                <c:pt idx="577">
                  <c:v>0.0604236344935</c:v>
                </c:pt>
                <c:pt idx="578">
                  <c:v>0.0608697693202</c:v>
                </c:pt>
                <c:pt idx="579">
                  <c:v>0.0613156980761</c:v>
                </c:pt>
                <c:pt idx="580">
                  <c:v>0.0617673953987</c:v>
                </c:pt>
                <c:pt idx="581">
                  <c:v>0.0622250271077</c:v>
                </c:pt>
                <c:pt idx="582">
                  <c:v>0.0626861153793</c:v>
                </c:pt>
                <c:pt idx="583">
                  <c:v>0.063148427733</c:v>
                </c:pt>
                <c:pt idx="584">
                  <c:v>0.0636107709528</c:v>
                </c:pt>
                <c:pt idx="585">
                  <c:v>0.0640730407427</c:v>
                </c:pt>
                <c:pt idx="586">
                  <c:v>0.0645356245383</c:v>
                </c:pt>
                <c:pt idx="587">
                  <c:v>0.0649990283797</c:v>
                </c:pt>
                <c:pt idx="588">
                  <c:v>0.0654638085866</c:v>
                </c:pt>
                <c:pt idx="589">
                  <c:v>0.0659306317372</c:v>
                </c:pt>
                <c:pt idx="590">
                  <c:v>0.0664001607247</c:v>
                </c:pt>
                <c:pt idx="591">
                  <c:v>0.0668728313509</c:v>
                </c:pt>
                <c:pt idx="592">
                  <c:v>0.0673485836855</c:v>
                </c:pt>
                <c:pt idx="593">
                  <c:v>0.0678275081107</c:v>
                </c:pt>
                <c:pt idx="594">
                  <c:v>0.0683083835616</c:v>
                </c:pt>
                <c:pt idx="595">
                  <c:v>0.068788711973</c:v>
                </c:pt>
                <c:pt idx="596">
                  <c:v>0.0692658789782</c:v>
                </c:pt>
                <c:pt idx="597">
                  <c:v>0.0697370686111</c:v>
                </c:pt>
                <c:pt idx="598">
                  <c:v>0.0701998992369</c:v>
                </c:pt>
                <c:pt idx="599">
                  <c:v>0.0706530836008</c:v>
                </c:pt>
                <c:pt idx="600">
                  <c:v>0.0710969759043</c:v>
                </c:pt>
                <c:pt idx="601">
                  <c:v>0.0715333031751</c:v>
                </c:pt>
                <c:pt idx="602">
                  <c:v>0.0719643347148</c:v>
                </c:pt>
                <c:pt idx="603">
                  <c:v>0.0723922128891</c:v>
                </c:pt>
                <c:pt idx="604">
                  <c:v>0.0728186497739</c:v>
                </c:pt>
                <c:pt idx="605">
                  <c:v>0.0732448882353</c:v>
                </c:pt>
                <c:pt idx="606">
                  <c:v>0.0736717857123</c:v>
                </c:pt>
                <c:pt idx="607">
                  <c:v>0.0740998858609</c:v>
                </c:pt>
                <c:pt idx="608">
                  <c:v>0.0745295776119</c:v>
                </c:pt>
                <c:pt idx="609">
                  <c:v>0.0749612197137</c:v>
                </c:pt>
                <c:pt idx="610">
                  <c:v>0.0753951756982</c:v>
                </c:pt>
                <c:pt idx="611">
                  <c:v>0.075831702409</c:v>
                </c:pt>
                <c:pt idx="612">
                  <c:v>0.0762708632671</c:v>
                </c:pt>
                <c:pt idx="613">
                  <c:v>0.0767123618573</c:v>
                </c:pt>
                <c:pt idx="614">
                  <c:v>0.0771555783187</c:v>
                </c:pt>
                <c:pt idx="615">
                  <c:v>0.0775996270009</c:v>
                </c:pt>
              </c:numCache>
            </c:numRef>
          </c:yVal>
          <c:smooth val="0"/>
        </c:ser>
        <c:ser>
          <c:idx val="2"/>
          <c:order val="2"/>
          <c:tx>
            <c:v>Neural</c:v>
          </c:tx>
          <c:spPr>
            <a:ln w="24765">
              <a:solidFill>
                <a:srgbClr val="2864B4"/>
              </a:solidFill>
              <a:prstDash val="dash"/>
            </a:ln>
          </c:spPr>
          <c:marker>
            <c:symbol val="none"/>
            <c:size val="7"/>
            <c:spPr>
              <a:solidFill>
                <a:srgbClr val="2864B4"/>
              </a:solidFill>
            </c:spPr>
          </c:marker>
          <c:xVal>
            <c:numRef>
              <c:f>'Chart Data'!$E$2:$E$617</c:f>
              <c:numCache>
                <c:formatCode>General</c:formatCode>
                <c:ptCount val="616"/>
                <c:pt idx="0">
                  <c:v>0</c:v>
                </c:pt>
                <c:pt idx="1">
                  <c:v>0.002</c:v>
                </c:pt>
                <c:pt idx="2">
                  <c:v>0.004</c:v>
                </c:pt>
                <c:pt idx="3">
                  <c:v>0.006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0.014</c:v>
                </c:pt>
                <c:pt idx="8">
                  <c:v>0.016</c:v>
                </c:pt>
                <c:pt idx="9">
                  <c:v>0.018</c:v>
                </c:pt>
                <c:pt idx="10">
                  <c:v>0.02</c:v>
                </c:pt>
                <c:pt idx="11">
                  <c:v>0.022</c:v>
                </c:pt>
                <c:pt idx="12">
                  <c:v>0.024</c:v>
                </c:pt>
                <c:pt idx="13">
                  <c:v>0.026</c:v>
                </c:pt>
                <c:pt idx="14">
                  <c:v>0.028</c:v>
                </c:pt>
                <c:pt idx="15">
                  <c:v>0.03</c:v>
                </c:pt>
                <c:pt idx="16">
                  <c:v>0.032</c:v>
                </c:pt>
                <c:pt idx="17">
                  <c:v>0.034</c:v>
                </c:pt>
                <c:pt idx="18">
                  <c:v>0.036</c:v>
                </c:pt>
                <c:pt idx="19">
                  <c:v>0.038</c:v>
                </c:pt>
                <c:pt idx="20">
                  <c:v>0.04</c:v>
                </c:pt>
                <c:pt idx="21">
                  <c:v>0.042</c:v>
                </c:pt>
                <c:pt idx="22">
                  <c:v>0.044</c:v>
                </c:pt>
                <c:pt idx="23">
                  <c:v>0.046</c:v>
                </c:pt>
                <c:pt idx="24">
                  <c:v>0.048</c:v>
                </c:pt>
                <c:pt idx="25">
                  <c:v>0.05</c:v>
                </c:pt>
                <c:pt idx="26">
                  <c:v>0.052</c:v>
                </c:pt>
                <c:pt idx="27">
                  <c:v>0.054</c:v>
                </c:pt>
                <c:pt idx="28">
                  <c:v>0.056</c:v>
                </c:pt>
                <c:pt idx="29">
                  <c:v>0.058</c:v>
                </c:pt>
                <c:pt idx="30">
                  <c:v>0.06</c:v>
                </c:pt>
                <c:pt idx="31">
                  <c:v>0.062</c:v>
                </c:pt>
                <c:pt idx="32">
                  <c:v>0.064</c:v>
                </c:pt>
                <c:pt idx="33">
                  <c:v>0.066</c:v>
                </c:pt>
                <c:pt idx="34">
                  <c:v>0.068</c:v>
                </c:pt>
                <c:pt idx="35">
                  <c:v>0.07</c:v>
                </c:pt>
                <c:pt idx="36">
                  <c:v>0.072</c:v>
                </c:pt>
                <c:pt idx="37">
                  <c:v>0.074</c:v>
                </c:pt>
                <c:pt idx="38">
                  <c:v>0.076</c:v>
                </c:pt>
                <c:pt idx="39">
                  <c:v>0.078</c:v>
                </c:pt>
                <c:pt idx="40">
                  <c:v>0.08</c:v>
                </c:pt>
                <c:pt idx="41">
                  <c:v>0.082</c:v>
                </c:pt>
                <c:pt idx="42">
                  <c:v>0.084</c:v>
                </c:pt>
                <c:pt idx="43">
                  <c:v>0.086</c:v>
                </c:pt>
                <c:pt idx="44">
                  <c:v>0.088</c:v>
                </c:pt>
                <c:pt idx="45">
                  <c:v>0.09</c:v>
                </c:pt>
                <c:pt idx="46">
                  <c:v>0.092</c:v>
                </c:pt>
                <c:pt idx="47">
                  <c:v>0.094</c:v>
                </c:pt>
                <c:pt idx="48">
                  <c:v>0.096</c:v>
                </c:pt>
                <c:pt idx="49">
                  <c:v>0.098</c:v>
                </c:pt>
                <c:pt idx="50">
                  <c:v>0.1</c:v>
                </c:pt>
                <c:pt idx="51">
                  <c:v>0.102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</c:v>
                </c:pt>
                <c:pt idx="59">
                  <c:v>0.118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</c:v>
                </c:pt>
                <c:pt idx="67">
                  <c:v>0.134</c:v>
                </c:pt>
                <c:pt idx="68">
                  <c:v>0.136</c:v>
                </c:pt>
                <c:pt idx="69">
                  <c:v>0.138</c:v>
                </c:pt>
                <c:pt idx="70">
                  <c:v>0.14</c:v>
                </c:pt>
                <c:pt idx="71">
                  <c:v>0.142</c:v>
                </c:pt>
                <c:pt idx="72">
                  <c:v>0.144</c:v>
                </c:pt>
                <c:pt idx="73">
                  <c:v>0.146</c:v>
                </c:pt>
                <c:pt idx="74">
                  <c:v>0.148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</c:v>
                </c:pt>
                <c:pt idx="82">
                  <c:v>0.164</c:v>
                </c:pt>
                <c:pt idx="83">
                  <c:v>0.166</c:v>
                </c:pt>
                <c:pt idx="84">
                  <c:v>0.168</c:v>
                </c:pt>
                <c:pt idx="85">
                  <c:v>0.17</c:v>
                </c:pt>
                <c:pt idx="86">
                  <c:v>0.172</c:v>
                </c:pt>
                <c:pt idx="87">
                  <c:v>0.174</c:v>
                </c:pt>
                <c:pt idx="88">
                  <c:v>0.176</c:v>
                </c:pt>
                <c:pt idx="89">
                  <c:v>0.178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</c:v>
                </c:pt>
                <c:pt idx="98">
                  <c:v>0.196</c:v>
                </c:pt>
                <c:pt idx="99">
                  <c:v>0.198</c:v>
                </c:pt>
                <c:pt idx="100">
                  <c:v>0.2</c:v>
                </c:pt>
                <c:pt idx="101">
                  <c:v>0.202</c:v>
                </c:pt>
                <c:pt idx="102">
                  <c:v>0.204</c:v>
                </c:pt>
                <c:pt idx="103">
                  <c:v>0.206</c:v>
                </c:pt>
                <c:pt idx="104">
                  <c:v>0.208</c:v>
                </c:pt>
                <c:pt idx="105">
                  <c:v>0.21</c:v>
                </c:pt>
                <c:pt idx="106">
                  <c:v>0.212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</c:v>
                </c:pt>
                <c:pt idx="114">
                  <c:v>0.228</c:v>
                </c:pt>
                <c:pt idx="115">
                  <c:v>0.23</c:v>
                </c:pt>
                <c:pt idx="116">
                  <c:v>0.232</c:v>
                </c:pt>
                <c:pt idx="117">
                  <c:v>0.234</c:v>
                </c:pt>
                <c:pt idx="118">
                  <c:v>0.236</c:v>
                </c:pt>
                <c:pt idx="119">
                  <c:v>0.238</c:v>
                </c:pt>
                <c:pt idx="120">
                  <c:v>0.24</c:v>
                </c:pt>
                <c:pt idx="121">
                  <c:v>0.242</c:v>
                </c:pt>
                <c:pt idx="122">
                  <c:v>0.244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</c:v>
                </c:pt>
                <c:pt idx="129">
                  <c:v>0.258</c:v>
                </c:pt>
                <c:pt idx="130">
                  <c:v>0.26</c:v>
                </c:pt>
                <c:pt idx="131">
                  <c:v>0.262</c:v>
                </c:pt>
                <c:pt idx="132">
                  <c:v>0.264</c:v>
                </c:pt>
                <c:pt idx="133">
                  <c:v>0.266</c:v>
                </c:pt>
                <c:pt idx="134">
                  <c:v>0.268</c:v>
                </c:pt>
                <c:pt idx="135">
                  <c:v>0.27</c:v>
                </c:pt>
                <c:pt idx="136">
                  <c:v>0.272</c:v>
                </c:pt>
                <c:pt idx="137">
                  <c:v>0.274</c:v>
                </c:pt>
                <c:pt idx="138">
                  <c:v>0.276</c:v>
                </c:pt>
                <c:pt idx="139">
                  <c:v>0.278</c:v>
                </c:pt>
                <c:pt idx="140">
                  <c:v>0.28</c:v>
                </c:pt>
                <c:pt idx="141">
                  <c:v>0.282</c:v>
                </c:pt>
                <c:pt idx="142">
                  <c:v>0.284</c:v>
                </c:pt>
                <c:pt idx="143">
                  <c:v>0.286</c:v>
                </c:pt>
                <c:pt idx="144">
                  <c:v>0.288</c:v>
                </c:pt>
                <c:pt idx="145">
                  <c:v>0.29</c:v>
                </c:pt>
                <c:pt idx="146">
                  <c:v>0.292</c:v>
                </c:pt>
                <c:pt idx="147">
                  <c:v>0.294</c:v>
                </c:pt>
                <c:pt idx="148">
                  <c:v>0.296</c:v>
                </c:pt>
                <c:pt idx="149">
                  <c:v>0.298</c:v>
                </c:pt>
                <c:pt idx="150">
                  <c:v>0.3</c:v>
                </c:pt>
                <c:pt idx="151">
                  <c:v>0.302</c:v>
                </c:pt>
                <c:pt idx="152">
                  <c:v>0.304</c:v>
                </c:pt>
                <c:pt idx="153">
                  <c:v>0.306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</c:v>
                </c:pt>
                <c:pt idx="162">
                  <c:v>0.324</c:v>
                </c:pt>
                <c:pt idx="163">
                  <c:v>0.326</c:v>
                </c:pt>
                <c:pt idx="164">
                  <c:v>0.328</c:v>
                </c:pt>
                <c:pt idx="165">
                  <c:v>0.33</c:v>
                </c:pt>
                <c:pt idx="166">
                  <c:v>0.332</c:v>
                </c:pt>
                <c:pt idx="167">
                  <c:v>0.334</c:v>
                </c:pt>
                <c:pt idx="168">
                  <c:v>0.336</c:v>
                </c:pt>
                <c:pt idx="169">
                  <c:v>0.338</c:v>
                </c:pt>
                <c:pt idx="170">
                  <c:v>0.34</c:v>
                </c:pt>
                <c:pt idx="171">
                  <c:v>0.342</c:v>
                </c:pt>
                <c:pt idx="172">
                  <c:v>0.344</c:v>
                </c:pt>
                <c:pt idx="173">
                  <c:v>0.346</c:v>
                </c:pt>
                <c:pt idx="174">
                  <c:v>0.348</c:v>
                </c:pt>
                <c:pt idx="175">
                  <c:v>0.35</c:v>
                </c:pt>
                <c:pt idx="176">
                  <c:v>0.352</c:v>
                </c:pt>
                <c:pt idx="177">
                  <c:v>0.354</c:v>
                </c:pt>
                <c:pt idx="178">
                  <c:v>0.356</c:v>
                </c:pt>
                <c:pt idx="179">
                  <c:v>0.358</c:v>
                </c:pt>
                <c:pt idx="180">
                  <c:v>0.36</c:v>
                </c:pt>
                <c:pt idx="181">
                  <c:v>0.362</c:v>
                </c:pt>
                <c:pt idx="182">
                  <c:v>0.364</c:v>
                </c:pt>
                <c:pt idx="183">
                  <c:v>0.366</c:v>
                </c:pt>
                <c:pt idx="184">
                  <c:v>0.368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</c:v>
                </c:pt>
                <c:pt idx="192">
                  <c:v>0.384</c:v>
                </c:pt>
                <c:pt idx="193">
                  <c:v>0.386</c:v>
                </c:pt>
                <c:pt idx="194">
                  <c:v>0.388</c:v>
                </c:pt>
                <c:pt idx="195">
                  <c:v>0.39</c:v>
                </c:pt>
                <c:pt idx="196">
                  <c:v>0.392</c:v>
                </c:pt>
                <c:pt idx="197">
                  <c:v>0.394</c:v>
                </c:pt>
                <c:pt idx="198">
                  <c:v>0.396</c:v>
                </c:pt>
                <c:pt idx="199">
                  <c:v>0.398</c:v>
                </c:pt>
                <c:pt idx="200">
                  <c:v>0.4</c:v>
                </c:pt>
                <c:pt idx="201">
                  <c:v>0.402</c:v>
                </c:pt>
                <c:pt idx="202">
                  <c:v>0.404</c:v>
                </c:pt>
                <c:pt idx="203">
                  <c:v>0.406</c:v>
                </c:pt>
                <c:pt idx="204">
                  <c:v>0.408</c:v>
                </c:pt>
                <c:pt idx="205">
                  <c:v>0.41</c:v>
                </c:pt>
                <c:pt idx="206">
                  <c:v>0.412</c:v>
                </c:pt>
                <c:pt idx="207">
                  <c:v>0.414</c:v>
                </c:pt>
                <c:pt idx="208">
                  <c:v>0.416</c:v>
                </c:pt>
                <c:pt idx="209">
                  <c:v>0.418</c:v>
                </c:pt>
                <c:pt idx="210">
                  <c:v>0.42</c:v>
                </c:pt>
                <c:pt idx="211">
                  <c:v>0.422</c:v>
                </c:pt>
                <c:pt idx="212">
                  <c:v>0.424</c:v>
                </c:pt>
                <c:pt idx="213">
                  <c:v>0.426</c:v>
                </c:pt>
                <c:pt idx="214">
                  <c:v>0.428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</c:v>
                </c:pt>
                <c:pt idx="223">
                  <c:v>0.446</c:v>
                </c:pt>
                <c:pt idx="224">
                  <c:v>0.448</c:v>
                </c:pt>
                <c:pt idx="225">
                  <c:v>0.45</c:v>
                </c:pt>
                <c:pt idx="226">
                  <c:v>0.452</c:v>
                </c:pt>
                <c:pt idx="227">
                  <c:v>0.454</c:v>
                </c:pt>
                <c:pt idx="228">
                  <c:v>0.456</c:v>
                </c:pt>
                <c:pt idx="229">
                  <c:v>0.458</c:v>
                </c:pt>
                <c:pt idx="230">
                  <c:v>0.46</c:v>
                </c:pt>
                <c:pt idx="231">
                  <c:v>0.462</c:v>
                </c:pt>
                <c:pt idx="232">
                  <c:v>0.464</c:v>
                </c:pt>
                <c:pt idx="233">
                  <c:v>0.466</c:v>
                </c:pt>
                <c:pt idx="234">
                  <c:v>0.468</c:v>
                </c:pt>
                <c:pt idx="235">
                  <c:v>0.47</c:v>
                </c:pt>
                <c:pt idx="236">
                  <c:v>0.472</c:v>
                </c:pt>
                <c:pt idx="237">
                  <c:v>0.474</c:v>
                </c:pt>
                <c:pt idx="238">
                  <c:v>0.476</c:v>
                </c:pt>
                <c:pt idx="239">
                  <c:v>0.478</c:v>
                </c:pt>
                <c:pt idx="240">
                  <c:v>0.48</c:v>
                </c:pt>
                <c:pt idx="241">
                  <c:v>0.482</c:v>
                </c:pt>
                <c:pt idx="242">
                  <c:v>0.484</c:v>
                </c:pt>
                <c:pt idx="243">
                  <c:v>0.486</c:v>
                </c:pt>
                <c:pt idx="244">
                  <c:v>0.488</c:v>
                </c:pt>
                <c:pt idx="245">
                  <c:v>0.49</c:v>
                </c:pt>
                <c:pt idx="246">
                  <c:v>0.492</c:v>
                </c:pt>
                <c:pt idx="247">
                  <c:v>0.494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</c:v>
                </c:pt>
                <c:pt idx="254">
                  <c:v>0.508</c:v>
                </c:pt>
                <c:pt idx="255">
                  <c:v>0.51</c:v>
                </c:pt>
                <c:pt idx="256">
                  <c:v>0.512</c:v>
                </c:pt>
                <c:pt idx="257">
                  <c:v>0.514</c:v>
                </c:pt>
                <c:pt idx="258">
                  <c:v>0.516</c:v>
                </c:pt>
                <c:pt idx="259">
                  <c:v>0.518</c:v>
                </c:pt>
                <c:pt idx="260">
                  <c:v>0.52</c:v>
                </c:pt>
                <c:pt idx="261">
                  <c:v>0.522</c:v>
                </c:pt>
                <c:pt idx="262">
                  <c:v>0.524</c:v>
                </c:pt>
                <c:pt idx="263">
                  <c:v>0.526</c:v>
                </c:pt>
                <c:pt idx="264">
                  <c:v>0.528</c:v>
                </c:pt>
                <c:pt idx="265">
                  <c:v>0.53</c:v>
                </c:pt>
                <c:pt idx="266">
                  <c:v>0.532</c:v>
                </c:pt>
                <c:pt idx="267">
                  <c:v>0.534</c:v>
                </c:pt>
                <c:pt idx="268">
                  <c:v>0.536</c:v>
                </c:pt>
                <c:pt idx="269">
                  <c:v>0.538</c:v>
                </c:pt>
                <c:pt idx="270">
                  <c:v>0.54</c:v>
                </c:pt>
                <c:pt idx="271">
                  <c:v>0.542</c:v>
                </c:pt>
                <c:pt idx="272">
                  <c:v>0.544</c:v>
                </c:pt>
                <c:pt idx="273">
                  <c:v>0.546</c:v>
                </c:pt>
                <c:pt idx="274">
                  <c:v>0.548</c:v>
                </c:pt>
                <c:pt idx="275">
                  <c:v>0.55</c:v>
                </c:pt>
                <c:pt idx="276">
                  <c:v>0.552</c:v>
                </c:pt>
                <c:pt idx="277">
                  <c:v>0.554</c:v>
                </c:pt>
                <c:pt idx="278">
                  <c:v>0.556</c:v>
                </c:pt>
                <c:pt idx="279">
                  <c:v>0.558</c:v>
                </c:pt>
                <c:pt idx="280">
                  <c:v>0.56</c:v>
                </c:pt>
                <c:pt idx="281">
                  <c:v>0.562</c:v>
                </c:pt>
                <c:pt idx="282">
                  <c:v>0.564</c:v>
                </c:pt>
                <c:pt idx="283">
                  <c:v>0.566</c:v>
                </c:pt>
                <c:pt idx="284">
                  <c:v>0.568</c:v>
                </c:pt>
                <c:pt idx="285">
                  <c:v>0.57</c:v>
                </c:pt>
                <c:pt idx="286">
                  <c:v>0.572</c:v>
                </c:pt>
                <c:pt idx="287">
                  <c:v>0.574</c:v>
                </c:pt>
                <c:pt idx="288">
                  <c:v>0.576</c:v>
                </c:pt>
                <c:pt idx="289">
                  <c:v>0.578</c:v>
                </c:pt>
                <c:pt idx="290">
                  <c:v>0.58</c:v>
                </c:pt>
                <c:pt idx="291">
                  <c:v>0.582</c:v>
                </c:pt>
                <c:pt idx="292">
                  <c:v>0.584</c:v>
                </c:pt>
                <c:pt idx="293">
                  <c:v>0.586</c:v>
                </c:pt>
                <c:pt idx="294">
                  <c:v>0.588</c:v>
                </c:pt>
                <c:pt idx="295">
                  <c:v>0.59</c:v>
                </c:pt>
                <c:pt idx="296">
                  <c:v>0.592</c:v>
                </c:pt>
                <c:pt idx="297">
                  <c:v>0.594</c:v>
                </c:pt>
                <c:pt idx="298">
                  <c:v>0.596</c:v>
                </c:pt>
                <c:pt idx="299">
                  <c:v>0.598</c:v>
                </c:pt>
                <c:pt idx="300">
                  <c:v>0.6</c:v>
                </c:pt>
                <c:pt idx="301">
                  <c:v>0.602</c:v>
                </c:pt>
                <c:pt idx="302">
                  <c:v>0.604</c:v>
                </c:pt>
                <c:pt idx="303">
                  <c:v>0.606</c:v>
                </c:pt>
                <c:pt idx="304">
                  <c:v>0.608</c:v>
                </c:pt>
                <c:pt idx="305">
                  <c:v>0.61</c:v>
                </c:pt>
                <c:pt idx="306">
                  <c:v>0.612</c:v>
                </c:pt>
                <c:pt idx="307">
                  <c:v>0.614</c:v>
                </c:pt>
                <c:pt idx="308">
                  <c:v>0.616</c:v>
                </c:pt>
                <c:pt idx="309">
                  <c:v>0.618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</c:v>
                </c:pt>
                <c:pt idx="317">
                  <c:v>0.634</c:v>
                </c:pt>
                <c:pt idx="318">
                  <c:v>0.636</c:v>
                </c:pt>
                <c:pt idx="319">
                  <c:v>0.638</c:v>
                </c:pt>
                <c:pt idx="320">
                  <c:v>0.64</c:v>
                </c:pt>
                <c:pt idx="321">
                  <c:v>0.642</c:v>
                </c:pt>
                <c:pt idx="322">
                  <c:v>0.644</c:v>
                </c:pt>
                <c:pt idx="323">
                  <c:v>0.646</c:v>
                </c:pt>
                <c:pt idx="324">
                  <c:v>0.648</c:v>
                </c:pt>
                <c:pt idx="325">
                  <c:v>0.65</c:v>
                </c:pt>
                <c:pt idx="326">
                  <c:v>0.652</c:v>
                </c:pt>
                <c:pt idx="327">
                  <c:v>0.654</c:v>
                </c:pt>
                <c:pt idx="328">
                  <c:v>0.656</c:v>
                </c:pt>
                <c:pt idx="329">
                  <c:v>0.658</c:v>
                </c:pt>
                <c:pt idx="330">
                  <c:v>0.66</c:v>
                </c:pt>
                <c:pt idx="331">
                  <c:v>0.662</c:v>
                </c:pt>
                <c:pt idx="332">
                  <c:v>0.664</c:v>
                </c:pt>
                <c:pt idx="333">
                  <c:v>0.666</c:v>
                </c:pt>
                <c:pt idx="334">
                  <c:v>0.668</c:v>
                </c:pt>
                <c:pt idx="335">
                  <c:v>0.67</c:v>
                </c:pt>
                <c:pt idx="336">
                  <c:v>0.672</c:v>
                </c:pt>
                <c:pt idx="337">
                  <c:v>0.674</c:v>
                </c:pt>
                <c:pt idx="338">
                  <c:v>0.676</c:v>
                </c:pt>
                <c:pt idx="339">
                  <c:v>0.678</c:v>
                </c:pt>
                <c:pt idx="340">
                  <c:v>0.68</c:v>
                </c:pt>
                <c:pt idx="341">
                  <c:v>0.682</c:v>
                </c:pt>
                <c:pt idx="342">
                  <c:v>0.684</c:v>
                </c:pt>
                <c:pt idx="343">
                  <c:v>0.686</c:v>
                </c:pt>
                <c:pt idx="344">
                  <c:v>0.688</c:v>
                </c:pt>
                <c:pt idx="345">
                  <c:v>0.69</c:v>
                </c:pt>
                <c:pt idx="346">
                  <c:v>0.692</c:v>
                </c:pt>
                <c:pt idx="347">
                  <c:v>0.694</c:v>
                </c:pt>
                <c:pt idx="348">
                  <c:v>0.696</c:v>
                </c:pt>
                <c:pt idx="349">
                  <c:v>0.698</c:v>
                </c:pt>
                <c:pt idx="350">
                  <c:v>0.7</c:v>
                </c:pt>
                <c:pt idx="351">
                  <c:v>0.702</c:v>
                </c:pt>
                <c:pt idx="352">
                  <c:v>0.704</c:v>
                </c:pt>
                <c:pt idx="353">
                  <c:v>0.706</c:v>
                </c:pt>
                <c:pt idx="354">
                  <c:v>0.708</c:v>
                </c:pt>
                <c:pt idx="355">
                  <c:v>0.71</c:v>
                </c:pt>
                <c:pt idx="356">
                  <c:v>0.712</c:v>
                </c:pt>
                <c:pt idx="357">
                  <c:v>0.714</c:v>
                </c:pt>
                <c:pt idx="358">
                  <c:v>0.716</c:v>
                </c:pt>
                <c:pt idx="359">
                  <c:v>0.718</c:v>
                </c:pt>
                <c:pt idx="360">
                  <c:v>0.72</c:v>
                </c:pt>
                <c:pt idx="361">
                  <c:v>0.722</c:v>
                </c:pt>
                <c:pt idx="362">
                  <c:v>0.724</c:v>
                </c:pt>
                <c:pt idx="363">
                  <c:v>0.726</c:v>
                </c:pt>
                <c:pt idx="364">
                  <c:v>0.728</c:v>
                </c:pt>
                <c:pt idx="365">
                  <c:v>0.73</c:v>
                </c:pt>
                <c:pt idx="366">
                  <c:v>0.732</c:v>
                </c:pt>
                <c:pt idx="367">
                  <c:v>0.734</c:v>
                </c:pt>
                <c:pt idx="368">
                  <c:v>0.736</c:v>
                </c:pt>
                <c:pt idx="369">
                  <c:v>0.738</c:v>
                </c:pt>
                <c:pt idx="370">
                  <c:v>0.74</c:v>
                </c:pt>
                <c:pt idx="371">
                  <c:v>0.742</c:v>
                </c:pt>
                <c:pt idx="372">
                  <c:v>0.744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</c:v>
                </c:pt>
                <c:pt idx="379">
                  <c:v>0.758</c:v>
                </c:pt>
                <c:pt idx="380">
                  <c:v>0.76</c:v>
                </c:pt>
                <c:pt idx="381">
                  <c:v>0.762</c:v>
                </c:pt>
                <c:pt idx="382">
                  <c:v>0.764</c:v>
                </c:pt>
                <c:pt idx="383">
                  <c:v>0.766</c:v>
                </c:pt>
                <c:pt idx="384">
                  <c:v>0.768</c:v>
                </c:pt>
                <c:pt idx="385">
                  <c:v>0.77</c:v>
                </c:pt>
                <c:pt idx="386">
                  <c:v>0.772</c:v>
                </c:pt>
                <c:pt idx="387">
                  <c:v>0.774</c:v>
                </c:pt>
                <c:pt idx="388">
                  <c:v>0.776</c:v>
                </c:pt>
                <c:pt idx="389">
                  <c:v>0.778</c:v>
                </c:pt>
                <c:pt idx="390">
                  <c:v>0.78</c:v>
                </c:pt>
                <c:pt idx="391">
                  <c:v>0.782</c:v>
                </c:pt>
                <c:pt idx="392">
                  <c:v>0.784</c:v>
                </c:pt>
                <c:pt idx="393">
                  <c:v>0.786</c:v>
                </c:pt>
                <c:pt idx="394">
                  <c:v>0.788</c:v>
                </c:pt>
                <c:pt idx="395">
                  <c:v>0.79</c:v>
                </c:pt>
                <c:pt idx="396">
                  <c:v>0.792</c:v>
                </c:pt>
                <c:pt idx="397">
                  <c:v>0.794</c:v>
                </c:pt>
                <c:pt idx="398">
                  <c:v>0.796</c:v>
                </c:pt>
                <c:pt idx="399">
                  <c:v>0.798</c:v>
                </c:pt>
                <c:pt idx="400">
                  <c:v>0.8</c:v>
                </c:pt>
                <c:pt idx="401">
                  <c:v>0.802</c:v>
                </c:pt>
                <c:pt idx="402">
                  <c:v>0.804</c:v>
                </c:pt>
                <c:pt idx="403">
                  <c:v>0.806</c:v>
                </c:pt>
                <c:pt idx="404">
                  <c:v>0.808</c:v>
                </c:pt>
                <c:pt idx="405">
                  <c:v>0.81</c:v>
                </c:pt>
                <c:pt idx="406">
                  <c:v>0.812</c:v>
                </c:pt>
                <c:pt idx="407">
                  <c:v>0.814</c:v>
                </c:pt>
                <c:pt idx="408">
                  <c:v>0.816</c:v>
                </c:pt>
                <c:pt idx="409">
                  <c:v>0.818</c:v>
                </c:pt>
                <c:pt idx="410">
                  <c:v>0.82</c:v>
                </c:pt>
                <c:pt idx="411">
                  <c:v>0.822</c:v>
                </c:pt>
                <c:pt idx="412">
                  <c:v>0.824</c:v>
                </c:pt>
                <c:pt idx="413">
                  <c:v>0.826</c:v>
                </c:pt>
                <c:pt idx="414">
                  <c:v>0.828</c:v>
                </c:pt>
                <c:pt idx="415">
                  <c:v>0.83</c:v>
                </c:pt>
                <c:pt idx="416">
                  <c:v>0.832</c:v>
                </c:pt>
                <c:pt idx="417">
                  <c:v>0.834</c:v>
                </c:pt>
                <c:pt idx="418">
                  <c:v>0.836</c:v>
                </c:pt>
                <c:pt idx="419">
                  <c:v>0.838</c:v>
                </c:pt>
                <c:pt idx="420">
                  <c:v>0.84</c:v>
                </c:pt>
                <c:pt idx="421">
                  <c:v>0.842</c:v>
                </c:pt>
                <c:pt idx="422">
                  <c:v>0.844</c:v>
                </c:pt>
                <c:pt idx="423">
                  <c:v>0.846</c:v>
                </c:pt>
                <c:pt idx="424">
                  <c:v>0.848</c:v>
                </c:pt>
                <c:pt idx="425">
                  <c:v>0.85</c:v>
                </c:pt>
                <c:pt idx="426">
                  <c:v>0.852</c:v>
                </c:pt>
                <c:pt idx="427">
                  <c:v>0.854</c:v>
                </c:pt>
                <c:pt idx="428">
                  <c:v>0.856</c:v>
                </c:pt>
                <c:pt idx="429">
                  <c:v>0.858</c:v>
                </c:pt>
                <c:pt idx="430">
                  <c:v>0.86</c:v>
                </c:pt>
                <c:pt idx="431">
                  <c:v>0.862</c:v>
                </c:pt>
                <c:pt idx="432">
                  <c:v>0.864</c:v>
                </c:pt>
                <c:pt idx="433">
                  <c:v>0.866</c:v>
                </c:pt>
                <c:pt idx="434">
                  <c:v>0.868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</c:v>
                </c:pt>
                <c:pt idx="442">
                  <c:v>0.884</c:v>
                </c:pt>
                <c:pt idx="443">
                  <c:v>0.886</c:v>
                </c:pt>
                <c:pt idx="444">
                  <c:v>0.888</c:v>
                </c:pt>
                <c:pt idx="445">
                  <c:v>0.89</c:v>
                </c:pt>
                <c:pt idx="446">
                  <c:v>0.892</c:v>
                </c:pt>
                <c:pt idx="447">
                  <c:v>0.894</c:v>
                </c:pt>
                <c:pt idx="448">
                  <c:v>0.896</c:v>
                </c:pt>
                <c:pt idx="449">
                  <c:v>0.898</c:v>
                </c:pt>
                <c:pt idx="450">
                  <c:v>0.9</c:v>
                </c:pt>
                <c:pt idx="451">
                  <c:v>0.902</c:v>
                </c:pt>
                <c:pt idx="452">
                  <c:v>0.904</c:v>
                </c:pt>
                <c:pt idx="453">
                  <c:v>0.906</c:v>
                </c:pt>
                <c:pt idx="454">
                  <c:v>0.908</c:v>
                </c:pt>
                <c:pt idx="455">
                  <c:v>0.91</c:v>
                </c:pt>
                <c:pt idx="456">
                  <c:v>0.912</c:v>
                </c:pt>
                <c:pt idx="457">
                  <c:v>0.914</c:v>
                </c:pt>
                <c:pt idx="458">
                  <c:v>0.916</c:v>
                </c:pt>
                <c:pt idx="459">
                  <c:v>0.918</c:v>
                </c:pt>
                <c:pt idx="460">
                  <c:v>0.92</c:v>
                </c:pt>
                <c:pt idx="461">
                  <c:v>0.922</c:v>
                </c:pt>
                <c:pt idx="462">
                  <c:v>0.924</c:v>
                </c:pt>
                <c:pt idx="463">
                  <c:v>0.926</c:v>
                </c:pt>
                <c:pt idx="464">
                  <c:v>0.928</c:v>
                </c:pt>
                <c:pt idx="465">
                  <c:v>0.93</c:v>
                </c:pt>
                <c:pt idx="466">
                  <c:v>0.932</c:v>
                </c:pt>
                <c:pt idx="467">
                  <c:v>0.934</c:v>
                </c:pt>
                <c:pt idx="468">
                  <c:v>0.936</c:v>
                </c:pt>
                <c:pt idx="469">
                  <c:v>0.938</c:v>
                </c:pt>
                <c:pt idx="470">
                  <c:v>0.94</c:v>
                </c:pt>
                <c:pt idx="471">
                  <c:v>0.942</c:v>
                </c:pt>
                <c:pt idx="472">
                  <c:v>0.944</c:v>
                </c:pt>
                <c:pt idx="473">
                  <c:v>0.946</c:v>
                </c:pt>
                <c:pt idx="474">
                  <c:v>0.948</c:v>
                </c:pt>
                <c:pt idx="475">
                  <c:v>0.95</c:v>
                </c:pt>
                <c:pt idx="476">
                  <c:v>0.952</c:v>
                </c:pt>
                <c:pt idx="477">
                  <c:v>0.954</c:v>
                </c:pt>
                <c:pt idx="478">
                  <c:v>0.956</c:v>
                </c:pt>
                <c:pt idx="479">
                  <c:v>0.958</c:v>
                </c:pt>
                <c:pt idx="480">
                  <c:v>0.96</c:v>
                </c:pt>
                <c:pt idx="481">
                  <c:v>0.962</c:v>
                </c:pt>
                <c:pt idx="482">
                  <c:v>0.964</c:v>
                </c:pt>
                <c:pt idx="483">
                  <c:v>0.966</c:v>
                </c:pt>
                <c:pt idx="484">
                  <c:v>0.968</c:v>
                </c:pt>
                <c:pt idx="485">
                  <c:v>0.97</c:v>
                </c:pt>
                <c:pt idx="486">
                  <c:v>0.972</c:v>
                </c:pt>
                <c:pt idx="487">
                  <c:v>0.974</c:v>
                </c:pt>
                <c:pt idx="488">
                  <c:v>0.976</c:v>
                </c:pt>
                <c:pt idx="489">
                  <c:v>0.978</c:v>
                </c:pt>
                <c:pt idx="490">
                  <c:v>0.98</c:v>
                </c:pt>
                <c:pt idx="491">
                  <c:v>0.982</c:v>
                </c:pt>
                <c:pt idx="492">
                  <c:v>0.984</c:v>
                </c:pt>
                <c:pt idx="493">
                  <c:v>0.986</c:v>
                </c:pt>
                <c:pt idx="494">
                  <c:v>0.988</c:v>
                </c:pt>
                <c:pt idx="495">
                  <c:v>0.99</c:v>
                </c:pt>
                <c:pt idx="496">
                  <c:v>0.992</c:v>
                </c:pt>
                <c:pt idx="497">
                  <c:v>0.994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</c:v>
                </c:pt>
                <c:pt idx="530">
                  <c:v>1.06</c:v>
                </c:pt>
                <c:pt idx="531">
                  <c:v>1.062</c:v>
                </c:pt>
                <c:pt idx="532">
                  <c:v>1.064</c:v>
                </c:pt>
                <c:pt idx="533">
                  <c:v>1.066</c:v>
                </c:pt>
                <c:pt idx="534">
                  <c:v>1.068</c:v>
                </c:pt>
                <c:pt idx="535">
                  <c:v>1.07</c:v>
                </c:pt>
                <c:pt idx="536">
                  <c:v>1.072</c:v>
                </c:pt>
                <c:pt idx="537">
                  <c:v>1.074</c:v>
                </c:pt>
                <c:pt idx="538">
                  <c:v>1.076</c:v>
                </c:pt>
                <c:pt idx="539">
                  <c:v>1.078</c:v>
                </c:pt>
                <c:pt idx="540">
                  <c:v>1.08</c:v>
                </c:pt>
                <c:pt idx="541">
                  <c:v>1.082</c:v>
                </c:pt>
                <c:pt idx="542">
                  <c:v>1.084</c:v>
                </c:pt>
                <c:pt idx="543">
                  <c:v>1.086</c:v>
                </c:pt>
                <c:pt idx="544">
                  <c:v>1.088</c:v>
                </c:pt>
                <c:pt idx="545">
                  <c:v>1.09</c:v>
                </c:pt>
                <c:pt idx="546">
                  <c:v>1.092</c:v>
                </c:pt>
                <c:pt idx="547">
                  <c:v>1.094</c:v>
                </c:pt>
                <c:pt idx="548">
                  <c:v>1.096</c:v>
                </c:pt>
                <c:pt idx="549">
                  <c:v>1.098</c:v>
                </c:pt>
                <c:pt idx="550">
                  <c:v>1.1</c:v>
                </c:pt>
                <c:pt idx="551">
                  <c:v>1.102</c:v>
                </c:pt>
                <c:pt idx="552">
                  <c:v>1.104</c:v>
                </c:pt>
                <c:pt idx="553">
                  <c:v>1.106</c:v>
                </c:pt>
                <c:pt idx="554">
                  <c:v>1.108</c:v>
                </c:pt>
                <c:pt idx="555">
                  <c:v>1.11</c:v>
                </c:pt>
                <c:pt idx="556">
                  <c:v>1.112</c:v>
                </c:pt>
                <c:pt idx="557">
                  <c:v>1.114</c:v>
                </c:pt>
                <c:pt idx="558">
                  <c:v>1.116</c:v>
                </c:pt>
                <c:pt idx="559">
                  <c:v>1.118</c:v>
                </c:pt>
                <c:pt idx="560">
                  <c:v>1.12</c:v>
                </c:pt>
                <c:pt idx="561">
                  <c:v>1.122</c:v>
                </c:pt>
                <c:pt idx="562">
                  <c:v>1.124</c:v>
                </c:pt>
                <c:pt idx="563">
                  <c:v>1.126</c:v>
                </c:pt>
                <c:pt idx="564">
                  <c:v>1.128</c:v>
                </c:pt>
                <c:pt idx="565">
                  <c:v>1.13</c:v>
                </c:pt>
                <c:pt idx="566">
                  <c:v>1.132</c:v>
                </c:pt>
                <c:pt idx="567">
                  <c:v>1.134</c:v>
                </c:pt>
                <c:pt idx="568">
                  <c:v>1.136</c:v>
                </c:pt>
                <c:pt idx="569">
                  <c:v>1.138</c:v>
                </c:pt>
                <c:pt idx="570">
                  <c:v>1.14</c:v>
                </c:pt>
                <c:pt idx="571">
                  <c:v>1.142</c:v>
                </c:pt>
                <c:pt idx="572">
                  <c:v>1.144</c:v>
                </c:pt>
                <c:pt idx="573">
                  <c:v>1.146</c:v>
                </c:pt>
                <c:pt idx="574">
                  <c:v>1.148</c:v>
                </c:pt>
                <c:pt idx="575">
                  <c:v>1.15</c:v>
                </c:pt>
                <c:pt idx="576">
                  <c:v>1.152</c:v>
                </c:pt>
                <c:pt idx="577">
                  <c:v>1.154</c:v>
                </c:pt>
                <c:pt idx="578">
                  <c:v>1.156</c:v>
                </c:pt>
                <c:pt idx="579">
                  <c:v>1.158</c:v>
                </c:pt>
                <c:pt idx="580">
                  <c:v>1.16</c:v>
                </c:pt>
                <c:pt idx="581">
                  <c:v>1.162</c:v>
                </c:pt>
                <c:pt idx="582">
                  <c:v>1.164</c:v>
                </c:pt>
                <c:pt idx="583">
                  <c:v>1.166</c:v>
                </c:pt>
                <c:pt idx="584">
                  <c:v>1.168</c:v>
                </c:pt>
                <c:pt idx="585">
                  <c:v>1.17</c:v>
                </c:pt>
                <c:pt idx="586">
                  <c:v>1.172</c:v>
                </c:pt>
                <c:pt idx="587">
                  <c:v>1.174</c:v>
                </c:pt>
                <c:pt idx="588">
                  <c:v>1.176</c:v>
                </c:pt>
                <c:pt idx="589">
                  <c:v>1.178</c:v>
                </c:pt>
                <c:pt idx="590">
                  <c:v>1.18</c:v>
                </c:pt>
                <c:pt idx="591">
                  <c:v>1.182</c:v>
                </c:pt>
                <c:pt idx="592">
                  <c:v>1.184</c:v>
                </c:pt>
                <c:pt idx="593">
                  <c:v>1.186</c:v>
                </c:pt>
                <c:pt idx="594">
                  <c:v>1.188</c:v>
                </c:pt>
                <c:pt idx="595">
                  <c:v>1.19</c:v>
                </c:pt>
                <c:pt idx="596">
                  <c:v>1.192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</c:numCache>
            </c:numRef>
          </c:xVal>
          <c:yVal>
            <c:numRef>
              <c:f>'Chart Data'!$F$2:$F$617</c:f>
              <c:numCache>
                <c:formatCode>0.0</c:formatCode>
                <c:ptCount val="6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5.55111512313e-17</c:v>
                </c:pt>
                <c:pt idx="24">
                  <c:v>4.99600361081e-16</c:v>
                </c:pt>
                <c:pt idx="25">
                  <c:v>2.05391259556e-15</c:v>
                </c:pt>
                <c:pt idx="26">
                  <c:v>6.93889390391e-15</c:v>
                </c:pt>
                <c:pt idx="27">
                  <c:v>2.12052597703e-14</c:v>
                </c:pt>
                <c:pt idx="28">
                  <c:v>6.01185767834e-14</c:v>
                </c:pt>
                <c:pt idx="29">
                  <c:v>1.5870638137e-13</c:v>
                </c:pt>
                <c:pt idx="30">
                  <c:v>3.93463039925e-13</c:v>
                </c:pt>
                <c:pt idx="31">
                  <c:v>9.20763465463e-13</c:v>
                </c:pt>
                <c:pt idx="32">
                  <c:v>2.04253280951e-12</c:v>
                </c:pt>
                <c:pt idx="33">
                  <c:v>4.31005231485e-12</c:v>
                </c:pt>
                <c:pt idx="34">
                  <c:v>8.6786688939e-12</c:v>
                </c:pt>
                <c:pt idx="35">
                  <c:v>1.67325042684e-11</c:v>
                </c:pt>
                <c:pt idx="36">
                  <c:v>3.10065306679e-11</c:v>
                </c:pt>
                <c:pt idx="37">
                  <c:v>5.54577494785e-11</c:v>
                </c:pt>
                <c:pt idx="38">
                  <c:v>9.61664636096e-11</c:v>
                </c:pt>
                <c:pt idx="39">
                  <c:v>1.62383051256e-10</c:v>
                </c:pt>
                <c:pt idx="40">
                  <c:v>2.6807295222e-10</c:v>
                </c:pt>
                <c:pt idx="41">
                  <c:v>4.34143553166e-10</c:v>
                </c:pt>
                <c:pt idx="42">
                  <c:v>6.91569465231e-10</c:v>
                </c:pt>
                <c:pt idx="43">
                  <c:v>1.08566982432e-09</c:v>
                </c:pt>
                <c:pt idx="44">
                  <c:v>1.68182666043e-09</c:v>
                </c:pt>
                <c:pt idx="45">
                  <c:v>2.57295791791e-09</c:v>
                </c:pt>
                <c:pt idx="46">
                  <c:v>3.88908063538e-09</c:v>
                </c:pt>
                <c:pt idx="47">
                  <c:v>5.80922779498e-09</c:v>
                </c:pt>
                <c:pt idx="48">
                  <c:v>8.57591584758e-09</c:v>
                </c:pt>
                <c:pt idx="49">
                  <c:v>1.25121581359e-08</c:v>
                </c:pt>
                <c:pt idx="50">
                  <c:v>1.80408154873e-08</c:v>
                </c:pt>
                <c:pt idx="51">
                  <c:v>2.5705908879e-08</c:v>
                </c:pt>
                <c:pt idx="52">
                  <c:v>3.61951968327e-08</c:v>
                </c:pt>
                <c:pt idx="53">
                  <c:v>5.03633350699e-08</c:v>
                </c:pt>
                <c:pt idx="54">
                  <c:v>6.92546661736e-08</c:v>
                </c:pt>
                <c:pt idx="55">
                  <c:v>9.4124959501e-08</c:v>
                </c:pt>
                <c:pt idx="56">
                  <c:v>1.26461721964e-07</c:v>
                </c:pt>
                <c:pt idx="57">
                  <c:v>1.68003323679e-07</c:v>
                </c:pt>
                <c:pt idx="58">
                  <c:v>2.20757923323e-07</c:v>
                </c:pt>
                <c:pt idx="59">
                  <c:v>2.87023581445e-07</c:v>
                </c:pt>
                <c:pt idx="60">
                  <c:v>3.6941056624e-07</c:v>
                </c:pt>
                <c:pt idx="61">
                  <c:v>4.70866229095e-07</c:v>
                </c:pt>
                <c:pt idx="62">
                  <c:v>5.94700880223e-07</c:v>
                </c:pt>
                <c:pt idx="63">
                  <c:v>7.44612830423e-07</c:v>
                </c:pt>
                <c:pt idx="64">
                  <c:v>9.24708445706e-07</c:v>
                </c:pt>
                <c:pt idx="65">
                  <c:v>1.13951528998e-06</c:v>
                </c:pt>
                <c:pt idx="66">
                  <c:v>1.39398376731e-06</c:v>
                </c:pt>
                <c:pt idx="67">
                  <c:v>1.69347729768e-06</c:v>
                </c:pt>
                <c:pt idx="68">
                  <c:v>2.04374804788e-06</c:v>
                </c:pt>
                <c:pt idx="69">
                  <c:v>2.4509008652e-06</c:v>
                </c:pt>
                <c:pt idx="70">
                  <c:v>2.92134464038e-06</c:v>
                </c:pt>
                <c:pt idx="71">
                  <c:v>3.46173682377e-06</c:v>
                </c:pt>
                <c:pt idx="72">
                  <c:v>4.07892078254e-06</c:v>
                </c:pt>
                <c:pt idx="73">
                  <c:v>4.77986604032e-06</c:v>
                </c:pt>
                <c:pt idx="74">
                  <c:v>5.57160841894e-06</c:v>
                </c:pt>
                <c:pt idx="75">
                  <c:v>6.46120339565e-06</c:v>
                </c:pt>
                <c:pt idx="76">
                  <c:v>7.45568635666e-06</c:v>
                </c:pt>
                <c:pt idx="77">
                  <c:v>8.56205208192e-06</c:v>
                </c:pt>
                <c:pt idx="78">
                  <c:v>9.78724685202e-06</c:v>
                </c:pt>
                <c:pt idx="79">
                  <c:v>1.11381794386e-05</c:v>
                </c:pt>
                <c:pt idx="80">
                  <c:v>1.26217464701e-05</c:v>
                </c:pt>
                <c:pt idx="81">
                  <c:v>1.42448692749e-05</c:v>
                </c:pt>
                <c:pt idx="82">
                  <c:v>1.60145398268e-05</c:v>
                </c:pt>
                <c:pt idx="83">
                  <c:v>1.79378634212e-05</c:v>
                </c:pt>
                <c:pt idx="84">
                  <c:v>2.00220994213e-05</c:v>
                </c:pt>
                <c:pt idx="85">
                  <c:v>2.22746821531e-05</c:v>
                </c:pt>
                <c:pt idx="86">
                  <c:v>2.47032271784e-05</c:v>
                </c:pt>
                <c:pt idx="87">
                  <c:v>2.73155049861e-05</c:v>
                </c:pt>
                <c:pt idx="88">
                  <c:v>3.01193908381e-05</c:v>
                </c:pt>
                <c:pt idx="89">
                  <c:v>3.31227780495e-05</c:v>
                </c:pt>
                <c:pt idx="90">
                  <c:v>3.63334691466e-05</c:v>
                </c:pt>
                <c:pt idx="91">
                  <c:v>3.97590400425e-05</c:v>
                </c:pt>
                <c:pt idx="92">
                  <c:v>4.34066962733e-05</c:v>
                </c:pt>
                <c:pt idx="93">
                  <c:v>4.72831235069e-05</c:v>
                </c:pt>
                <c:pt idx="94">
                  <c:v>5.13943501284e-05</c:v>
                </c:pt>
                <c:pt idx="95">
                  <c:v>5.57456297075e-05</c:v>
                </c:pt>
                <c:pt idx="96">
                  <c:v>6.0341353022e-05</c:v>
                </c:pt>
                <c:pt idx="97">
                  <c:v>6.51849998089e-05</c:v>
                </c:pt>
                <c:pt idx="98">
                  <c:v>7.02791287577e-05</c:v>
                </c:pt>
                <c:pt idx="99">
                  <c:v>7.5625414647e-05</c:v>
                </c:pt>
                <c:pt idx="100">
                  <c:v>8.12247198007e-05</c:v>
                </c:pt>
                <c:pt idx="101">
                  <c:v>8.70772065304e-05</c:v>
                </c:pt>
                <c:pt idx="102">
                  <c:v>9.31824673618e-05</c:v>
                </c:pt>
                <c:pt idx="103">
                  <c:v>9.95396807705e-05</c:v>
                </c:pt>
                <c:pt idx="104">
                  <c:v>0.000106147759718</c:v>
                </c:pt>
                <c:pt idx="105">
                  <c:v>0.000113005507699</c:v>
                </c:pt>
                <c:pt idx="106">
                  <c:v>0.000120111739454</c:v>
                </c:pt>
                <c:pt idx="107">
                  <c:v>0.000127465394664</c:v>
                </c:pt>
                <c:pt idx="108">
                  <c:v>0.000135065592028</c:v>
                </c:pt>
                <c:pt idx="109">
                  <c:v>0.000142911670826</c:v>
                </c:pt>
                <c:pt idx="110">
                  <c:v>0.000151003159556</c:v>
                </c:pt>
                <c:pt idx="111">
                  <c:v>0.000159339739519</c:v>
                </c:pt>
                <c:pt idx="112">
                  <c:v>0.000167921136478</c:v>
                </c:pt>
                <c:pt idx="113">
                  <c:v>0.00017674702465</c:v>
                </c:pt>
                <c:pt idx="114">
                  <c:v>0.000185816878636</c:v>
                </c:pt>
                <c:pt idx="115">
                  <c:v>0.000195129862951</c:v>
                </c:pt>
                <c:pt idx="116">
                  <c:v>0.000204684699079</c:v>
                </c:pt>
                <c:pt idx="117">
                  <c:v>0.000214479585195</c:v>
                </c:pt>
                <c:pt idx="118">
                  <c:v>0.000224512127163</c:v>
                </c:pt>
                <c:pt idx="119">
                  <c:v>0.000234779319698</c:v>
                </c:pt>
                <c:pt idx="120">
                  <c:v>0.000245277571443</c:v>
                </c:pt>
                <c:pt idx="121">
                  <c:v>0.000256002751408</c:v>
                </c:pt>
                <c:pt idx="122">
                  <c:v>0.00026695030457</c:v>
                </c:pt>
                <c:pt idx="123">
                  <c:v>0.000278115334258</c:v>
                </c:pt>
                <c:pt idx="124">
                  <c:v>0.000289492775235</c:v>
                </c:pt>
                <c:pt idx="125">
                  <c:v>0.000301077470067</c:v>
                </c:pt>
                <c:pt idx="126">
                  <c:v>0.000312864349328</c:v>
                </c:pt>
                <c:pt idx="127">
                  <c:v>0.000324849305795</c:v>
                </c:pt>
                <c:pt idx="128">
                  <c:v>0.000337030677604</c:v>
                </c:pt>
                <c:pt idx="129">
                  <c:v>0.000349406014013</c:v>
                </c:pt>
                <c:pt idx="130">
                  <c:v>0.000361973205375</c:v>
                </c:pt>
                <c:pt idx="131">
                  <c:v>0.000374730367481</c:v>
                </c:pt>
                <c:pt idx="132">
                  <c:v>0.000387675797396</c:v>
                </c:pt>
                <c:pt idx="133">
                  <c:v>0.00040080777357</c:v>
                </c:pt>
                <c:pt idx="134">
                  <c:v>0.000414124397698</c:v>
                </c:pt>
                <c:pt idx="135">
                  <c:v>0.000427623347889</c:v>
                </c:pt>
                <c:pt idx="136">
                  <c:v>0.000441301635483</c:v>
                </c:pt>
                <c:pt idx="137">
                  <c:v>0.000455155347229</c:v>
                </c:pt>
                <c:pt idx="138">
                  <c:v>0.000469179381429</c:v>
                </c:pt>
                <c:pt idx="139">
                  <c:v>0.00048336725821</c:v>
                </c:pt>
                <c:pt idx="140">
                  <c:v>0.000497710917212</c:v>
                </c:pt>
                <c:pt idx="141">
                  <c:v>0.000512200664234</c:v>
                </c:pt>
                <c:pt idx="142">
                  <c:v>0.000526825007605</c:v>
                </c:pt>
                <c:pt idx="143">
                  <c:v>0.000541570467412</c:v>
                </c:pt>
                <c:pt idx="144">
                  <c:v>0.000556420763607</c:v>
                </c:pt>
                <c:pt idx="145">
                  <c:v>0.00057135563193</c:v>
                </c:pt>
                <c:pt idx="146">
                  <c:v>0.000586348904876</c:v>
                </c:pt>
                <c:pt idx="147">
                  <c:v>0.000601367377336</c:v>
                </c:pt>
                <c:pt idx="148">
                  <c:v>0.000616370209187</c:v>
                </c:pt>
                <c:pt idx="149">
                  <c:v>0.000631306770652</c:v>
                </c:pt>
                <c:pt idx="150">
                  <c:v>0.00064612431382</c:v>
                </c:pt>
                <c:pt idx="151">
                  <c:v>0.000660792525815</c:v>
                </c:pt>
                <c:pt idx="152">
                  <c:v>0.000675300893695</c:v>
                </c:pt>
                <c:pt idx="153">
                  <c:v>0.000689648549835</c:v>
                </c:pt>
                <c:pt idx="154">
                  <c:v>0.000703811838983</c:v>
                </c:pt>
                <c:pt idx="155">
                  <c:v>0.000717711591527</c:v>
                </c:pt>
                <c:pt idx="156">
                  <c:v>0.000731229823318</c:v>
                </c:pt>
                <c:pt idx="157">
                  <c:v>0.000744261425257</c:v>
                </c:pt>
                <c:pt idx="158">
                  <c:v>0.00075675102235</c:v>
                </c:pt>
                <c:pt idx="159">
                  <c:v>0.000768748206687</c:v>
                </c:pt>
                <c:pt idx="160">
                  <c:v>0.000780392504149</c:v>
                </c:pt>
                <c:pt idx="161">
                  <c:v>0.000791925889873</c:v>
                </c:pt>
                <c:pt idx="162">
                  <c:v>0.000803708329212</c:v>
                </c:pt>
                <c:pt idx="163">
                  <c:v>0.000815961708359</c:v>
                </c:pt>
                <c:pt idx="164">
                  <c:v>0.000828668963986</c:v>
                </c:pt>
                <c:pt idx="165">
                  <c:v>0.000841500589489</c:v>
                </c:pt>
                <c:pt idx="166">
                  <c:v>0.000854153994912</c:v>
                </c:pt>
                <c:pt idx="167">
                  <c:v>0.000866557282371</c:v>
                </c:pt>
                <c:pt idx="168">
                  <c:v>0.000878851294879</c:v>
                </c:pt>
                <c:pt idx="169">
                  <c:v>0.00089120628208</c:v>
                </c:pt>
                <c:pt idx="170">
                  <c:v>0.000903708372908</c:v>
                </c:pt>
                <c:pt idx="171">
                  <c:v>0.000916360253198</c:v>
                </c:pt>
                <c:pt idx="172">
                  <c:v>0.000929124354084</c:v>
                </c:pt>
                <c:pt idx="173">
                  <c:v>0.000941964531393</c:v>
                </c:pt>
                <c:pt idx="174">
                  <c:v>0.000954858669895</c:v>
                </c:pt>
                <c:pt idx="175">
                  <c:v>0.000967800551139</c:v>
                </c:pt>
                <c:pt idx="176">
                  <c:v>0.000980791700906</c:v>
                </c:pt>
                <c:pt idx="177">
                  <c:v>0.000993835778644</c:v>
                </c:pt>
                <c:pt idx="178">
                  <c:v>0.00100693705211</c:v>
                </c:pt>
                <c:pt idx="179">
                  <c:v>0.00102010078765</c:v>
                </c:pt>
                <c:pt idx="180">
                  <c:v>0.00103333130183</c:v>
                </c:pt>
                <c:pt idx="181">
                  <c:v>0.00104662880596</c:v>
                </c:pt>
                <c:pt idx="182">
                  <c:v>0.00105998596534</c:v>
                </c:pt>
                <c:pt idx="183">
                  <c:v>0.00107339915919</c:v>
                </c:pt>
                <c:pt idx="184">
                  <c:v>0.00108684706628</c:v>
                </c:pt>
                <c:pt idx="185">
                  <c:v>0.00110029105406</c:v>
                </c:pt>
                <c:pt idx="186">
                  <c:v>0.00111369286956</c:v>
                </c:pt>
                <c:pt idx="187">
                  <c:v>0.00112701265879</c:v>
                </c:pt>
                <c:pt idx="188">
                  <c:v>0.00114021776408</c:v>
                </c:pt>
                <c:pt idx="189">
                  <c:v>0.00115329217549</c:v>
                </c:pt>
                <c:pt idx="190">
                  <c:v>0.00116624502471</c:v>
                </c:pt>
                <c:pt idx="191">
                  <c:v>0.0011791066376</c:v>
                </c:pt>
                <c:pt idx="192">
                  <c:v>0.00119191553039</c:v>
                </c:pt>
                <c:pt idx="193">
                  <c:v>0.00120470777197</c:v>
                </c:pt>
                <c:pt idx="194">
                  <c:v>0.00121751215453</c:v>
                </c:pt>
                <c:pt idx="195">
                  <c:v>0.00123034961997</c:v>
                </c:pt>
                <c:pt idx="196">
                  <c:v>0.00124323465039</c:v>
                </c:pt>
                <c:pt idx="197">
                  <c:v>0.00125617639697</c:v>
                </c:pt>
                <c:pt idx="198">
                  <c:v>0.00126918122873</c:v>
                </c:pt>
                <c:pt idx="199">
                  <c:v>0.00128225476126</c:v>
                </c:pt>
                <c:pt idx="200">
                  <c:v>0.00129540244572</c:v>
                </c:pt>
                <c:pt idx="201">
                  <c:v>0.00130862769561</c:v>
                </c:pt>
                <c:pt idx="202">
                  <c:v>0.00132193041508</c:v>
                </c:pt>
                <c:pt idx="203">
                  <c:v>0.00133530418223</c:v>
                </c:pt>
                <c:pt idx="204">
                  <c:v>0.00134873691196</c:v>
                </c:pt>
                <c:pt idx="205">
                  <c:v>0.00136221199568</c:v>
                </c:pt>
                <c:pt idx="206">
                  <c:v>0.00137570908814</c:v>
                </c:pt>
                <c:pt idx="207">
                  <c:v>0.00138920613352</c:v>
                </c:pt>
                <c:pt idx="208">
                  <c:v>0.00140268020915</c:v>
                </c:pt>
                <c:pt idx="209">
                  <c:v>0.00141611021024</c:v>
                </c:pt>
                <c:pt idx="210">
                  <c:v>0.0014294806192</c:v>
                </c:pt>
                <c:pt idx="211">
                  <c:v>0.00144278389296</c:v>
                </c:pt>
                <c:pt idx="212">
                  <c:v>0.00145602145625</c:v>
                </c:pt>
                <c:pt idx="213">
                  <c:v>0.00146920300749</c:v>
                </c:pt>
                <c:pt idx="214">
                  <c:v>0.00148234478754</c:v>
                </c:pt>
                <c:pt idx="215">
                  <c:v>0.00149546696523</c:v>
                </c:pt>
                <c:pt idx="216">
                  <c:v>0.00150859092055</c:v>
                </c:pt>
                <c:pt idx="217">
                  <c:v>0.00152173687283</c:v>
                </c:pt>
                <c:pt idx="218">
                  <c:v>0.00153492225157</c:v>
                </c:pt>
                <c:pt idx="219">
                  <c:v>0.00154816062483</c:v>
                </c:pt>
                <c:pt idx="220">
                  <c:v>0.00156146130918</c:v>
                </c:pt>
                <c:pt idx="221">
                  <c:v>0.00157482936611</c:v>
                </c:pt>
                <c:pt idx="222">
                  <c:v>0.00158826587785</c:v>
                </c:pt>
                <c:pt idx="223">
                  <c:v>0.00160176816937</c:v>
                </c:pt>
                <c:pt idx="224">
                  <c:v>0.00161533017424</c:v>
                </c:pt>
                <c:pt idx="225">
                  <c:v>0.00162894274447</c:v>
                </c:pt>
                <c:pt idx="226">
                  <c:v>0.00164259416182</c:v>
                </c:pt>
                <c:pt idx="227">
                  <c:v>0.00165627076794</c:v>
                </c:pt>
                <c:pt idx="228">
                  <c:v>0.0016699577294</c:v>
                </c:pt>
                <c:pt idx="229">
                  <c:v>0.00168364000675</c:v>
                </c:pt>
                <c:pt idx="230">
                  <c:v>0.00169730348947</c:v>
                </c:pt>
                <c:pt idx="231">
                  <c:v>0.00171093626344</c:v>
                </c:pt>
                <c:pt idx="232">
                  <c:v>0.00172452980709</c:v>
                </c:pt>
                <c:pt idx="233">
                  <c:v>0.00173807993234</c:v>
                </c:pt>
                <c:pt idx="234">
                  <c:v>0.00175158726312</c:v>
                </c:pt>
                <c:pt idx="235">
                  <c:v>0.00176505717449</c:v>
                </c:pt>
                <c:pt idx="236">
                  <c:v>0.00177849919626</c:v>
                </c:pt>
                <c:pt idx="237">
                  <c:v>0.00179192599082</c:v>
                </c:pt>
                <c:pt idx="238">
                  <c:v>0.00180535201838</c:v>
                </c:pt>
                <c:pt idx="239">
                  <c:v>0.0018187921007</c:v>
                </c:pt>
                <c:pt idx="240">
                  <c:v>0.00183226002155</c:v>
                </c:pt>
                <c:pt idx="241">
                  <c:v>0.00184576734727</c:v>
                </c:pt>
                <c:pt idx="242">
                  <c:v>0.00185932256238</c:v>
                </c:pt>
                <c:pt idx="243">
                  <c:v>0.00187293058115</c:v>
                </c:pt>
                <c:pt idx="244">
                  <c:v>0.00188659260099</c:v>
                </c:pt>
                <c:pt idx="245">
                  <c:v>0.001900306259</c:v>
                </c:pt>
                <c:pt idx="246">
                  <c:v>0.00191406604655</c:v>
                </c:pt>
                <c:pt idx="247">
                  <c:v>0.00192786391763</c:v>
                </c:pt>
                <c:pt idx="248">
                  <c:v>0.00194169003813</c:v>
                </c:pt>
                <c:pt idx="249">
                  <c:v>0.00195553360455</c:v>
                </c:pt>
                <c:pt idx="250">
                  <c:v>0.00196938371289</c:v>
                </c:pt>
                <c:pt idx="251">
                  <c:v>0.0019832302195</c:v>
                </c:pt>
                <c:pt idx="252">
                  <c:v>0.00199706453564</c:v>
                </c:pt>
                <c:pt idx="253">
                  <c:v>0.00201088029447</c:v>
                </c:pt>
                <c:pt idx="254">
                  <c:v>0.00202467385215</c:v>
                </c:pt>
                <c:pt idx="255">
                  <c:v>0.00203844457302</c:v>
                </c:pt>
                <c:pt idx="256">
                  <c:v>0.00205219486503</c:v>
                </c:pt>
                <c:pt idx="257">
                  <c:v>0.00206592994426</c:v>
                </c:pt>
                <c:pt idx="258">
                  <c:v>0.00207965734201</c:v>
                </c:pt>
                <c:pt idx="259">
                  <c:v>0.00209338619861</c:v>
                </c:pt>
                <c:pt idx="260">
                  <c:v>0.00210712641706</c:v>
                </c:pt>
                <c:pt idx="261">
                  <c:v>0.00212088776387</c:v>
                </c:pt>
                <c:pt idx="262">
                  <c:v>0.00213467899886</c:v>
                </c:pt>
                <c:pt idx="263">
                  <c:v>0.00214850711951</c:v>
                </c:pt>
                <c:pt idx="264">
                  <c:v>0.00216237679388</c:v>
                </c:pt>
                <c:pt idx="265">
                  <c:v>0.00217629003042</c:v>
                </c:pt>
                <c:pt idx="266">
                  <c:v>0.00219024609106</c:v>
                </c:pt>
                <c:pt idx="267">
                  <c:v>0.00220424163916</c:v>
                </c:pt>
                <c:pt idx="268">
                  <c:v>0.0022182711055</c:v>
                </c:pt>
                <c:pt idx="269">
                  <c:v>0.00223232723173</c:v>
                </c:pt>
                <c:pt idx="270">
                  <c:v>0.0022464017184</c:v>
                </c:pt>
                <c:pt idx="271">
                  <c:v>0.0022604859196</c:v>
                </c:pt>
                <c:pt idx="272">
                  <c:v>0.00227457154062</c:v>
                </c:pt>
                <c:pt idx="273">
                  <c:v>0.00228865129016</c:v>
                </c:pt>
                <c:pt idx="274">
                  <c:v>0.00230271943375</c:v>
                </c:pt>
                <c:pt idx="275">
                  <c:v>0.00231677221066</c:v>
                </c:pt>
                <c:pt idx="276">
                  <c:v>0.00233080808046</c:v>
                </c:pt>
                <c:pt idx="277">
                  <c:v>0.00234482778888</c:v>
                </c:pt>
                <c:pt idx="278">
                  <c:v>0.00235883426453</c:v>
                </c:pt>
                <c:pt idx="279">
                  <c:v>0.00237283235529</c:v>
                </c:pt>
                <c:pt idx="280">
                  <c:v>0.00238682841522</c:v>
                </c:pt>
                <c:pt idx="281">
                  <c:v>0.00240082977427</c:v>
                </c:pt>
                <c:pt idx="282">
                  <c:v>0.00241484414002</c:v>
                </c:pt>
                <c:pt idx="283">
                  <c:v>0.00242887898664</c:v>
                </c:pt>
                <c:pt idx="284">
                  <c:v>0.0024429409775</c:v>
                </c:pt>
                <c:pt idx="285">
                  <c:v>0.00245703546382</c:v>
                </c:pt>
                <c:pt idx="286">
                  <c:v>0.00247116611418</c:v>
                </c:pt>
                <c:pt idx="287">
                  <c:v>0.00248533469917</c:v>
                </c:pt>
                <c:pt idx="288">
                  <c:v>0.00249954103429</c:v>
                </c:pt>
                <c:pt idx="289">
                  <c:v>0.0025137830791</c:v>
                </c:pt>
                <c:pt idx="290">
                  <c:v>0.00252805717916</c:v>
                </c:pt>
                <c:pt idx="291">
                  <c:v>0.00254235843056</c:v>
                </c:pt>
                <c:pt idx="292">
                  <c:v>0.00255668113201</c:v>
                </c:pt>
                <c:pt idx="293">
                  <c:v>0.00257101928313</c:v>
                </c:pt>
                <c:pt idx="294">
                  <c:v>0.00258536708356</c:v>
                </c:pt>
                <c:pt idx="295">
                  <c:v>0.00259971939087</c:v>
                </c:pt>
                <c:pt idx="296">
                  <c:v>0.00261407210969</c:v>
                </c:pt>
                <c:pt idx="297">
                  <c:v>0.00262842248537</c:v>
                </c:pt>
                <c:pt idx="298">
                  <c:v>0.00264276926895</c:v>
                </c:pt>
                <c:pt idx="299">
                  <c:v>0.00265711274603</c:v>
                </c:pt>
                <c:pt idx="300">
                  <c:v>0.00267145464216</c:v>
                </c:pt>
                <c:pt idx="301">
                  <c:v>0.00268579791682</c:v>
                </c:pt>
                <c:pt idx="302">
                  <c:v>0.00270014646917</c:v>
                </c:pt>
                <c:pt idx="303">
                  <c:v>0.00271450477919</c:v>
                </c:pt>
                <c:pt idx="304">
                  <c:v>0.00272887750233</c:v>
                </c:pt>
                <c:pt idx="305">
                  <c:v>0.00274326905433</c:v>
                </c:pt>
                <c:pt idx="306">
                  <c:v>0.00275768323816</c:v>
                </c:pt>
                <c:pt idx="307">
                  <c:v>0.00277212294244</c:v>
                </c:pt>
                <c:pt idx="308">
                  <c:v>0.00278658993064</c:v>
                </c:pt>
                <c:pt idx="309">
                  <c:v>0.00280108473461</c:v>
                </c:pt>
                <c:pt idx="310">
                  <c:v>0.00281560664323</c:v>
                </c:pt>
                <c:pt idx="311">
                  <c:v>0.00283015378892</c:v>
                </c:pt>
                <c:pt idx="312">
                  <c:v>0.0028447233438</c:v>
                </c:pt>
                <c:pt idx="313">
                  <c:v>0.00285931181015</c:v>
                </c:pt>
                <c:pt idx="314">
                  <c:v>0.00287391534806</c:v>
                </c:pt>
                <c:pt idx="315">
                  <c:v>0.0028885301061</c:v>
                </c:pt>
                <c:pt idx="316">
                  <c:v>0.00290315255657</c:v>
                </c:pt>
                <c:pt idx="317">
                  <c:v>0.00291777981325</c:v>
                </c:pt>
                <c:pt idx="318">
                  <c:v>0.00293240988161</c:v>
                </c:pt>
                <c:pt idx="319">
                  <c:v>0.00294704181577</c:v>
                </c:pt>
                <c:pt idx="320">
                  <c:v>0.00296167578696</c:v>
                </c:pt>
                <c:pt idx="321">
                  <c:v>0.00297631306773</c:v>
                </c:pt>
                <c:pt idx="322">
                  <c:v>0.00299095592706</c:v>
                </c:pt>
                <c:pt idx="323">
                  <c:v>0.00300560743841</c:v>
                </c:pt>
                <c:pt idx="324">
                  <c:v>0.00302027123378</c:v>
                </c:pt>
                <c:pt idx="325">
                  <c:v>0.00303495122681</c:v>
                </c:pt>
                <c:pt idx="326">
                  <c:v>0.00304965131178</c:v>
                </c:pt>
                <c:pt idx="327">
                  <c:v>0.00306437506369</c:v>
                </c:pt>
                <c:pt idx="328">
                  <c:v>0.00307912547048</c:v>
                </c:pt>
                <c:pt idx="329">
                  <c:v>0.00309390472187</c:v>
                </c:pt>
                <c:pt idx="330">
                  <c:v>0.00310871407352</c:v>
                </c:pt>
                <c:pt idx="331">
                  <c:v>0.00312355378976</c:v>
                </c:pt>
                <c:pt idx="332">
                  <c:v>0.00313842316086</c:v>
                </c:pt>
                <c:pt idx="333">
                  <c:v>0.0031533205961</c:v>
                </c:pt>
                <c:pt idx="334">
                  <c:v>0.00316824377054</c:v>
                </c:pt>
                <c:pt idx="335">
                  <c:v>0.00318318981283</c:v>
                </c:pt>
                <c:pt idx="336">
                  <c:v>0.00319815554581</c:v>
                </c:pt>
                <c:pt idx="337">
                  <c:v>0.00321313775266</c:v>
                </c:pt>
                <c:pt idx="338">
                  <c:v>0.00322813343479</c:v>
                </c:pt>
                <c:pt idx="339">
                  <c:v>0.00324314003649</c:v>
                </c:pt>
                <c:pt idx="340">
                  <c:v>0.00325815561305</c:v>
                </c:pt>
                <c:pt idx="341">
                  <c:v>0.00327317894002</c:v>
                </c:pt>
                <c:pt idx="342">
                  <c:v>0.00328820957057</c:v>
                </c:pt>
                <c:pt idx="343">
                  <c:v>0.00330324784029</c:v>
                </c:pt>
                <c:pt idx="344">
                  <c:v>0.00331829480374</c:v>
                </c:pt>
                <c:pt idx="345">
                  <c:v>0.00333335210268</c:v>
                </c:pt>
                <c:pt idx="346">
                  <c:v>0.00334842180764</c:v>
                </c:pt>
                <c:pt idx="347">
                  <c:v>0.00336350625059</c:v>
                </c:pt>
                <c:pt idx="348">
                  <c:v>0.00337860783079</c:v>
                </c:pt>
                <c:pt idx="349">
                  <c:v>0.00339372880605</c:v>
                </c:pt>
                <c:pt idx="350">
                  <c:v>0.00340887111374</c:v>
                </c:pt>
                <c:pt idx="351">
                  <c:v>0.00342403624107</c:v>
                </c:pt>
                <c:pt idx="352">
                  <c:v>0.00343922514185</c:v>
                </c:pt>
                <c:pt idx="353">
                  <c:v>0.00345443819451</c:v>
                </c:pt>
                <c:pt idx="354">
                  <c:v>0.00346967520801</c:v>
                </c:pt>
                <c:pt idx="355">
                  <c:v>0.00348493548019</c:v>
                </c:pt>
                <c:pt idx="356">
                  <c:v>0.00350021789421</c:v>
                </c:pt>
                <c:pt idx="357">
                  <c:v>0.0035155210423</c:v>
                </c:pt>
                <c:pt idx="358">
                  <c:v>0.0035308433759</c:v>
                </c:pt>
                <c:pt idx="359">
                  <c:v>0.00354618336975</c:v>
                </c:pt>
                <c:pt idx="360">
                  <c:v>0.00356153967378</c:v>
                </c:pt>
                <c:pt idx="361">
                  <c:v>0.00357691123838</c:v>
                </c:pt>
                <c:pt idx="362">
                  <c:v>0.00359229741036</c:v>
                </c:pt>
                <c:pt idx="363">
                  <c:v>0.00360769799898</c:v>
                </c:pt>
                <c:pt idx="364">
                  <c:v>0.00362311329606</c:v>
                </c:pt>
                <c:pt idx="365">
                  <c:v>0.00363854404549</c:v>
                </c:pt>
                <c:pt idx="366">
                  <c:v>0.00365399138547</c:v>
                </c:pt>
                <c:pt idx="367">
                  <c:v>0.0036694567703</c:v>
                </c:pt>
                <c:pt idx="368">
                  <c:v>0.00368494185671</c:v>
                </c:pt>
                <c:pt idx="369">
                  <c:v>0.00370044836437</c:v>
                </c:pt>
                <c:pt idx="370">
                  <c:v>0.00371597793204</c:v>
                </c:pt>
                <c:pt idx="371">
                  <c:v>0.00373153198626</c:v>
                </c:pt>
                <c:pt idx="372">
                  <c:v>0.00374711163886</c:v>
                </c:pt>
                <c:pt idx="373">
                  <c:v>0.00376271761739</c:v>
                </c:pt>
                <c:pt idx="374">
                  <c:v>0.00377835021386</c:v>
                </c:pt>
                <c:pt idx="375">
                  <c:v>0.00379400925901</c:v>
                </c:pt>
                <c:pt idx="376">
                  <c:v>0.00380969413713</c:v>
                </c:pt>
                <c:pt idx="377">
                  <c:v>0.00382540383781</c:v>
                </c:pt>
                <c:pt idx="378">
                  <c:v>0.00384113705275</c:v>
                </c:pt>
                <c:pt idx="379">
                  <c:v>0.00385689230606</c:v>
                </c:pt>
                <c:pt idx="380">
                  <c:v>0.00387266806781</c:v>
                </c:pt>
                <c:pt idx="381">
                  <c:v>0.00388846284463</c:v>
                </c:pt>
                <c:pt idx="382">
                  <c:v>0.00390427528306</c:v>
                </c:pt>
                <c:pt idx="383">
                  <c:v>0.00392010428524</c:v>
                </c:pt>
                <c:pt idx="384">
                  <c:v>0.00393594909601</c:v>
                </c:pt>
                <c:pt idx="385">
                  <c:v>0.00395180933726</c:v>
                </c:pt>
                <c:pt idx="386">
                  <c:v>0.0039676850254</c:v>
                </c:pt>
                <c:pt idx="387">
                  <c:v>0.00398357658081</c:v>
                </c:pt>
                <c:pt idx="388">
                  <c:v>0.00399948479255</c:v>
                </c:pt>
                <c:pt idx="389">
                  <c:v>0.00401541073773</c:v>
                </c:pt>
                <c:pt idx="390">
                  <c:v>0.00403135568563</c:v>
                </c:pt>
                <c:pt idx="391">
                  <c:v>0.00404732100249</c:v>
                </c:pt>
                <c:pt idx="392">
                  <c:v>0.00406330806377</c:v>
                </c:pt>
                <c:pt idx="393">
                  <c:v>0.00407931817042</c:v>
                </c:pt>
                <c:pt idx="394">
                  <c:v>0.00409535246595</c:v>
                </c:pt>
                <c:pt idx="395">
                  <c:v>0.00411141186447</c:v>
                </c:pt>
                <c:pt idx="396">
                  <c:v>0.00412749700291</c:v>
                </c:pt>
                <c:pt idx="397">
                  <c:v>0.0041436082254</c:v>
                </c:pt>
                <c:pt idx="398">
                  <c:v>0.00415974558727</c:v>
                </c:pt>
                <c:pt idx="399">
                  <c:v>0.00417590887468</c:v>
                </c:pt>
                <c:pt idx="400">
                  <c:v>0.00419209765068</c:v>
                </c:pt>
                <c:pt idx="401">
                  <c:v>0.00420831132544</c:v>
                </c:pt>
                <c:pt idx="402">
                  <c:v>0.00422454922846</c:v>
                </c:pt>
                <c:pt idx="403">
                  <c:v>0.0042408106723</c:v>
                </c:pt>
                <c:pt idx="404">
                  <c:v>0.00425709501897</c:v>
                </c:pt>
                <c:pt idx="405">
                  <c:v>0.00427340174828</c:v>
                </c:pt>
                <c:pt idx="406">
                  <c:v>0.00428973050923</c:v>
                </c:pt>
                <c:pt idx="407">
                  <c:v>0.00430608094777</c:v>
                </c:pt>
                <c:pt idx="408">
                  <c:v>0.00432245308586</c:v>
                </c:pt>
                <c:pt idx="409">
                  <c:v>0.00433884923331</c:v>
                </c:pt>
                <c:pt idx="410">
                  <c:v>0.00435527389382</c:v>
                </c:pt>
                <c:pt idx="411">
                  <c:v>0.00437173007572</c:v>
                </c:pt>
                <c:pt idx="412">
                  <c:v>0.00438821328633</c:v>
                </c:pt>
                <c:pt idx="413">
                  <c:v>0.00440470425522</c:v>
                </c:pt>
                <c:pt idx="414">
                  <c:v>0.00442115029245</c:v>
                </c:pt>
                <c:pt idx="415">
                  <c:v>0.00443741975669</c:v>
                </c:pt>
                <c:pt idx="416">
                  <c:v>0.00445321793342</c:v>
                </c:pt>
                <c:pt idx="417">
                  <c:v>0.00446798493056</c:v>
                </c:pt>
                <c:pt idx="418">
                  <c:v>0.00448084288078</c:v>
                </c:pt>
                <c:pt idx="419">
                  <c:v>0.00449065597108</c:v>
                </c:pt>
                <c:pt idx="420">
                  <c:v>0.00449624027406</c:v>
                </c:pt>
                <c:pt idx="421">
                  <c:v>0.00449683969291</c:v>
                </c:pt>
                <c:pt idx="422">
                  <c:v>0.00449270964983</c:v>
                </c:pt>
                <c:pt idx="423">
                  <c:v>0.00448579842697</c:v>
                </c:pt>
                <c:pt idx="424">
                  <c:v>0.00447999431196</c:v>
                </c:pt>
                <c:pt idx="425">
                  <c:v>0.00447797684599</c:v>
                </c:pt>
                <c:pt idx="426">
                  <c:v>0.00448012435218</c:v>
                </c:pt>
                <c:pt idx="427">
                  <c:v>0.0044846124559</c:v>
                </c:pt>
                <c:pt idx="428">
                  <c:v>0.00448955309086</c:v>
                </c:pt>
                <c:pt idx="429">
                  <c:v>0.00449441500064</c:v>
                </c:pt>
                <c:pt idx="430">
                  <c:v>0.00450004180773</c:v>
                </c:pt>
                <c:pt idx="431">
                  <c:v>0.00450781126279</c:v>
                </c:pt>
                <c:pt idx="432">
                  <c:v>0.00451887789861</c:v>
                </c:pt>
                <c:pt idx="433">
                  <c:v>0.00453387821555</c:v>
                </c:pt>
                <c:pt idx="434">
                  <c:v>0.00455312464407</c:v>
                </c:pt>
                <c:pt idx="435">
                  <c:v>0.00457675750743</c:v>
                </c:pt>
                <c:pt idx="436">
                  <c:v>0.00460497309336</c:v>
                </c:pt>
                <c:pt idx="437">
                  <c:v>0.00463803333083</c:v>
                </c:pt>
                <c:pt idx="438">
                  <c:v>0.00467633690006</c:v>
                </c:pt>
                <c:pt idx="439">
                  <c:v>0.00472029711611</c:v>
                </c:pt>
                <c:pt idx="440">
                  <c:v>0.00477044459233</c:v>
                </c:pt>
                <c:pt idx="441">
                  <c:v>0.00482737890276</c:v>
                </c:pt>
                <c:pt idx="442">
                  <c:v>0.00489162938713</c:v>
                </c:pt>
                <c:pt idx="443">
                  <c:v>0.0049636510208</c:v>
                </c:pt>
                <c:pt idx="444">
                  <c:v>0.0050437903713</c:v>
                </c:pt>
                <c:pt idx="445">
                  <c:v>0.00513231682748</c:v>
                </c:pt>
                <c:pt idx="446">
                  <c:v>0.00522937506427</c:v>
                </c:pt>
                <c:pt idx="447">
                  <c:v>0.00533499582208</c:v>
                </c:pt>
                <c:pt idx="448">
                  <c:v>0.00544909795656</c:v>
                </c:pt>
                <c:pt idx="449">
                  <c:v>0.00557152405603</c:v>
                </c:pt>
                <c:pt idx="450">
                  <c:v>0.00570210035507</c:v>
                </c:pt>
                <c:pt idx="451">
                  <c:v>0.00584071283549</c:v>
                </c:pt>
                <c:pt idx="452">
                  <c:v>0.00598736401229</c:v>
                </c:pt>
                <c:pt idx="453">
                  <c:v>0.00614219608302</c:v>
                </c:pt>
                <c:pt idx="454">
                  <c:v>0.00630545790065</c:v>
                </c:pt>
                <c:pt idx="455">
                  <c:v>0.00647744411902</c:v>
                </c:pt>
                <c:pt idx="456">
                  <c:v>0.00665845368164</c:v>
                </c:pt>
                <c:pt idx="457">
                  <c:v>0.00684874500334</c:v>
                </c:pt>
                <c:pt idx="458">
                  <c:v>0.00704853614073</c:v>
                </c:pt>
                <c:pt idx="459">
                  <c:v>0.00725800937348</c:v>
                </c:pt>
                <c:pt idx="460">
                  <c:v>0.00747732411</c:v>
                </c:pt>
                <c:pt idx="461">
                  <c:v>0.007706638849</c:v>
                </c:pt>
                <c:pt idx="462">
                  <c:v>0.00794610558021</c:v>
                </c:pt>
                <c:pt idx="463">
                  <c:v>0.00819586681644</c:v>
                </c:pt>
                <c:pt idx="464">
                  <c:v>0.00845602703927</c:v>
                </c:pt>
                <c:pt idx="465">
                  <c:v>0.0087266264024</c:v>
                </c:pt>
                <c:pt idx="466">
                  <c:v>0.00900761710859</c:v>
                </c:pt>
                <c:pt idx="467">
                  <c:v>0.00929884800586</c:v>
                </c:pt>
                <c:pt idx="468">
                  <c:v>0.00960006266815</c:v>
                </c:pt>
                <c:pt idx="469">
                  <c:v>0.00991090880426</c:v>
                </c:pt>
                <c:pt idx="470">
                  <c:v>0.0102309537755</c:v>
                </c:pt>
                <c:pt idx="471">
                  <c:v>0.0105597108469</c:v>
                </c:pt>
                <c:pt idx="472">
                  <c:v>0.0108966659613</c:v>
                </c:pt>
                <c:pt idx="473">
                  <c:v>0.0112413154377</c:v>
                </c:pt>
                <c:pt idx="474">
                  <c:v>0.0115931928887</c:v>
                </c:pt>
                <c:pt idx="475">
                  <c:v>0.0119519007962</c:v>
                </c:pt>
                <c:pt idx="476">
                  <c:v>0.0123171184479</c:v>
                </c:pt>
                <c:pt idx="477">
                  <c:v>0.0126886094469</c:v>
                </c:pt>
                <c:pt idx="478">
                  <c:v>0.0130662095023</c:v>
                </c:pt>
                <c:pt idx="479">
                  <c:v>0.0134498181727</c:v>
                </c:pt>
                <c:pt idx="480">
                  <c:v>0.0138393809592</c:v>
                </c:pt>
                <c:pt idx="481">
                  <c:v>0.0142348807097</c:v>
                </c:pt>
                <c:pt idx="482">
                  <c:v>0.0146363187585</c:v>
                </c:pt>
                <c:pt idx="483">
                  <c:v>0.0150437085423</c:v>
                </c:pt>
                <c:pt idx="484">
                  <c:v>0.0154570516379</c:v>
                </c:pt>
                <c:pt idx="485">
                  <c:v>0.0158763276144</c:v>
                </c:pt>
                <c:pt idx="486">
                  <c:v>0.0163014681287</c:v>
                </c:pt>
                <c:pt idx="487">
                  <c:v>0.0167323460964</c:v>
                </c:pt>
                <c:pt idx="488">
                  <c:v>0.017168760996</c:v>
                </c:pt>
                <c:pt idx="489">
                  <c:v>0.0176104373227</c:v>
                </c:pt>
                <c:pt idx="490">
                  <c:v>0.0180570289766</c:v>
                </c:pt>
                <c:pt idx="491">
                  <c:v>0.0185081309624</c:v>
                </c:pt>
                <c:pt idx="492">
                  <c:v>0.0189633001816</c:v>
                </c:pt>
                <c:pt idx="493">
                  <c:v>0.019422076317</c:v>
                </c:pt>
                <c:pt idx="494">
                  <c:v>0.0198840116821</c:v>
                </c:pt>
                <c:pt idx="495">
                  <c:v>0.0203486954322</c:v>
                </c:pt>
                <c:pt idx="496">
                  <c:v>0.0208157823903</c:v>
                </c:pt>
                <c:pt idx="497">
                  <c:v>0.0212850109583</c:v>
                </c:pt>
                <c:pt idx="498">
                  <c:v>0.0217562191169</c:v>
                </c:pt>
                <c:pt idx="499">
                  <c:v>0.0222293466252</c:v>
                </c:pt>
                <c:pt idx="500">
                  <c:v>0.022704432538</c:v>
                </c:pt>
                <c:pt idx="501">
                  <c:v>0.0231816005216</c:v>
                </c:pt>
                <c:pt idx="502">
                  <c:v>0.023661040449</c:v>
                </c:pt>
                <c:pt idx="503">
                  <c:v>0.0241429823949</c:v>
                </c:pt>
                <c:pt idx="504">
                  <c:v>0.0246276691479</c:v>
                </c:pt>
                <c:pt idx="505">
                  <c:v>0.0251153273671</c:v>
                </c:pt>
                <c:pt idx="506">
                  <c:v>0.0256061400221</c:v>
                </c:pt>
                <c:pt idx="507">
                  <c:v>0.026100223621</c:v>
                </c:pt>
                <c:pt idx="508">
                  <c:v>0.0265976098071</c:v>
                </c:pt>
                <c:pt idx="509">
                  <c:v>0.0270982362223</c:v>
                </c:pt>
                <c:pt idx="510">
                  <c:v>0.0276019434546</c:v>
                </c:pt>
                <c:pt idx="511">
                  <c:v>0.028108482867</c:v>
                </c:pt>
                <c:pt idx="512">
                  <c:v>0.0286175293924</c:v>
                </c:pt>
                <c:pt idx="513">
                  <c:v>0.0291287040951</c:v>
                </c:pt>
                <c:pt idx="514">
                  <c:v>0.0296415977713</c:v>
                </c:pt>
                <c:pt idx="515">
                  <c:v>0.0301558013862</c:v>
                </c:pt>
                <c:pt idx="516">
                  <c:v>0.0306709315685</c:v>
                </c:pt>
                <c:pt idx="517">
                  <c:v>0.0311866593169</c:v>
                </c:pt>
                <c:pt idx="518">
                  <c:v>0.0317027276048</c:v>
                </c:pt>
                <c:pt idx="519">
                  <c:v>0.0322189694212</c:v>
                </c:pt>
                <c:pt idx="520">
                  <c:v>0.032735310458</c:v>
                </c:pt>
                <c:pt idx="521">
                  <c:v>0.0332517715634</c:v>
                </c:pt>
                <c:pt idx="522">
                  <c:v>0.0337684546148</c:v>
                </c:pt>
                <c:pt idx="523">
                  <c:v>0.0342855295697</c:v>
                </c:pt>
                <c:pt idx="524">
                  <c:v>0.034803208216</c:v>
                </c:pt>
                <c:pt idx="525">
                  <c:v>0.0353217226197</c:v>
                </c:pt>
                <c:pt idx="526">
                  <c:v>0.0358412960561</c:v>
                </c:pt>
                <c:pt idx="527">
                  <c:v>0.0363621212462</c:v>
                </c:pt>
                <c:pt idx="528">
                  <c:v>0.0368843384964</c:v>
                </c:pt>
                <c:pt idx="529">
                  <c:v>0.0374080217893</c:v>
                </c:pt>
                <c:pt idx="530">
                  <c:v>0.0379331721778</c:v>
                </c:pt>
                <c:pt idx="531">
                  <c:v>0.0384597160002</c:v>
                </c:pt>
                <c:pt idx="532">
                  <c:v>0.0389875160109</c:v>
                </c:pt>
                <c:pt idx="533">
                  <c:v>0.0395163804154</c:v>
                </c:pt>
                <c:pt idx="534">
                  <c:v>0.040046088822</c:v>
                </c:pt>
                <c:pt idx="535">
                  <c:v>0.0405764077512</c:v>
                </c:pt>
                <c:pt idx="536">
                  <c:v>0.0411071240642</c:v>
                </c:pt>
                <c:pt idx="537">
                  <c:v>0.0416380634327</c:v>
                </c:pt>
                <c:pt idx="538">
                  <c:v>0.0421691257808</c:v>
                </c:pt>
                <c:pt idx="539">
                  <c:v>0.0427002741833</c:v>
                </c:pt>
                <c:pt idx="540">
                  <c:v>0.0432315653555</c:v>
                </c:pt>
                <c:pt idx="541">
                  <c:v>0.0437631453501</c:v>
                </c:pt>
                <c:pt idx="542">
                  <c:v>0.0442952546411</c:v>
                </c:pt>
                <c:pt idx="543">
                  <c:v>0.044828214362</c:v>
                </c:pt>
                <c:pt idx="544">
                  <c:v>0.0453624175326</c:v>
                </c:pt>
                <c:pt idx="545">
                  <c:v>0.0458983095678</c:v>
                </c:pt>
                <c:pt idx="546">
                  <c:v>0.0464363689904</c:v>
                </c:pt>
                <c:pt idx="547">
                  <c:v>0.0469770861176</c:v>
                </c:pt>
                <c:pt idx="548">
                  <c:v>0.0475209409698</c:v>
                </c:pt>
                <c:pt idx="549">
                  <c:v>0.048068388715</c:v>
                </c:pt>
                <c:pt idx="550">
                  <c:v>0.048619843547</c:v>
                </c:pt>
                <c:pt idx="551">
                  <c:v>0.0491756773474</c:v>
                </c:pt>
                <c:pt idx="552">
                  <c:v>0.0497362070956</c:v>
                </c:pt>
                <c:pt idx="553">
                  <c:v>0.0503016796243</c:v>
                </c:pt>
                <c:pt idx="554">
                  <c:v>0.0508721966785</c:v>
                </c:pt>
                <c:pt idx="555">
                  <c:v>0.0514476042519</c:v>
                </c:pt>
                <c:pt idx="556">
                  <c:v>0.0520273112131</c:v>
                </c:pt>
                <c:pt idx="557">
                  <c:v>0.0526101758551</c:v>
                </c:pt>
                <c:pt idx="558">
                  <c:v>0.0531944365143</c:v>
                </c:pt>
                <c:pt idx="559">
                  <c:v>0.053777521431</c:v>
                </c:pt>
                <c:pt idx="560">
                  <c:v>0.0543567369746</c:v>
                </c:pt>
                <c:pt idx="561">
                  <c:v>0.0549312986734</c:v>
                </c:pt>
                <c:pt idx="562">
                  <c:v>0.0555019050571</c:v>
                </c:pt>
                <c:pt idx="563">
                  <c:v>0.0560697194414</c:v>
                </c:pt>
                <c:pt idx="564">
                  <c:v>0.0566336148789</c:v>
                </c:pt>
                <c:pt idx="565">
                  <c:v>0.057187615057</c:v>
                </c:pt>
                <c:pt idx="566">
                  <c:v>0.0577224630933</c:v>
                </c:pt>
                <c:pt idx="567">
                  <c:v>0.0582298003058</c:v>
                </c:pt>
                <c:pt idx="568">
                  <c:v>0.0587049276902</c:v>
                </c:pt>
                <c:pt idx="569">
                  <c:v>0.0591509262787</c:v>
                </c:pt>
                <c:pt idx="570">
                  <c:v>0.0595772447924</c:v>
                </c:pt>
                <c:pt idx="571">
                  <c:v>0.0600006258983</c:v>
                </c:pt>
                <c:pt idx="572">
                  <c:v>0.060446079937</c:v>
                </c:pt>
                <c:pt idx="573">
                  <c:v>0.0609272744839</c:v>
                </c:pt>
                <c:pt idx="574">
                  <c:v>0.0614397415873</c:v>
                </c:pt>
                <c:pt idx="575">
                  <c:v>0.0619565296589</c:v>
                </c:pt>
                <c:pt idx="576">
                  <c:v>0.0624544375439</c:v>
                </c:pt>
                <c:pt idx="577">
                  <c:v>0.0629285501573</c:v>
                </c:pt>
                <c:pt idx="578">
                  <c:v>0.0633897747618</c:v>
                </c:pt>
                <c:pt idx="579">
                  <c:v>0.0638507571381</c:v>
                </c:pt>
                <c:pt idx="580">
                  <c:v>0.0643177189254</c:v>
                </c:pt>
                <c:pt idx="581">
                  <c:v>0.0647908317947</c:v>
                </c:pt>
                <c:pt idx="582">
                  <c:v>0.0652675144148</c:v>
                </c:pt>
                <c:pt idx="583">
                  <c:v>0.0657454411214</c:v>
                </c:pt>
                <c:pt idx="584">
                  <c:v>0.0662233686302</c:v>
                </c:pt>
                <c:pt idx="585">
                  <c:v>0.0667011875857</c:v>
                </c:pt>
                <c:pt idx="586">
                  <c:v>0.0671793006642</c:v>
                </c:pt>
                <c:pt idx="587">
                  <c:v>0.0676582339838</c:v>
                </c:pt>
                <c:pt idx="588">
                  <c:v>0.0681385658485</c:v>
                </c:pt>
                <c:pt idx="589">
                  <c:v>0.0686209890773</c:v>
                </c:pt>
                <c:pt idx="590">
                  <c:v>0.069106192362</c:v>
                </c:pt>
                <c:pt idx="591">
                  <c:v>0.0695946278145</c:v>
                </c:pt>
                <c:pt idx="592">
                  <c:v>0.0700862315687</c:v>
                </c:pt>
                <c:pt idx="593">
                  <c:v>0.0705810963531</c:v>
                </c:pt>
                <c:pt idx="594">
                  <c:v>0.0710779507087</c:v>
                </c:pt>
                <c:pt idx="595">
                  <c:v>0.0715741951025</c:v>
                </c:pt>
                <c:pt idx="596">
                  <c:v>0.0720671097618</c:v>
                </c:pt>
                <c:pt idx="597">
                  <c:v>0.0725537658924</c:v>
                </c:pt>
                <c:pt idx="598">
                  <c:v>0.0730316870619</c:v>
                </c:pt>
                <c:pt idx="599">
                  <c:v>0.0734995355312</c:v>
                </c:pt>
                <c:pt idx="600">
                  <c:v>0.0739576810562</c:v>
                </c:pt>
                <c:pt idx="601">
                  <c:v>0.0744079211892</c:v>
                </c:pt>
                <c:pt idx="602">
                  <c:v>0.0748526171816</c:v>
                </c:pt>
                <c:pt idx="603">
                  <c:v>0.0752939978761</c:v>
                </c:pt>
                <c:pt idx="604">
                  <c:v>0.075733844255</c:v>
                </c:pt>
                <c:pt idx="605">
                  <c:v>0.0761734490638</c:v>
                </c:pt>
                <c:pt idx="606">
                  <c:v>0.076613704036</c:v>
                </c:pt>
                <c:pt idx="607">
                  <c:v>0.0770551744619</c:v>
                </c:pt>
                <c:pt idx="608">
                  <c:v>0.0774982646275</c:v>
                </c:pt>
                <c:pt idx="609">
                  <c:v>0.0779433473382</c:v>
                </c:pt>
                <c:pt idx="610">
                  <c:v>0.0783908002875</c:v>
                </c:pt>
                <c:pt idx="611">
                  <c:v>0.0788408901727</c:v>
                </c:pt>
                <c:pt idx="612">
                  <c:v>0.079293682556</c:v>
                </c:pt>
                <c:pt idx="613">
                  <c:v>0.0797488689229</c:v>
                </c:pt>
                <c:pt idx="614">
                  <c:v>0.0802058046093</c:v>
                </c:pt>
                <c:pt idx="615">
                  <c:v>0.0806635688443</c:v>
                </c:pt>
              </c:numCache>
            </c:numRef>
          </c:yVal>
          <c:smooth val="0"/>
        </c:ser>
        <c:dLbls>
          <c:txPr>
            <a:bodyPr anchorCtr="1"/>
            <a:lstStyle/>
            <a:p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w="6668">
              <a:solidFill>
                <a:srgbClr val="E3E8F0"/>
              </a:solidFill>
            </a:ln>
          </c:spPr>
        </c:majorGridlines>
        <c:numFmt formatCode="0.0"/>
        <c:majorTickMark val="none"/>
        <c:minorTickMark val="none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.23"/>
          <c:min val="0"/>
        </c:scaling>
        <c:delete val="0"/>
        <c:axPos val="b"/>
        <c:numFmt formatCode="0.0"/>
        <c:majorTickMark val="none"/>
        <c:minorTickMark val="none"/>
        <c:tickLblPos val="nextTo"/>
        <c:spPr>
          <a:ln w="9525">
            <a:solidFill>
              <a:srgbClr val="68758C"/>
            </a:solidFill>
          </a:ln>
        </c:spPr>
        <c:txPr>
          <a:bodyPr anchorCtr="1"/>
          <a:lstStyle/>
          <a:p>
            <a:pPr>
              <a:defRPr sz="1575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0.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9" name="">
            <a:extLst>
              <a:ext uri="{FF2B5EF4-FFF2-40B4-BE49-F238E27FC236}">
                <ns2:creationId id="{964F147C-C384-44CB-9481-31771C6CC0F4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2" name="">
            <a:extLst>
              <a:ext uri="{FF2B5EF4-FFF2-40B4-BE49-F238E27FC236}">
                <ns2:creationId id="{2F335690-B29C-40E2-A00F-AFD2352EB3DE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THE PROJECT</a:t>
            </a:r>
          </a:p>
        </p:txBody>
      </p:sp>
      <p:sp>
        <p:nvSpPr>
          <p:cNvPr id="3" name="">
            <a:extLst>
              <a:ext uri="{FF2B5EF4-FFF2-40B4-BE49-F238E27FC236}">
                <ns2:creationId id="{CE2AB9B9-7FDA-4208-B4F3-1720256AAB45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GP52: learning corrections to a 1D model</a:t>
            </a:r>
          </a:p>
        </p:txBody>
      </p:sp>
      <p:sp>
        <p:nvSpPr>
          <p:cNvPr id="4" name="">
            <a:extLst>
              <a:ext uri="{FF2B5EF4-FFF2-40B4-BE49-F238E27FC236}">
                <ns2:creationId id="{DD7BE995-6AE4-4A47-B74D-F539C40758A0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Physical equations compute concentrations. Networks learn information lost by averaging.</a:t>
            </a:r>
          </a:p>
        </p:txBody>
      </p:sp>
      <p:sp>
        <p:nvSpPr>
          <p:cNvPr id="5" name="">
            <a:extLst>
              <a:ext uri="{FF2B5EF4-FFF2-40B4-BE49-F238E27FC236}">
                <ns2:creationId id="{1CC9CA54-9A09-4BB9-AD65-81D2FAEBEF1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Known-inlet prediction</a:t>
            </a:r>
          </a:p>
        </p:txBody>
      </p:sp>
      <p:sp>
        <p:nvSpPr>
          <p:cNvPr id="6" name="">
            <a:extLst>
              <a:ext uri="{FF2B5EF4-FFF2-40B4-BE49-F238E27FC236}">
                <ns2:creationId id="{053F5160-94C7-46C6-A5E0-5569433B31FA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3143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7" name="">
            <a:extLst>
              <a:ext uri="{FF2B5EF4-FFF2-40B4-BE49-F238E27FC236}">
                <ns2:creationId id="{89D4C61B-1BB2-407C-A7EA-A68E4EF94000}"/>
              </a:ext>
            </a:extLst>
          </p:cNvPr>
          <p:cNvSpPr>
            <a:spLocks noGrp="1"/>
          </p:cNvSpPr>
          <p:nvPr/>
        </p:nvSpPr>
        <p:spPr>
          <a:xfrm>
            <a:off x="723900" y="2276475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Known chemical inlet</a:t>
            </a:r>
          </a:p>
        </p:txBody>
      </p:sp>
      <p:sp>
        <p:nvSpPr>
          <p:cNvPr id="8" name="">
            <a:extLst>
              <a:ext uri="{FF2B5EF4-FFF2-40B4-BE49-F238E27FC236}">
                <ns2:creationId id="{24481093-0420-4752-A2D3-F713E4025426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Concentration versus time</a:t>
            </a:r>
          </a:p>
        </p:txBody>
      </p:sp>
      <p:sp>
        <p:nvSpPr>
          <p:cNvPr id="9" name="">
            <a:extLst>
              <a:ext uri="{FF2B5EF4-FFF2-40B4-BE49-F238E27FC236}">
                <ns2:creationId id="{31CE51E0-86D5-46E9-AFDA-3133B7D8D67D}"/>
              </a:ext>
            </a:extLst>
          </p:cNvPr>
          <p:cNvSpPr>
            <a:spLocks noGrp="1"/>
          </p:cNvSpPr>
          <p:nvPr/>
        </p:nvSpPr>
        <p:spPr>
          <a:xfrm>
            <a:off x="4524375" y="2200275"/>
            <a:ext cx="3143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10" name="">
            <a:extLst>
              <a:ext uri="{FF2B5EF4-FFF2-40B4-BE49-F238E27FC236}">
                <ns2:creationId id="{ED0E0BB9-C92F-4E09-ADDC-E53BECC481D5}"/>
              </a:ext>
            </a:extLst>
          </p:cNvPr>
          <p:cNvSpPr>
            <a:spLocks noGrp="1"/>
          </p:cNvSpPr>
          <p:nvPr/>
        </p:nvSpPr>
        <p:spPr>
          <a:xfrm>
            <a:off x="4638675" y="2276475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1D model + closures</a:t>
            </a:r>
          </a:p>
        </p:txBody>
      </p:sp>
      <p:sp>
        <p:nvSpPr>
          <p:cNvPr id="11" name="">
            <a:extLst>
              <a:ext uri="{FF2B5EF4-FFF2-40B4-BE49-F238E27FC236}">
                <ns2:creationId id="{DD917B66-3813-452D-8F4E-31AC9DBF2A24}"/>
              </a:ext>
            </a:extLst>
          </p:cNvPr>
          <p:cNvSpPr>
            <a:spLocks noGrp="1"/>
          </p:cNvSpPr>
          <p:nvPr/>
        </p:nvSpPr>
        <p:spPr>
          <a:xfrm>
            <a:off x="4638675" y="2628900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Transport and reaction</a:t>
            </a:r>
          </a:p>
        </p:txBody>
      </p:sp>
      <p:sp>
        <p:nvSpPr>
          <p:cNvPr id="12" name="">
            <a:extLst>
              <a:ext uri="{FF2B5EF4-FFF2-40B4-BE49-F238E27FC236}">
                <ns2:creationId id="{D7240C99-DA5B-43B3-AA38-268A0466A6DE}"/>
              </a:ext>
            </a:extLst>
          </p:cNvPr>
          <p:cNvSpPr>
            <a:spLocks noGrp="1"/>
          </p:cNvSpPr>
          <p:nvPr/>
        </p:nvSpPr>
        <p:spPr>
          <a:xfrm>
            <a:off x="8439150" y="2200275"/>
            <a:ext cx="3143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3" name="">
            <a:extLst>
              <a:ext uri="{FF2B5EF4-FFF2-40B4-BE49-F238E27FC236}">
                <ns2:creationId id="{7E1E463C-6069-49B5-9401-9B275FA66DCB}"/>
              </a:ext>
            </a:extLst>
          </p:cNvPr>
          <p:cNvSpPr>
            <a:spLocks noGrp="1"/>
          </p:cNvSpPr>
          <p:nvPr/>
        </p:nvSpPr>
        <p:spPr>
          <a:xfrm>
            <a:off x="8553450" y="2276475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Predicted Th / Fg / Fn</a:t>
            </a:r>
          </a:p>
        </p:txBody>
      </p:sp>
      <p:sp>
        <p:nvSpPr>
          <p:cNvPr id="14" name="">
            <a:extLst>
              <a:ext uri="{FF2B5EF4-FFF2-40B4-BE49-F238E27FC236}">
                <ns2:creationId id="{CAB37905-7587-4971-9943-270ADC435A21}"/>
              </a:ext>
            </a:extLst>
          </p:cNvPr>
          <p:cNvSpPr>
            <a:spLocks noGrp="1"/>
          </p:cNvSpPr>
          <p:nvPr/>
        </p:nvSpPr>
        <p:spPr>
          <a:xfrm>
            <a:off x="8553450" y="2628900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Every position and time</a:t>
            </a:r>
          </a:p>
        </p:txBody>
      </p:sp>
      <p:cxnSp>
        <p:nvCxnSpPr>
          <p:cNvPr id="15" name="">
            <a:extLst>
              <a:ext uri="{FF2B5EF4-FFF2-40B4-BE49-F238E27FC236}">
                <ns2:creationId id="{DD0CAFBA-565F-44BC-9F3C-DF59EDD70B67}"/>
              </a:ext>
            </a:extLst>
          </p:cNvPr>
          <p:cNvCxnSpPr/>
          <p:nvPr/>
        </p:nvCxnSpPr>
        <p:spPr>
          <a:xfrm flipV="0">
            <a:off x="3876675" y="264795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16" name="">
            <a:extLst>
              <a:ext uri="{FF2B5EF4-FFF2-40B4-BE49-F238E27FC236}">
                <ns2:creationId id="{C428471C-D2CE-4E0C-A0F0-AD6BAEF55814}"/>
              </a:ext>
            </a:extLst>
          </p:cNvPr>
          <p:cNvCxnSpPr/>
          <p:nvPr/>
        </p:nvCxnSpPr>
        <p:spPr>
          <a:xfrm flipV="0">
            <a:off x="7791450" y="264795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sp>
        <p:nvSpPr>
          <p:cNvPr id="17" name="">
            <a:extLst>
              <a:ext uri="{FF2B5EF4-FFF2-40B4-BE49-F238E27FC236}">
                <ns2:creationId id="{5F83A2A6-1B90-4FD3-9B73-0AEF0121F559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Sparse inlet recovery</a:t>
            </a:r>
          </a:p>
        </p:txBody>
      </p:sp>
      <p:sp>
        <p:nvSpPr>
          <p:cNvPr id="18" name="">
            <a:extLst>
              <a:ext uri="{FF2B5EF4-FFF2-40B4-BE49-F238E27FC236}">
                <ns2:creationId id="{9890B43B-588E-4C8D-ACB3-43163241E18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143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9" name="">
            <a:extLst>
              <a:ext uri="{FF2B5EF4-FFF2-40B4-BE49-F238E27FC236}">
                <ns2:creationId id="{EC363D88-B77C-4B20-8801-2280EB5B1F7C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Observe Th and Fg</a:t>
            </a:r>
          </a:p>
        </p:txBody>
      </p:sp>
      <p:sp>
        <p:nvSpPr>
          <p:cNvPr id="20" name="">
            <a:extLst>
              <a:ext uri="{FF2B5EF4-FFF2-40B4-BE49-F238E27FC236}">
                <ns2:creationId id="{C683B318-46C8-44AA-BC1A-6AAD4D09E605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1, 2 or 3 measurement sites</a:t>
            </a:r>
          </a:p>
        </p:txBody>
      </p:sp>
      <p:sp>
        <p:nvSpPr>
          <p:cNvPr id="21" name="">
            <a:extLst>
              <a:ext uri="{FF2B5EF4-FFF2-40B4-BE49-F238E27FC236}">
                <ns2:creationId id="{7A7EB3E5-5E68-4FE3-9C94-668C51F57D58}"/>
              </a:ext>
            </a:extLst>
          </p:cNvPr>
          <p:cNvSpPr>
            <a:spLocks noGrp="1"/>
          </p:cNvSpPr>
          <p:nvPr/>
        </p:nvSpPr>
        <p:spPr>
          <a:xfrm>
            <a:off x="4524375" y="4000500"/>
            <a:ext cx="3143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22" name="">
            <a:extLst>
              <a:ext uri="{FF2B5EF4-FFF2-40B4-BE49-F238E27FC236}">
                <ns2:creationId id="{59D05F3A-6E95-435F-98E1-6AF0B93F21D3}"/>
              </a:ext>
            </a:extLst>
          </p:cNvPr>
          <p:cNvSpPr>
            <a:spLocks noGrp="1"/>
          </p:cNvSpPr>
          <p:nvPr/>
        </p:nvSpPr>
        <p:spPr>
          <a:xfrm>
            <a:off x="4638675" y="407670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Fit the unknown inlet</a:t>
            </a:r>
          </a:p>
        </p:txBody>
      </p:sp>
      <p:sp>
        <p:nvSpPr>
          <p:cNvPr id="23" name="">
            <a:extLst>
              <a:ext uri="{FF2B5EF4-FFF2-40B4-BE49-F238E27FC236}">
                <ns2:creationId id="{4EC7AB70-0DDE-4602-B2BA-F350BFEBC46A}"/>
              </a:ext>
            </a:extLst>
          </p:cNvPr>
          <p:cNvSpPr>
            <a:spLocks noGrp="1"/>
          </p:cNvSpPr>
          <p:nvPr/>
        </p:nvSpPr>
        <p:spPr>
          <a:xfrm>
            <a:off x="4638675" y="4429125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Keep the trained model fixed</a:t>
            </a:r>
          </a:p>
        </p:txBody>
      </p:sp>
      <p:sp>
        <p:nvSpPr>
          <p:cNvPr id="24" name="">
            <a:extLst>
              <a:ext uri="{FF2B5EF4-FFF2-40B4-BE49-F238E27FC236}">
                <ns2:creationId id="{592CB944-F946-4415-9832-E4CE9646AEDF}"/>
              </a:ext>
            </a:extLst>
          </p:cNvPr>
          <p:cNvSpPr>
            <a:spLocks noGrp="1"/>
          </p:cNvSpPr>
          <p:nvPr/>
        </p:nvSpPr>
        <p:spPr>
          <a:xfrm>
            <a:off x="8439150" y="4000500"/>
            <a:ext cx="3143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25" name="">
            <a:extLst>
              <a:ext uri="{FF2B5EF4-FFF2-40B4-BE49-F238E27FC236}">
                <ns2:creationId id="{E43C505B-A9E0-4B12-923D-AAB45A0FF169}"/>
              </a:ext>
            </a:extLst>
          </p:cNvPr>
          <p:cNvSpPr>
            <a:spLocks noGrp="1"/>
          </p:cNvSpPr>
          <p:nvPr/>
        </p:nvSpPr>
        <p:spPr>
          <a:xfrm>
            <a:off x="8553450" y="407670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Recover and predict</a:t>
            </a:r>
          </a:p>
        </p:txBody>
      </p:sp>
      <p:sp>
        <p:nvSpPr>
          <p:cNvPr id="26" name="">
            <a:extLst>
              <a:ext uri="{FF2B5EF4-FFF2-40B4-BE49-F238E27FC236}">
                <ns2:creationId id="{5D6A232B-BAAE-4AE1-97B5-883D99331F6C}"/>
              </a:ext>
            </a:extLst>
          </p:cNvPr>
          <p:cNvSpPr>
            <a:spLocks noGrp="1"/>
          </p:cNvSpPr>
          <p:nvPr/>
        </p:nvSpPr>
        <p:spPr>
          <a:xfrm>
            <a:off x="8553450" y="4429125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Inlet and full concentration fields</a:t>
            </a:r>
          </a:p>
        </p:txBody>
      </p:sp>
      <p:cxnSp>
        <p:nvCxnSpPr>
          <p:cNvPr id="27" name="">
            <a:extLst>
              <a:ext uri="{FF2B5EF4-FFF2-40B4-BE49-F238E27FC236}">
                <ns2:creationId id="{9E60B17A-67C9-4AA8-809A-64999565C866}"/>
              </a:ext>
            </a:extLst>
          </p:cNvPr>
          <p:cNvCxnSpPr/>
          <p:nvPr/>
        </p:nvCxnSpPr>
        <p:spPr>
          <a:xfrm flipV="0">
            <a:off x="3876675" y="4448175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28" name="">
            <a:extLst>
              <a:ext uri="{FF2B5EF4-FFF2-40B4-BE49-F238E27FC236}">
                <ns2:creationId id="{ED23B5BC-49D0-40F3-B963-79D26ACC68BC}"/>
              </a:ext>
            </a:extLst>
          </p:cNvPr>
          <p:cNvCxnSpPr/>
          <p:nvPr/>
        </p:nvCxnSpPr>
        <p:spPr>
          <a:xfrm flipV="0">
            <a:off x="7791450" y="4448175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sp>
        <p:nvSpPr>
          <p:cNvPr id="29" name="">
            <a:extLst>
              <a:ext uri="{FF2B5EF4-FFF2-40B4-BE49-F238E27FC236}">
                <ns2:creationId id="{71383D02-C8A1-4B63-9EA7-3D34A3504F17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1 vessel</a:t>
            </a:r>
          </a:p>
        </p:txBody>
      </p:sp>
      <p:cxnSp>
        <p:nvCxnSpPr>
          <p:cNvPr id="30" name="">
            <a:extLst>
              <a:ext uri="{FF2B5EF4-FFF2-40B4-BE49-F238E27FC236}">
                <ns2:creationId id="{E9E5534C-E94B-48BB-B7AB-4CE33F9FF643}"/>
              </a:ext>
            </a:extLst>
          </p:cNvPr>
          <p:cNvCxnSpPr/>
          <p:nvPr/>
        </p:nvCxnSpPr>
        <p:spPr>
          <a:xfrm flipV="0">
            <a:off x="2266950" y="5734050"/>
            <a:ext cx="1428750" cy="0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sp>
        <p:nvSpPr>
          <p:cNvPr id="31" name="">
            <a:extLst>
              <a:ext uri="{FF2B5EF4-FFF2-40B4-BE49-F238E27FC236}">
                <ns2:creationId id="{2CED9AEE-A390-4C07-A066-513C7A457F9C}"/>
              </a:ext>
            </a:extLst>
          </p:cNvPr>
          <p:cNvSpPr>
            <a:spLocks noGrp="1"/>
          </p:cNvSpPr>
          <p:nvPr/>
        </p:nvSpPr>
        <p:spPr>
          <a:xfrm>
            <a:off x="2228850" y="5695950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32" name="">
            <a:extLst>
              <a:ext uri="{FF2B5EF4-FFF2-40B4-BE49-F238E27FC236}">
                <ns2:creationId id="{CD8A3C0E-E7B7-465C-8ECB-DEF31C5F9362}"/>
              </a:ext>
            </a:extLst>
          </p:cNvPr>
          <p:cNvSpPr>
            <a:spLocks noGrp="1"/>
          </p:cNvSpPr>
          <p:nvPr/>
        </p:nvSpPr>
        <p:spPr>
          <a:xfrm>
            <a:off x="3657600" y="5695950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2E089DED-4ED2-4FF9-8E73-72ED581BE153}"/>
              </a:ext>
            </a:extLst>
          </p:cNvPr>
          <p:cNvSpPr>
            <a:spLocks noGrp="1"/>
          </p:cNvSpPr>
          <p:nvPr/>
        </p:nvSpPr>
        <p:spPr>
          <a:xfrm>
            <a:off x="4524375" y="549592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3 vessels</a:t>
            </a:r>
          </a:p>
        </p:txBody>
      </p:sp>
      <p:cxnSp>
        <p:nvCxnSpPr>
          <p:cNvPr id="34" name="">
            <a:extLst>
              <a:ext uri="{FF2B5EF4-FFF2-40B4-BE49-F238E27FC236}">
                <ns2:creationId id="{477741E6-1FFB-430F-9BF6-A518CA670DCB}"/>
              </a:ext>
            </a:extLst>
          </p:cNvPr>
          <p:cNvCxnSpPr/>
          <p:nvPr/>
        </p:nvCxnSpPr>
        <p:spPr>
          <a:xfrm flipV="0">
            <a:off x="6181725" y="5734050"/>
            <a:ext cx="571500" cy="0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35" name="">
            <a:extLst>
              <a:ext uri="{FF2B5EF4-FFF2-40B4-BE49-F238E27FC236}">
                <ns2:creationId id="{8B4E5C3C-0123-441A-B884-05EA7153A121}"/>
              </a:ext>
            </a:extLst>
          </p:cNvPr>
          <p:cNvCxnSpPr/>
          <p:nvPr/>
        </p:nvCxnSpPr>
        <p:spPr>
          <a:xfrm flipV="1">
            <a:off x="6753225" y="5457825"/>
            <a:ext cx="857250" cy="276225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36" name="">
            <a:extLst>
              <a:ext uri="{FF2B5EF4-FFF2-40B4-BE49-F238E27FC236}">
                <ns2:creationId id="{F681E0EA-4B3A-4E77-9FFB-F22A65B2E47A}"/>
              </a:ext>
            </a:extLst>
          </p:cNvPr>
          <p:cNvCxnSpPr/>
          <p:nvPr/>
        </p:nvCxnSpPr>
        <p:spPr>
          <a:xfrm flipV="0">
            <a:off x="6753225" y="5734050"/>
            <a:ext cx="857250" cy="276225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sp>
        <p:nvSpPr>
          <p:cNvPr id="37" name="">
            <a:extLst>
              <a:ext uri="{FF2B5EF4-FFF2-40B4-BE49-F238E27FC236}">
                <ns2:creationId id="{FAF1BDDD-4F06-4E19-AA9C-EB3165AFB398}"/>
              </a:ext>
            </a:extLst>
          </p:cNvPr>
          <p:cNvSpPr>
            <a:spLocks noGrp="1"/>
          </p:cNvSpPr>
          <p:nvPr/>
        </p:nvSpPr>
        <p:spPr>
          <a:xfrm>
            <a:off x="6143625" y="5695950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38" name="">
            <a:extLst>
              <a:ext uri="{FF2B5EF4-FFF2-40B4-BE49-F238E27FC236}">
                <ns2:creationId id="{B6A6A52C-FC9A-44CD-AC92-A07F43E01421}"/>
              </a:ext>
            </a:extLst>
          </p:cNvPr>
          <p:cNvSpPr>
            <a:spLocks noGrp="1"/>
          </p:cNvSpPr>
          <p:nvPr/>
        </p:nvSpPr>
        <p:spPr>
          <a:xfrm>
            <a:off x="6715125" y="5695950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39" name="">
            <a:extLst>
              <a:ext uri="{FF2B5EF4-FFF2-40B4-BE49-F238E27FC236}">
                <ns2:creationId id="{E0D91695-2BED-415B-8725-655FD21F2266}"/>
              </a:ext>
            </a:extLst>
          </p:cNvPr>
          <p:cNvSpPr>
            <a:spLocks noGrp="1"/>
          </p:cNvSpPr>
          <p:nvPr/>
        </p:nvSpPr>
        <p:spPr>
          <a:xfrm>
            <a:off x="7572375" y="5419725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40" name="">
            <a:extLst>
              <a:ext uri="{FF2B5EF4-FFF2-40B4-BE49-F238E27FC236}">
                <ns2:creationId id="{95EA507E-F572-43EF-B668-10376DE71E3A}"/>
              </a:ext>
            </a:extLst>
          </p:cNvPr>
          <p:cNvSpPr>
            <a:spLocks noGrp="1"/>
          </p:cNvSpPr>
          <p:nvPr/>
        </p:nvSpPr>
        <p:spPr>
          <a:xfrm>
            <a:off x="7572375" y="5972175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41" name="">
            <a:extLst>
              <a:ext uri="{FF2B5EF4-FFF2-40B4-BE49-F238E27FC236}">
                <ns2:creationId id="{4991AF46-71A9-4593-909A-A9A39386186D}"/>
              </a:ext>
            </a:extLst>
          </p:cNvPr>
          <p:cNvSpPr>
            <a:spLocks noGrp="1"/>
          </p:cNvSpPr>
          <p:nvPr/>
        </p:nvSpPr>
        <p:spPr>
          <a:xfrm>
            <a:off x="8439150" y="549592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7 vessels</a:t>
            </a:r>
          </a:p>
        </p:txBody>
      </p:sp>
      <p:cxnSp>
        <p:nvCxnSpPr>
          <p:cNvPr id="42" name="">
            <a:extLst>
              <a:ext uri="{FF2B5EF4-FFF2-40B4-BE49-F238E27FC236}">
                <ns2:creationId id="{FD0B1AD2-7F73-4FE1-818B-7C7CEF1EDA3F}"/>
              </a:ext>
            </a:extLst>
          </p:cNvPr>
          <p:cNvCxnSpPr/>
          <p:nvPr/>
        </p:nvCxnSpPr>
        <p:spPr>
          <a:xfrm flipV="0">
            <a:off x="10096500" y="5734050"/>
            <a:ext cx="385763" cy="0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43" name="">
            <a:extLst>
              <a:ext uri="{FF2B5EF4-FFF2-40B4-BE49-F238E27FC236}">
                <ns2:creationId id="{5A714ECA-2D86-4663-A95D-89CCC6DFA524}"/>
              </a:ext>
            </a:extLst>
          </p:cNvPr>
          <p:cNvCxnSpPr/>
          <p:nvPr/>
        </p:nvCxnSpPr>
        <p:spPr>
          <a:xfrm flipV="1">
            <a:off x="10482263" y="5579364"/>
            <a:ext cx="471488" cy="154686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44" name="">
            <a:extLst>
              <a:ext uri="{FF2B5EF4-FFF2-40B4-BE49-F238E27FC236}">
                <ns2:creationId id="{585D4848-4503-472D-93C4-C6F15AAD0ACA}"/>
              </a:ext>
            </a:extLst>
          </p:cNvPr>
          <p:cNvCxnSpPr/>
          <p:nvPr/>
        </p:nvCxnSpPr>
        <p:spPr>
          <a:xfrm flipV="0">
            <a:off x="10482263" y="5734050"/>
            <a:ext cx="471488" cy="154686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45" name="">
            <a:extLst>
              <a:ext uri="{FF2B5EF4-FFF2-40B4-BE49-F238E27FC236}">
                <ns2:creationId id="{8AB3CE56-3569-4080-BC78-59533E426504}"/>
              </a:ext>
            </a:extLst>
          </p:cNvPr>
          <p:cNvCxnSpPr/>
          <p:nvPr/>
        </p:nvCxnSpPr>
        <p:spPr>
          <a:xfrm flipV="1">
            <a:off x="10953750" y="5457825"/>
            <a:ext cx="571500" cy="121539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46" name="">
            <a:extLst>
              <a:ext uri="{FF2B5EF4-FFF2-40B4-BE49-F238E27FC236}">
                <ns2:creationId id="{1801CF25-8703-4058-9841-375720C884D0}"/>
              </a:ext>
            </a:extLst>
          </p:cNvPr>
          <p:cNvCxnSpPr/>
          <p:nvPr/>
        </p:nvCxnSpPr>
        <p:spPr>
          <a:xfrm flipV="0">
            <a:off x="10953750" y="5579364"/>
            <a:ext cx="571500" cy="88392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47" name="">
            <a:extLst>
              <a:ext uri="{FF2B5EF4-FFF2-40B4-BE49-F238E27FC236}">
                <ns2:creationId id="{3F021786-6AFC-41EE-887B-2287DA7912DA}"/>
              </a:ext>
            </a:extLst>
          </p:cNvPr>
          <p:cNvCxnSpPr/>
          <p:nvPr/>
        </p:nvCxnSpPr>
        <p:spPr>
          <a:xfrm flipV="1">
            <a:off x="10953750" y="5800344"/>
            <a:ext cx="571500" cy="88392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cxnSp>
        <p:nvCxnSpPr>
          <p:cNvPr id="48" name="">
            <a:extLst>
              <a:ext uri="{FF2B5EF4-FFF2-40B4-BE49-F238E27FC236}">
                <ns2:creationId id="{2DF1153C-ACF6-4BEF-BBE1-55B7A00F4D9D}"/>
              </a:ext>
            </a:extLst>
          </p:cNvPr>
          <p:cNvCxnSpPr/>
          <p:nvPr/>
        </p:nvCxnSpPr>
        <p:spPr>
          <a:xfrm flipV="0">
            <a:off x="10953750" y="5888736"/>
            <a:ext cx="571500" cy="121539"/>
          </a:xfrm>
          <a:prstGeom prst="straightConnector1">
            <a:avLst/>
          </a:prstGeom>
          <a:ln w="28575">
            <a:solidFill>
              <a:srgbClr val="1B2840"/>
            </a:solidFill>
            <a:prstDash val="solid"/>
          </a:ln>
        </p:spPr>
      </p:cxnSp>
      <p:sp>
        <p:nvSpPr>
          <p:cNvPr id="49" name="">
            <a:extLst>
              <a:ext uri="{FF2B5EF4-FFF2-40B4-BE49-F238E27FC236}">
                <ns2:creationId id="{582571A9-BBE8-4E6A-BA70-E5F677D9E97B}"/>
              </a:ext>
            </a:extLst>
          </p:cNvPr>
          <p:cNvSpPr>
            <a:spLocks noGrp="1"/>
          </p:cNvSpPr>
          <p:nvPr/>
        </p:nvSpPr>
        <p:spPr>
          <a:xfrm>
            <a:off x="10058400" y="5695950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50" name="">
            <a:extLst>
              <a:ext uri="{FF2B5EF4-FFF2-40B4-BE49-F238E27FC236}">
                <ns2:creationId id="{1D6A587A-6760-432A-880D-ACF8CF1E02BE}"/>
              </a:ext>
            </a:extLst>
          </p:cNvPr>
          <p:cNvSpPr>
            <a:spLocks noGrp="1"/>
          </p:cNvSpPr>
          <p:nvPr/>
        </p:nvSpPr>
        <p:spPr>
          <a:xfrm>
            <a:off x="10444163" y="5695950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51" name="">
            <a:extLst>
              <a:ext uri="{FF2B5EF4-FFF2-40B4-BE49-F238E27FC236}">
                <ns2:creationId id="{90558631-15E2-4DB9-BA0D-F10E2D675EAB}"/>
              </a:ext>
            </a:extLst>
          </p:cNvPr>
          <p:cNvSpPr>
            <a:spLocks noGrp="1"/>
          </p:cNvSpPr>
          <p:nvPr/>
        </p:nvSpPr>
        <p:spPr>
          <a:xfrm>
            <a:off x="10915650" y="5541264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52" name="">
            <a:extLst>
              <a:ext uri="{FF2B5EF4-FFF2-40B4-BE49-F238E27FC236}">
                <ns2:creationId id="{FE05ADA7-E928-49D5-A175-0063DA439F71}"/>
              </a:ext>
            </a:extLst>
          </p:cNvPr>
          <p:cNvSpPr>
            <a:spLocks noGrp="1"/>
          </p:cNvSpPr>
          <p:nvPr/>
        </p:nvSpPr>
        <p:spPr>
          <a:xfrm>
            <a:off x="10915650" y="5850636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53" name="">
            <a:extLst>
              <a:ext uri="{FF2B5EF4-FFF2-40B4-BE49-F238E27FC236}">
                <ns2:creationId id="{78AE38FD-77B0-44BE-A339-499CB376BE63}"/>
              </a:ext>
            </a:extLst>
          </p:cNvPr>
          <p:cNvSpPr>
            <a:spLocks noGrp="1"/>
          </p:cNvSpPr>
          <p:nvPr/>
        </p:nvSpPr>
        <p:spPr>
          <a:xfrm>
            <a:off x="11487150" y="5419725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54" name="">
            <a:extLst>
              <a:ext uri="{FF2B5EF4-FFF2-40B4-BE49-F238E27FC236}">
                <ns2:creationId id="{25D4D564-2857-49CD-8FD8-1C2EF78F1236}"/>
              </a:ext>
            </a:extLst>
          </p:cNvPr>
          <p:cNvSpPr>
            <a:spLocks noGrp="1"/>
          </p:cNvSpPr>
          <p:nvPr/>
        </p:nvSpPr>
        <p:spPr>
          <a:xfrm>
            <a:off x="11487150" y="5629656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55" name="">
            <a:extLst>
              <a:ext uri="{FF2B5EF4-FFF2-40B4-BE49-F238E27FC236}">
                <ns2:creationId id="{0B19B8D5-90AB-4373-BC6B-F847AA87016A}"/>
              </a:ext>
            </a:extLst>
          </p:cNvPr>
          <p:cNvSpPr>
            <a:spLocks noGrp="1"/>
          </p:cNvSpPr>
          <p:nvPr/>
        </p:nvSpPr>
        <p:spPr>
          <a:xfrm>
            <a:off x="11487150" y="5762244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sp>
        <p:nvSpPr>
          <p:cNvPr id="56" name="">
            <a:extLst>
              <a:ext uri="{FF2B5EF4-FFF2-40B4-BE49-F238E27FC236}">
                <ns2:creationId id="{608ACD9D-78C1-460E-A44B-EA2AE2A8714B}"/>
              </a:ext>
            </a:extLst>
          </p:cNvPr>
          <p:cNvSpPr>
            <a:spLocks noGrp="1"/>
          </p:cNvSpPr>
          <p:nvPr/>
        </p:nvSpPr>
        <p:spPr>
          <a:xfrm>
            <a:off x="11487150" y="5972175"/>
            <a:ext cx="76200" cy="76200"/>
          </a:xfrm>
          <a:prstGeom prst="ellipse">
            <a:avLst/>
          </a:prstGeom>
          <a:solidFill>
            <a:srgbClr val="1B2840"/>
          </a:solidFill>
          <a:ln w="0">
            <a:noFill/>
          </a:ln>
        </p:spPr>
      </p:sp>
      <p:cxnSp>
        <p:nvCxnSpPr>
          <p:cNvPr id="57" name="">
            <a:extLst>
              <a:ext uri="{FF2B5EF4-FFF2-40B4-BE49-F238E27FC236}">
                <ns2:creationId id="{CE3CAC10-7C77-46BA-9D73-51A03F1A8444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58" name="">
            <a:extLst>
              <a:ext uri="{FF2B5EF4-FFF2-40B4-BE49-F238E27FC236}">
                <ns2:creationId id="{0632E451-BC36-477F-9421-2C03CBCA73B1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Current stage: independent references, neural training and fixed-C0 comparisons under one common protocol.</a:t>
            </a:r>
          </a:p>
        </p:txBody>
      </p:sp>
    </p:spTree>
    <p:extLst>
      <p:ext uri="{BB962C8B-B14F-4D97-AF65-F5344CB8AC3E}">
        <ns3:creationId val="1122711247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0" name="">
            <a:extLst>
              <a:ext uri="{FF2B5EF4-FFF2-40B4-BE49-F238E27FC236}">
                <ns2:creationId id="{30FF7D76-EBF3-4CAF-BF83-3FA4B6E09F4D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2" name="">
            <a:extLst>
              <a:ext uri="{FF2B5EF4-FFF2-40B4-BE49-F238E27FC236}">
                <ns2:creationId id="{A41146F0-1A26-4912-A321-286D087111AF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THE PHYSICAL PROBLEM</a:t>
            </a:r>
          </a:p>
        </p:txBody>
      </p:sp>
      <p:sp>
        <p:nvSpPr>
          <p:cNvPr id="3" name="">
            <a:extLst>
              <a:ext uri="{FF2B5EF4-FFF2-40B4-BE49-F238E27FC236}">
                <ns2:creationId id="{EF12FEBE-F529-463A-82D0-EEAA47BB461D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The chemical state and its blood-flow input</a:t>
            </a:r>
          </a:p>
        </p:txBody>
      </p:sp>
      <p:sp>
        <p:nvSpPr>
          <p:cNvPr id="4" name="">
            <a:extLst>
              <a:ext uri="{FF2B5EF4-FFF2-40B4-BE49-F238E27FC236}">
                <ns2:creationId id="{44BD634D-C749-472F-941D-9EA2E8D99D49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One mean concentration per species and axial cell. Blood may vary with position and time.</a:t>
            </a:r>
          </a:p>
        </p:txBody>
      </p:sp>
      <p:sp>
        <p:nvSpPr>
          <p:cNvPr id="5" name="">
            <a:extLst>
              <a:ext uri="{FF2B5EF4-FFF2-40B4-BE49-F238E27FC236}">
                <ns2:creationId id="{DFD43E5C-6946-4DE5-BEEE-5BCCC246E9A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The simplified reaction</a:t>
            </a:r>
          </a:p>
        </p:txBody>
      </p:sp>
      <p:sp>
        <p:nvSpPr>
          <p:cNvPr id="6" name="">
            <a:extLst>
              <a:ext uri="{FF2B5EF4-FFF2-40B4-BE49-F238E27FC236}">
                <ns2:creationId id="{AD1DC0D3-AC96-4486-9C2E-5FC5BFB5FC86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 promotes the conversion</a:t>
            </a:r>
          </a:p>
        </p:txBody>
      </p:sp>
      <p:sp>
        <p:nvSpPr>
          <p:cNvPr id="7" name="">
            <a:extLst>
              <a:ext uri="{FF2B5EF4-FFF2-40B4-BE49-F238E27FC236}">
                <ns2:creationId id="{732C690D-E9FC-4833-92AD-D17FDC911000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8953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30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Fg</a:t>
            </a:r>
          </a:p>
        </p:txBody>
      </p:sp>
      <p:cxnSp>
        <p:nvCxnSpPr>
          <p:cNvPr id="8" name="">
            <a:extLst>
              <a:ext uri="{FF2B5EF4-FFF2-40B4-BE49-F238E27FC236}">
                <ns2:creationId id="{AAAE5ABD-765C-45DF-AE5F-61B8AAB8A704}"/>
              </a:ext>
            </a:extLst>
          </p:cNvPr>
          <p:cNvCxnSpPr/>
          <p:nvPr/>
        </p:nvCxnSpPr>
        <p:spPr>
          <a:xfrm flipV="0">
            <a:off x="1657350" y="2990850"/>
            <a:ext cx="1981200" cy="0"/>
          </a:xfrm>
          <a:prstGeom prst="straightConnector1">
            <a:avLst/>
          </a:prstGeom>
          <a:ln w="20955">
            <a:solidFill>
              <a:srgbClr val="1B2840"/>
            </a:solidFill>
            <a:tailEnd type="triangle" w="sm" len="sm"/>
          </a:ln>
        </p:spPr>
      </p:cxnSp>
      <p:sp>
        <p:nvSpPr>
          <p:cNvPr id="9" name="">
            <a:extLst>
              <a:ext uri="{FF2B5EF4-FFF2-40B4-BE49-F238E27FC236}">
                <ns2:creationId id="{D806B804-3CE7-4223-BE57-274999325FE9}"/>
              </a:ext>
            </a:extLst>
          </p:cNvPr>
          <p:cNvSpPr>
            <a:spLocks noGrp="1"/>
          </p:cNvSpPr>
          <p:nvPr/>
        </p:nvSpPr>
        <p:spPr>
          <a:xfrm>
            <a:off x="3876675" y="2724150"/>
            <a:ext cx="8953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30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Fn</a:t>
            </a:r>
          </a:p>
        </p:txBody>
      </p:sp>
      <p:sp>
        <p:nvSpPr>
          <p:cNvPr id="10" name="">
            <a:extLst>
              <a:ext uri="{FF2B5EF4-FFF2-40B4-BE49-F238E27FC236}">
                <ns2:creationId id="{25AA3B3C-7800-49C0-9F94-7A0D5F792D28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Fibrinogen</a:t>
            </a:r>
          </a:p>
        </p:txBody>
      </p:sp>
      <p:sp>
        <p:nvSpPr>
          <p:cNvPr id="11" name="">
            <a:extLst>
              <a:ext uri="{FF2B5EF4-FFF2-40B4-BE49-F238E27FC236}">
                <ns2:creationId id="{8585CA58-F045-42FE-8547-E7D359EE0AC0}"/>
              </a:ext>
            </a:extLst>
          </p:cNvPr>
          <p:cNvSpPr>
            <a:spLocks noGrp="1"/>
          </p:cNvSpPr>
          <p:nvPr/>
        </p:nvSpPr>
        <p:spPr>
          <a:xfrm>
            <a:off x="3876675" y="32956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Fibrin</a:t>
            </a:r>
          </a:p>
        </p:txBody>
      </p:sp>
      <p:sp>
        <p:nvSpPr>
          <p:cNvPr id="12" name="">
            <a:extLst>
              <a:ext uri="{FF2B5EF4-FFF2-40B4-BE49-F238E27FC236}">
                <ns2:creationId id="{D18FF264-CEE5-4061-B6A3-EE0F5CCE2475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0196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 = thrombin. Th and Fg move.</a:t>
            </a:r>
          </a:p>
          <a:p>
            <a: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Fn accumulates locally.</a:t>
            </a:r>
          </a:p>
        </p:txBody>
      </p:sp>
      <p:sp>
        <p:nvSpPr>
          <p:cNvPr id="13" name="">
            <a:extLst>
              <a:ext uri="{FF2B5EF4-FFF2-40B4-BE49-F238E27FC236}">
                <ns2:creationId id="{BE0A1A2D-C53F-4C69-AE82-13A915D8196B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95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The 1D concentration state</a:t>
            </a:r>
          </a:p>
        </p:txBody>
      </p:sp>
      <p:sp>
        <p:nvSpPr>
          <p:cNvPr id="14" name="">
            <a:extLst>
              <a:ext uri="{FF2B5EF4-FFF2-40B4-BE49-F238E27FC236}">
                <ns2:creationId id="{F0416D3F-0A30-4650-9946-75EE07DC80B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1571625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B2840"/>
            </a:solidFill>
          </a:ln>
        </p:spPr>
      </p:sp>
      <p:sp>
        <p:nvSpPr>
          <p:cNvPr id="15" name="">
            <a:extLst>
              <a:ext uri="{FF2B5EF4-FFF2-40B4-BE49-F238E27FC236}">
                <ns2:creationId id="{C1493C81-411B-4FEF-9147-2A11531C3079}"/>
              </a:ext>
            </a:extLst>
          </p:cNvPr>
          <p:cNvSpPr>
            <a:spLocks noGrp="1"/>
          </p:cNvSpPr>
          <p:nvPr/>
        </p:nvSpPr>
        <p:spPr>
          <a:xfrm>
            <a:off x="6543675" y="2333625"/>
            <a:ext cx="1457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Cell 1</a:t>
            </a:r>
          </a:p>
        </p:txBody>
      </p:sp>
      <p:sp>
        <p:nvSpPr>
          <p:cNvPr id="16" name="">
            <a:extLst>
              <a:ext uri="{FF2B5EF4-FFF2-40B4-BE49-F238E27FC236}">
                <ns2:creationId id="{9565CB9E-F6BE-4E7B-933F-BAAA1BBFF75B}"/>
              </a:ext>
            </a:extLst>
          </p:cNvPr>
          <p:cNvSpPr>
            <a:spLocks noGrp="1"/>
          </p:cNvSpPr>
          <p:nvPr/>
        </p:nvSpPr>
        <p:spPr>
          <a:xfrm>
            <a:off x="6800850" y="2762250"/>
            <a:ext cx="1219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0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h, g, f</a:t>
            </a:r>
          </a:p>
        </p:txBody>
      </p:sp>
      <p:sp>
        <p:nvSpPr>
          <p:cNvPr id="17" name="">
            <a:extLst>
              <a:ext uri="{FF2B5EF4-FFF2-40B4-BE49-F238E27FC236}">
                <ns2:creationId id="{1A397A8A-4852-4EB2-B2FC-4D0F74FE5C45}"/>
              </a:ext>
            </a:extLst>
          </p:cNvPr>
          <p:cNvSpPr>
            <a:spLocks noGrp="1"/>
          </p:cNvSpPr>
          <p:nvPr/>
        </p:nvSpPr>
        <p:spPr>
          <a:xfrm>
            <a:off x="8239125" y="2247900"/>
            <a:ext cx="1571625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B2840"/>
            </a:solidFill>
          </a:ln>
        </p:spPr>
      </p:sp>
      <p:sp>
        <p:nvSpPr>
          <p:cNvPr id="18" name="">
            <a:extLst>
              <a:ext uri="{FF2B5EF4-FFF2-40B4-BE49-F238E27FC236}">
                <ns2:creationId id="{73AF0673-1A78-407E-9D37-B402ADD37920}"/>
              </a:ext>
            </a:extLst>
          </p:cNvPr>
          <p:cNvSpPr>
            <a:spLocks noGrp="1"/>
          </p:cNvSpPr>
          <p:nvPr/>
        </p:nvSpPr>
        <p:spPr>
          <a:xfrm>
            <a:off x="8296275" y="2333625"/>
            <a:ext cx="1457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Cell 2</a:t>
            </a:r>
          </a:p>
        </p:txBody>
      </p:sp>
      <p:sp>
        <p:nvSpPr>
          <p:cNvPr id="19" name="">
            <a:extLst>
              <a:ext uri="{FF2B5EF4-FFF2-40B4-BE49-F238E27FC236}">
                <ns2:creationId id="{8E64B49A-75B6-4CC1-AA4C-841CE94A0FB5}"/>
              </a:ext>
            </a:extLst>
          </p:cNvPr>
          <p:cNvSpPr>
            <a:spLocks noGrp="1"/>
          </p:cNvSpPr>
          <p:nvPr/>
        </p:nvSpPr>
        <p:spPr>
          <a:xfrm>
            <a:off x="8553450" y="2762250"/>
            <a:ext cx="1219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0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h, g, f</a:t>
            </a:r>
          </a:p>
        </p:txBody>
      </p:sp>
      <p:sp>
        <p:nvSpPr>
          <p:cNvPr id="20" name="">
            <a:extLst>
              <a:ext uri="{FF2B5EF4-FFF2-40B4-BE49-F238E27FC236}">
                <ns2:creationId id="{D5906178-EB26-49D2-B647-45B5A55278AA}"/>
              </a:ext>
            </a:extLst>
          </p:cNvPr>
          <p:cNvSpPr>
            <a:spLocks noGrp="1"/>
          </p:cNvSpPr>
          <p:nvPr/>
        </p:nvSpPr>
        <p:spPr>
          <a:xfrm>
            <a:off x="9991725" y="2247900"/>
            <a:ext cx="1571625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B2840"/>
            </a:solidFill>
          </a:ln>
        </p:spPr>
      </p:sp>
      <p:sp>
        <p:nvSpPr>
          <p:cNvPr id="21" name="">
            <a:extLst>
              <a:ext uri="{FF2B5EF4-FFF2-40B4-BE49-F238E27FC236}">
                <ns2:creationId id="{83C03719-619E-4E9A-9BEA-C7366B86AECB}"/>
              </a:ext>
            </a:extLst>
          </p:cNvPr>
          <p:cNvSpPr>
            <a:spLocks noGrp="1"/>
          </p:cNvSpPr>
          <p:nvPr/>
        </p:nvSpPr>
        <p:spPr>
          <a:xfrm>
            <a:off x="10048875" y="2333625"/>
            <a:ext cx="1457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Cell 3</a:t>
            </a:r>
          </a:p>
        </p:txBody>
      </p:sp>
      <p:sp>
        <p:nvSpPr>
          <p:cNvPr id="22" name="">
            <a:extLst>
              <a:ext uri="{FF2B5EF4-FFF2-40B4-BE49-F238E27FC236}">
                <ns2:creationId id="{10EE4B4D-E5E0-4052-8212-5DC48179553E}"/>
              </a:ext>
            </a:extLst>
          </p:cNvPr>
          <p:cNvSpPr>
            <a:spLocks noGrp="1"/>
          </p:cNvSpPr>
          <p:nvPr/>
        </p:nvSpPr>
        <p:spPr>
          <a:xfrm>
            <a:off x="10306050" y="2762250"/>
            <a:ext cx="1219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0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h, g, f</a:t>
            </a:r>
          </a:p>
        </p:txBody>
      </p:sp>
      <p:sp>
        <p:nvSpPr>
          <p:cNvPr id="23" name="">
            <a:extLst>
              <a:ext uri="{FF2B5EF4-FFF2-40B4-BE49-F238E27FC236}">
                <ns2:creationId id="{649FF9E3-FFF7-4EA9-8DC7-736CF7693E18}"/>
              </a:ext>
            </a:extLst>
          </p:cNvPr>
          <p:cNvSpPr>
            <a:spLocks noGrp="1"/>
          </p:cNvSpPr>
          <p:nvPr/>
        </p:nvSpPr>
        <p:spPr>
          <a:xfrm>
            <a:off x="6486525" y="3552825"/>
            <a:ext cx="5095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h = mean Th, g = mean Fg, f = mean Fn</a:t>
            </a:r>
          </a:p>
        </p:txBody>
      </p:sp>
      <p:sp>
        <p:nvSpPr>
          <p:cNvPr id="24" name="">
            <a:extLst>
              <a:ext uri="{FF2B5EF4-FFF2-40B4-BE49-F238E27FC236}">
                <ns2:creationId id="{85798872-BABF-451B-B0E1-876EA9F4408F}"/>
              </a:ext>
            </a:extLst>
          </p:cNvPr>
          <p:cNvSpPr>
            <a:spLocks noGrp="1"/>
          </p:cNvSpPr>
          <p:nvPr/>
        </p:nvSpPr>
        <p:spPr>
          <a:xfrm>
            <a:off x="6486525" y="4133850"/>
            <a:ext cx="5095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Axial cells retain lengthwise variation.</a:t>
            </a:r>
          </a:p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Each value averages a whole cross-section.</a:t>
            </a:r>
          </a:p>
        </p:txBody>
      </p:sp>
      <p:cxnSp>
        <p:nvCxnSpPr>
          <p:cNvPr id="25" name="">
            <a:extLst>
              <a:ext uri="{FF2B5EF4-FFF2-40B4-BE49-F238E27FC236}">
                <ns2:creationId id="{6B88AB3A-69CE-47E4-9D7B-C6D8A89336F0}"/>
              </a:ext>
            </a:extLst>
          </p:cNvPr>
          <p:cNvCxnSpPr/>
          <p:nvPr/>
        </p:nvCxnSpPr>
        <p:spPr>
          <a:xfrm flipV="0">
            <a:off x="609600" y="4972050"/>
            <a:ext cx="10972800" cy="0"/>
          </a:xfrm>
          <a:prstGeom prst="straightConnector1">
            <a:avLst/>
          </a:prstGeom>
          <a:ln w="11430">
            <a:solidFill>
              <a:srgbClr val="E3E8F0"/>
            </a:solidFill>
            <a:prstDash val="solid"/>
          </a:ln>
        </p:spPr>
      </p:cxnSp>
      <p:sp>
        <p:nvSpPr>
          <p:cNvPr id="26" name="">
            <a:extLst>
              <a:ext uri="{FF2B5EF4-FFF2-40B4-BE49-F238E27FC236}">
                <ns2:creationId id="{C3A3969E-E7E3-4CCF-8487-DC73EE15949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6191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625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u(x,t) = Q(x,t) / A(x,t)</a:t>
            </a:r>
          </a:p>
        </p:txBody>
      </p:sp>
      <p:sp>
        <p:nvSpPr>
          <p:cNvPr id="27" name="">
            <a:extLst>
              <a:ext uri="{FF2B5EF4-FFF2-40B4-BE49-F238E27FC236}">
                <ns2:creationId id="{D9550E6E-8CCD-4141-92F8-68E376685A09}"/>
              </a:ext>
            </a:extLst>
          </p:cNvPr>
          <p:cNvSpPr>
            <a:spLocks noGrp="1"/>
          </p:cNvSpPr>
          <p:nvPr/>
        </p:nvSpPr>
        <p:spPr>
          <a:xfrm>
            <a:off x="7191375" y="5172075"/>
            <a:ext cx="43910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A: area. Q: fluid volume per second.</a:t>
            </a:r>
          </a:p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Fixed blood: reuse the same A/Q fields.</a:t>
            </a:r>
          </a:p>
        </p:txBody>
      </p:sp>
      <p:cxnSp>
        <p:nvCxnSpPr>
          <p:cNvPr id="28" name="">
            <a:extLst>
              <a:ext uri="{FF2B5EF4-FFF2-40B4-BE49-F238E27FC236}">
                <ns2:creationId id="{6D32747F-E11D-4745-98C3-C9913677EF05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29" name="">
            <a:extLst>
              <a:ext uri="{FF2B5EF4-FFF2-40B4-BE49-F238E27FC236}">
                <ns2:creationId id="{21C4C3FF-769B-40C2-B069-7A9E7FA625EE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 has no reaction loss. Fn has no axial transport or flow feedback. The chemical state has no radial bins.</a:t>
            </a:r>
          </a:p>
        </p:txBody>
      </p:sp>
    </p:spTree>
    <p:extLst>
      <p:ext uri="{BB962C8B-B14F-4D97-AF65-F5344CB8AC3E}">
        <ns3:creationId val="928854627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2" name="">
            <a:extLst>
              <a:ext uri="{FF2B5EF4-FFF2-40B4-BE49-F238E27FC236}">
                <ns2:creationId id="{54723B91-38C9-4D52-8AB6-ABC7FA8CAB62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" name="">
            <a:extLst>
              <a:ext uri="{FF2B5EF4-FFF2-40B4-BE49-F238E27FC236}">
                <ns2:creationId id="{67899F95-8B46-4B19-898C-40CEE8834F0C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REFERENCE DATA</a:t>
            </a:r>
          </a:p>
        </p:txBody>
      </p:sp>
      <p:sp>
        <p:nvSpPr>
          <p:cNvPr id="3" name="">
            <a:extLst>
              <a:ext uri="{FF2B5EF4-FFF2-40B4-BE49-F238E27FC236}">
                <ns2:creationId id="{5A08A91A-D504-422E-88D4-274478B61617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Reference data and the 64 / 16 / 32 split</a:t>
            </a:r>
          </a:p>
        </p:txBody>
      </p:sp>
      <p:sp>
        <p:nvSpPr>
          <p:cNvPr id="4" name="">
            <a:extLst>
              <a:ext uri="{FF2B5EF4-FFF2-40B4-BE49-F238E27FC236}">
                <ns2:creationId id="{CF503AAC-F090-4856-9E38-A7C256828B58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Random inlet conditions produce physically simulated concentrations, fluxes and reaction rates.</a:t>
            </a:r>
          </a:p>
        </p:txBody>
      </p:sp>
      <p:sp>
        <p:nvSpPr>
          <p:cNvPr id="5" name="">
            <a:extLst>
              <a:ext uri="{FF2B5EF4-FFF2-40B4-BE49-F238E27FC236}">
                <ns2:creationId id="{E7E8E005-1E27-4F75-B62D-6FE8620A999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486025" cy="9906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6" name="">
            <a:extLst>
              <a:ext uri="{FF2B5EF4-FFF2-40B4-BE49-F238E27FC236}">
                <ns2:creationId id="{28E6B99C-AF2E-47AE-9E7E-E0AA400D0930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22574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Sen 2024 inputs</a:t>
            </a:r>
          </a:p>
        </p:txBody>
      </p:sp>
      <p:sp>
        <p:nvSpPr>
          <p:cNvPr id="7" name="">
            <a:extLst>
              <a:ext uri="{FF2B5EF4-FFF2-40B4-BE49-F238E27FC236}">
                <ns2:creationId id="{35F9985B-CEFB-4AD4-A5FB-E67F166876B2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2257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Geometry and blood conditions</a:t>
            </a:r>
          </a:p>
        </p:txBody>
      </p:sp>
      <p:cxnSp>
        <p:nvCxnSpPr>
          <p:cNvPr id="8" name="">
            <a:extLst>
              <a:ext uri="{FF2B5EF4-FFF2-40B4-BE49-F238E27FC236}">
                <ns2:creationId id="{6A0AD456-0767-4F7D-BF89-B18AB1EC9D96}"/>
              </a:ext>
            </a:extLst>
          </p:cNvPr>
          <p:cNvCxnSpPr/>
          <p:nvPr/>
        </p:nvCxnSpPr>
        <p:spPr>
          <a:xfrm flipV="0">
            <a:off x="3209925" y="2114550"/>
            <a:ext cx="114300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sp>
        <p:nvSpPr>
          <p:cNvPr id="9" name="">
            <a:extLst>
              <a:ext uri="{FF2B5EF4-FFF2-40B4-BE49-F238E27FC236}">
                <ns2:creationId id="{6F9782FE-B966-4C2A-814C-5C1881ED2428}"/>
              </a:ext>
            </a:extLst>
          </p:cNvPr>
          <p:cNvSpPr>
            <a:spLocks noGrp="1"/>
          </p:cNvSpPr>
          <p:nvPr/>
        </p:nvSpPr>
        <p:spPr>
          <a:xfrm>
            <a:off x="3438525" y="1619250"/>
            <a:ext cx="2486025" cy="9906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0" name="">
            <a:extLst>
              <a:ext uri="{FF2B5EF4-FFF2-40B4-BE49-F238E27FC236}">
                <ns2:creationId id="{34F34345-56C6-4F6D-B9CC-C69517DFC529}"/>
              </a:ext>
            </a:extLst>
          </p:cNvPr>
          <p:cNvSpPr>
            <a:spLocks noGrp="1"/>
          </p:cNvSpPr>
          <p:nvPr/>
        </p:nvSpPr>
        <p:spPr>
          <a:xfrm>
            <a:off x="3552825" y="1695450"/>
            <a:ext cx="22574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Independent CFD</a:t>
            </a:r>
          </a:p>
        </p:txBody>
      </p:sp>
      <p:sp>
        <p:nvSpPr>
          <p:cNvPr id="11" name="">
            <a:extLst>
              <a:ext uri="{FF2B5EF4-FFF2-40B4-BE49-F238E27FC236}">
                <ns2:creationId id="{1D373A83-0C62-45A4-AC97-A7BFA0839FE3}"/>
              </a:ext>
            </a:extLst>
          </p:cNvPr>
          <p:cNvSpPr>
            <a:spLocks noGrp="1"/>
          </p:cNvSpPr>
          <p:nvPr/>
        </p:nvSpPr>
        <p:spPr>
          <a:xfrm>
            <a:off x="3552825" y="2047875"/>
            <a:ext cx="2257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Blood A, Q and velocity profiles</a:t>
            </a:r>
          </a:p>
        </p:txBody>
      </p:sp>
      <p:cxnSp>
        <p:nvCxnSpPr>
          <p:cNvPr id="12" name="">
            <a:extLst>
              <a:ext uri="{FF2B5EF4-FFF2-40B4-BE49-F238E27FC236}">
                <ns2:creationId id="{3FBA2B16-A650-48BC-8016-55DD9767D583}"/>
              </a:ext>
            </a:extLst>
          </p:cNvPr>
          <p:cNvCxnSpPr/>
          <p:nvPr/>
        </p:nvCxnSpPr>
        <p:spPr>
          <a:xfrm flipV="0">
            <a:off x="6038850" y="2114550"/>
            <a:ext cx="114300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sp>
        <p:nvSpPr>
          <p:cNvPr id="13" name="">
            <a:extLst>
              <a:ext uri="{FF2B5EF4-FFF2-40B4-BE49-F238E27FC236}">
                <ns2:creationId id="{8BC4F935-A5ED-415F-B501-5390D0E82F8A}"/>
              </a:ext>
            </a:extLst>
          </p:cNvPr>
          <p:cNvSpPr>
            <a:spLocks noGrp="1"/>
          </p:cNvSpPr>
          <p:nvPr/>
        </p:nvSpPr>
        <p:spPr>
          <a:xfrm>
            <a:off x="6267450" y="1619250"/>
            <a:ext cx="2486025" cy="9906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4" name="">
            <a:extLst>
              <a:ext uri="{FF2B5EF4-FFF2-40B4-BE49-F238E27FC236}">
                <ns2:creationId id="{6A271D44-DF3A-4B3E-A59D-08E1907F6C91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22574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7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Fine biochemistry</a:t>
            </a:r>
          </a:p>
        </p:txBody>
      </p:sp>
      <p:sp>
        <p:nvSpPr>
          <p:cNvPr id="15" name="">
            <a:extLst>
              <a:ext uri="{FF2B5EF4-FFF2-40B4-BE49-F238E27FC236}">
                <ns2:creationId id="{DB14AA5E-0140-4840-BA81-9945620AFB45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2257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Transport and reaction</a:t>
            </a:r>
          </a:p>
        </p:txBody>
      </p:sp>
      <p:cxnSp>
        <p:nvCxnSpPr>
          <p:cNvPr id="16" name="">
            <a:extLst>
              <a:ext uri="{FF2B5EF4-FFF2-40B4-BE49-F238E27FC236}">
                <ns2:creationId id="{4B2E80CA-B92A-4F05-AE4E-BE3211037D9B}"/>
              </a:ext>
            </a:extLst>
          </p:cNvPr>
          <p:cNvCxnSpPr/>
          <p:nvPr/>
        </p:nvCxnSpPr>
        <p:spPr>
          <a:xfrm flipV="0">
            <a:off x="8867775" y="2114550"/>
            <a:ext cx="114300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sp>
        <p:nvSpPr>
          <p:cNvPr id="17" name="">
            <a:extLst>
              <a:ext uri="{FF2B5EF4-FFF2-40B4-BE49-F238E27FC236}">
                <ns2:creationId id="{F71493A6-C8BF-4950-803D-66B3FF03E27B}"/>
              </a:ext>
            </a:extLst>
          </p:cNvPr>
          <p:cNvSpPr>
            <a:spLocks noGrp="1"/>
          </p:cNvSpPr>
          <p:nvPr/>
        </p:nvSpPr>
        <p:spPr>
          <a:xfrm>
            <a:off x="9096375" y="1619250"/>
            <a:ext cx="2486025" cy="990600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18" name="">
            <a:extLst>
              <a:ext uri="{FF2B5EF4-FFF2-40B4-BE49-F238E27FC236}">
                <ns2:creationId id="{3A9D1877-2151-44B0-B688-9500D54415CB}"/>
              </a:ext>
            </a:extLst>
          </p:cNvPr>
          <p:cNvSpPr>
            <a:spLocks noGrp="1"/>
          </p:cNvSpPr>
          <p:nvPr/>
        </p:nvSpPr>
        <p:spPr>
          <a:xfrm>
            <a:off x="9210675" y="1695450"/>
            <a:ext cx="22574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Average to 1D</a:t>
            </a:r>
          </a:p>
        </p:txBody>
      </p:sp>
      <p:sp>
        <p:nvSpPr>
          <p:cNvPr id="19" name="">
            <a:extLst>
              <a:ext uri="{FF2B5EF4-FFF2-40B4-BE49-F238E27FC236}">
                <ns2:creationId id="{9E540F14-9DCC-414C-9C2E-2AB5969C9117}"/>
              </a:ext>
            </a:extLst>
          </p:cNvPr>
          <p:cNvSpPr>
            <a:spLocks noGrp="1"/>
          </p:cNvSpPr>
          <p:nvPr/>
        </p:nvSpPr>
        <p:spPr>
          <a:xfrm>
            <a:off x="9210675" y="2047875"/>
            <a:ext cx="2257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Learning and evaluation targets</a:t>
            </a:r>
          </a:p>
        </p:txBody>
      </p:sp>
      <p:graphicFrame>
        <p:nvGraphicFramePr>
          <p:cNvPr id="20" name="Chart">
            <a:extLst>
              <a:ext uri="{FF2B5EF4-FFF2-40B4-BE49-F238E27FC236}">
                <ns2:creationId id="{A91C758B-A1B0-43BD-9A3F-F3CDC5D78826}"/>
              </a:ext>
            </a:extLst>
          </p:cNvPr>
          <p:cNvGraphicFramePr/>
          <p:nvPr/>
        </p:nvGraphicFramePr>
        <p:xfrm>
          <a:off x="609600" y="3028950"/>
          <a:ext cx="5886450" cy="2200275"/>
        </p:xfrm>
        <a:graphic>
          <a:graphicData uri="http://schemas.openxmlformats.org/drawingml/2006/chart">
            <c:chart r:id="R1787b9f4b045493b"/>
          </a:graphicData>
        </a:graphic>
      </p:graphicFrame>
      <p:sp>
        <p:nvSpPr>
          <p:cNvPr id="21" name="">
            <a:extLst>
              <a:ext uri="{FF2B5EF4-FFF2-40B4-BE49-F238E27FC236}">
                <ns2:creationId id="{DAF1F6FE-A5F9-4D43-89A7-3AB12E56B25C}"/>
              </a:ext>
            </a:extLst>
          </p:cNvPr>
          <p:cNvSpPr>
            <a:spLocks noGrp="1"/>
          </p:cNvSpPr>
          <p:nvPr/>
        </p:nvSpPr>
        <p:spPr>
          <a:xfrm>
            <a:off x="6972300" y="3000375"/>
            <a:ext cx="4610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112 complete inlet histories per topology</a:t>
            </a:r>
          </a:p>
        </p:txBody>
      </p:sp>
      <p:sp>
        <p:nvSpPr>
          <p:cNvPr id="22" name="">
            <a:extLst>
              <a:ext uri="{FF2B5EF4-FFF2-40B4-BE49-F238E27FC236}">
                <ns2:creationId id="{59813CE4-DE32-4EDC-AF3A-75EF192E1F61}"/>
              </a:ext>
            </a:extLst>
          </p:cNvPr>
          <p:cNvSpPr>
            <a:spLocks noGrp="1"/>
          </p:cNvSpPr>
          <p:nvPr/>
        </p:nvSpPr>
        <p:spPr>
          <a:xfrm>
            <a:off x="6972300" y="3724275"/>
            <a:ext cx="4610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7 amplitudes define each Th inlet.</a:t>
            </a:r>
          </a:p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A case includes the full concentration trajectory.</a:t>
            </a:r>
          </a:p>
        </p:txBody>
      </p:sp>
      <p:sp>
        <p:nvSpPr>
          <p:cNvPr id="23" name="">
            <a:extLst>
              <a:ext uri="{FF2B5EF4-FFF2-40B4-BE49-F238E27FC236}">
                <ns2:creationId id="{F1F8C9B9-F8A3-4B4C-ABEF-275F957675D0}"/>
              </a:ext>
            </a:extLst>
          </p:cNvPr>
          <p:cNvSpPr>
            <a:spLocks noGrp="1"/>
          </p:cNvSpPr>
          <p:nvPr/>
        </p:nvSpPr>
        <p:spPr>
          <a:xfrm>
            <a:off x="6972300" y="4600575"/>
            <a:ext cx="46101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Reference: 24 radial bins, 4× axial mesh,</a:t>
            </a:r>
          </a:p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 ms steps. Branched blood uses coupled tubes.</a:t>
            </a:r>
          </a:p>
        </p:txBody>
      </p:sp>
      <p:sp>
        <p:nvSpPr>
          <p:cNvPr id="24" name="">
            <a:extLst>
              <a:ext uri="{FF2B5EF4-FFF2-40B4-BE49-F238E27FC236}">
                <ns2:creationId id="{175FB410-70B2-4DF2-A814-77ADCA931055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6191250" cy="581025"/>
          </a:xfrm>
          <a:prstGeom prst="rect">
            <a:avLst/>
          </a:prstGeom>
          <a:solidFill>
            <a:srgbClr val="FFFFFF"/>
          </a:solidFill>
          <a:ln w="12383">
            <a:solidFill>
              <a:srgbClr val="2864B4"/>
            </a:solidFill>
          </a:ln>
        </p:spPr>
      </p:sp>
      <p:sp>
        <p:nvSpPr>
          <p:cNvPr id="25" name="">
            <a:extLst>
              <a:ext uri="{FF2B5EF4-FFF2-40B4-BE49-F238E27FC236}">
                <ns2:creationId id="{2B40255D-0309-4DC2-A646-9FB6E670606A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6038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64 Train: learn weights</a:t>
            </a:r>
          </a:p>
        </p:txBody>
      </p:sp>
      <p:sp>
        <p:nvSpPr>
          <p:cNvPr id="26" name="">
            <a:extLst>
              <a:ext uri="{FF2B5EF4-FFF2-40B4-BE49-F238E27FC236}">
                <ns2:creationId id="{81138C5B-514F-409E-9304-78F9B582190D}"/>
              </a:ext>
            </a:extLst>
          </p:cNvPr>
          <p:cNvSpPr>
            <a:spLocks noGrp="1"/>
          </p:cNvSpPr>
          <p:nvPr/>
        </p:nvSpPr>
        <p:spPr>
          <a:xfrm>
            <a:off x="6838950" y="5534025"/>
            <a:ext cx="1905000" cy="581025"/>
          </a:xfrm>
          <a:prstGeom prst="rect">
            <a:avLst/>
          </a:prstGeom>
          <a:solidFill>
            <a:srgbClr val="FFFFFF"/>
          </a:solidFill>
          <a:ln w="12383">
            <a:solidFill>
              <a:srgbClr val="68758C"/>
            </a:solidFill>
          </a:ln>
        </p:spPr>
      </p:sp>
      <p:sp>
        <p:nvSpPr>
          <p:cNvPr id="27" name="">
            <a:extLst>
              <a:ext uri="{FF2B5EF4-FFF2-40B4-BE49-F238E27FC236}">
                <ns2:creationId id="{C5D36533-9CBF-4D16-86A5-B9BDFB72BDBC}"/>
              </a:ext>
            </a:extLst>
          </p:cNvPr>
          <p:cNvSpPr>
            <a:spLocks noGrp="1"/>
          </p:cNvSpPr>
          <p:nvPr/>
        </p:nvSpPr>
        <p:spPr>
          <a:xfrm>
            <a:off x="6915150" y="5619750"/>
            <a:ext cx="1752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8758C"/>
                </a:solidFill>
                <a:latin typeface="Inter"/>
                <a:ea typeface="Inter"/>
                <a:cs typeface="Inter"/>
              </a:rPr>
              <a:t>16 Validate</a:t>
            </a:r>
          </a:p>
        </p:txBody>
      </p:sp>
      <p:sp>
        <p:nvSpPr>
          <p:cNvPr id="28" name="">
            <a:extLst>
              <a:ext uri="{FF2B5EF4-FFF2-40B4-BE49-F238E27FC236}">
                <ns2:creationId id="{B985A2DE-34D8-4A99-A4D8-8BA74C74D29B}"/>
              </a:ext>
            </a:extLst>
          </p:cNvPr>
          <p:cNvSpPr>
            <a:spLocks noGrp="1"/>
          </p:cNvSpPr>
          <p:nvPr/>
        </p:nvSpPr>
        <p:spPr>
          <a:xfrm>
            <a:off x="8782050" y="5534025"/>
            <a:ext cx="2800350" cy="581025"/>
          </a:xfrm>
          <a:prstGeom prst="rect">
            <a:avLst/>
          </a:prstGeom>
          <a:solidFill>
            <a:srgbClr val="FFFFFF"/>
          </a:solidFill>
          <a:ln w="12383">
            <a:solidFill>
              <a:srgbClr val="B97842"/>
            </a:solidFill>
          </a:ln>
        </p:spPr>
      </p:sp>
      <p:sp>
        <p:nvSpPr>
          <p:cNvPr id="29" name="">
            <a:extLst>
              <a:ext uri="{FF2B5EF4-FFF2-40B4-BE49-F238E27FC236}">
                <ns2:creationId id="{F6911850-31CF-4D73-B256-4DD96B047573}"/>
              </a:ext>
            </a:extLst>
          </p:cNvPr>
          <p:cNvSpPr>
            <a:spLocks noGrp="1"/>
          </p:cNvSpPr>
          <p:nvPr/>
        </p:nvSpPr>
        <p:spPr>
          <a:xfrm>
            <a:off x="8858250" y="5619750"/>
            <a:ext cx="2647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32 Test</a:t>
            </a:r>
          </a:p>
        </p:txBody>
      </p:sp>
      <p:cxnSp>
        <p:nvCxnSpPr>
          <p:cNvPr id="30" name="">
            <a:extLst>
              <a:ext uri="{FF2B5EF4-FFF2-40B4-BE49-F238E27FC236}">
                <ns2:creationId id="{C328965A-33FD-4003-A147-916CA32E6ACA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31" name="">
            <a:extLst>
              <a:ext uri="{FF2B5EF4-FFF2-40B4-BE49-F238E27FC236}">
                <ns2:creationId id="{1C8CEBE6-3EDA-412B-9324-36D1087FD576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Whole trajectories stay in one split. Case 80 is held out. Each topology uses one blood condition.</a:t>
            </a:r>
          </a:p>
        </p:txBody>
      </p:sp>
    </p:spTree>
    <p:extLst>
      <p:ext uri="{BB962C8B-B14F-4D97-AF65-F5344CB8AC3E}">
        <ns5:creationId val="184556575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44541513-A513-4D80-B3AE-40050EF12BD3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" name="">
            <a:extLst>
              <a:ext uri="{FF2B5EF4-FFF2-40B4-BE49-F238E27FC236}">
                <ns2:creationId id="{ECDC257D-E34B-4615-A0B5-C061D7E601E0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THE C0 BASELINE</a:t>
            </a:r>
          </a:p>
        </p:txBody>
      </p:sp>
      <p:sp>
        <p:nvSpPr>
          <p:cNvPr id="3" name="">
            <a:extLst>
              <a:ext uri="{FF2B5EF4-FFF2-40B4-BE49-F238E27FC236}">
                <ns2:creationId id="{953D2628-5B06-4989-9D15-7C8AE1E95C98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The reference, C0 and the governing equations</a:t>
            </a:r>
          </a:p>
        </p:txBody>
      </p:sp>
      <p:sp>
        <p:nvSpPr>
          <p:cNvPr id="4" name="">
            <a:extLst>
              <a:ext uri="{FF2B5EF4-FFF2-40B4-BE49-F238E27FC236}">
                <ns2:creationId id="{EA3D334A-5A7E-4245-8F8B-9B4F035D7C8D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Both candidates solve material balances. We compare their predictions with the finer simulation.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9FA4B4EB-233F-4613-83B4-AFA9264D60C4}"/>
              </a:ext>
            </a:extLst>
          </p:cNvPr>
          <p:cNvGraphicFramePr/>
          <p:nvPr/>
        </p:nvGraphicFramePr>
        <p:xfrm>
          <a:off x="609600" y="1562100"/>
          <a:ext cx="10972800" cy="1609725"/>
        </p:xfrm>
        <a:graphic>
          <a:graphicData uri="http://schemas.openxmlformats.org/drawingml/2006/table">
            <a:tbl>
              <a:tblPr/>
              <a:tblGrid>
                <a:gridCol w="2809875"/>
                <a:gridCol w="8162925"/>
              </a:tblGrid>
              <a:tr h="402431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Role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72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What it provides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431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72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CFD reference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72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Resolved blood and biochemistry for targets and evaluation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431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72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Fixed C0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72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Conventional 1D transport and the fixed reaction law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431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72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Neural model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72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The 1D solver with learned transport and reaction corrections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">
            <a:extLst>
              <a:ext uri="{FF2B5EF4-FFF2-40B4-BE49-F238E27FC236}">
                <ns2:creationId id="{AAA8EB35-91C4-4D8B-8FCB-73DEAD77816C}"/>
              </a:ext>
            </a:extLst>
          </p:cNvPr>
          <p:cNvCxnSpPr/>
          <p:nvPr/>
        </p:nvCxnSpPr>
        <p:spPr>
          <a:xfrm flipV="0">
            <a:off x="609600" y="1964531"/>
            <a:ext cx="10972800" cy="0"/>
          </a:xfrm>
          <a:prstGeom prst="straightConnector1">
            <a:avLst/>
          </a:prstGeom>
          <a:ln w="13335">
            <a:solidFill>
              <a:srgbClr val="E3E8F0"/>
            </a:solidFill>
            <a:prstDash val="solid"/>
          </a:ln>
        </p:spPr>
      </p:cxnSp>
      <p:sp>
        <p:nvSpPr>
          <p:cNvPr id="7" name="">
            <a:extLst>
              <a:ext uri="{FF2B5EF4-FFF2-40B4-BE49-F238E27FC236}">
                <ns2:creationId id="{6394C5A0-25EF-4B7F-876D-6C4EA203E1B9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6143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Storage + transport = reaction</a:t>
            </a:r>
          </a:p>
        </p:txBody>
      </p:sp>
      <p:sp>
        <p:nvSpPr>
          <p:cNvPr id="8" name="">
            <a:extLst>
              <a:ext uri="{FF2B5EF4-FFF2-40B4-BE49-F238E27FC236}">
                <ns2:creationId id="{258D2E52-2362-4ECE-9A66-A0562FE7A6D0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619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Th:  ∂(Ah)/∂t + ∂J(h)/∂x = 0</a:t>
            </a:r>
          </a:p>
        </p:txBody>
      </p:sp>
      <p:sp>
        <p:nvSpPr>
          <p:cNvPr id="9" name="">
            <a:extLst>
              <a:ext uri="{FF2B5EF4-FFF2-40B4-BE49-F238E27FC236}">
                <ns2:creationId id="{BD8F52D7-C581-4A63-81F5-6F252964C701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619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Fg:  ∂(Ag)/∂t + ∂J(g)/∂x = −AR</a:t>
            </a:r>
          </a:p>
        </p:txBody>
      </p:sp>
      <p:sp>
        <p:nvSpPr>
          <p:cNvPr id="10" name="">
            <a:extLst>
              <a:ext uri="{FF2B5EF4-FFF2-40B4-BE49-F238E27FC236}">
                <ns2:creationId id="{636EDD51-43F8-4530-BF8C-0CE0A6AF91FD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619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Fn:  ∂(Af)/∂t + 0 = +AR</a:t>
            </a:r>
          </a:p>
        </p:txBody>
      </p:sp>
      <p:cxnSp>
        <p:nvCxnSpPr>
          <p:cNvPr id="11" name="">
            <a:extLst>
              <a:ext uri="{FF2B5EF4-FFF2-40B4-BE49-F238E27FC236}">
                <ns2:creationId id="{A371FC6C-0C28-45DD-9D79-DD819F097521}"/>
              </a:ext>
            </a:extLst>
          </p:cNvPr>
          <p:cNvCxnSpPr/>
          <p:nvPr/>
        </p:nvCxnSpPr>
        <p:spPr>
          <a:xfrm flipV="0">
            <a:off x="7058025" y="3495675"/>
            <a:ext cx="0" cy="2486025"/>
          </a:xfrm>
          <a:prstGeom prst="straightConnector1">
            <a:avLst/>
          </a:prstGeom>
          <a:ln w="11430">
            <a:solidFill>
              <a:srgbClr val="E3E8F0"/>
            </a:solidFill>
            <a:prstDash val="solid"/>
          </a:ln>
        </p:spPr>
      </p:cxnSp>
      <p:sp>
        <p:nvSpPr>
          <p:cNvPr id="12" name="">
            <a:extLst>
              <a:ext uri="{FF2B5EF4-FFF2-40B4-BE49-F238E27FC236}">
                <ns2:creationId id="{66FA7F1F-353C-4A06-B586-A835E954DC7F}"/>
              </a:ext>
            </a:extLst>
          </p:cNvPr>
          <p:cNvSpPr>
            <a:spLocks noGrp="1"/>
          </p:cNvSpPr>
          <p:nvPr/>
        </p:nvSpPr>
        <p:spPr>
          <a:xfrm>
            <a:off x="7524750" y="3505200"/>
            <a:ext cx="4057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75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J(c) = Qc − AD ∂c/∂x</a:t>
            </a:r>
          </a:p>
        </p:txBody>
      </p:sp>
      <p:sp>
        <p:nvSpPr>
          <p:cNvPr id="13" name="">
            <a:extLst>
              <a:ext uri="{FF2B5EF4-FFF2-40B4-BE49-F238E27FC236}">
                <ns2:creationId id="{89AD3F64-7F41-4CF6-BBAB-53F4DB8235AA}"/>
              </a:ext>
            </a:extLst>
          </p:cNvPr>
          <p:cNvSpPr>
            <a:spLocks noGrp="1"/>
          </p:cNvSpPr>
          <p:nvPr/>
        </p:nvSpPr>
        <p:spPr>
          <a:xfrm>
            <a:off x="7524750" y="4067175"/>
            <a:ext cx="4057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Qc: advection. −AD ∂c/∂x: diffusion.</a:t>
            </a:r>
          </a:p>
          <a:p>
            <a: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J: amount crossing a section per second.</a:t>
            </a:r>
          </a:p>
        </p:txBody>
      </p:sp>
      <p:sp>
        <p:nvSpPr>
          <p:cNvPr id="14" name="">
            <a:extLst>
              <a:ext uri="{FF2B5EF4-FFF2-40B4-BE49-F238E27FC236}">
                <ns2:creationId id="{B0C452BF-8AC4-4874-8C81-D243FEBFA853}"/>
              </a:ext>
            </a:extLst>
          </p:cNvPr>
          <p:cNvSpPr>
            <a:spLocks noGrp="1"/>
          </p:cNvSpPr>
          <p:nvPr/>
        </p:nvSpPr>
        <p:spPr>
          <a:xfrm>
            <a:off x="7524750" y="4905375"/>
            <a:ext cx="4057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5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R = 2hg</a:t>
            </a:r>
          </a:p>
        </p:txBody>
      </p:sp>
      <p:sp>
        <p:nvSpPr>
          <p:cNvPr id="15" name="">
            <a:extLst>
              <a:ext uri="{FF2B5EF4-FFF2-40B4-BE49-F238E27FC236}">
                <ns2:creationId id="{341FDC92-12F3-4F49-BB4E-F028110D3AB5}"/>
              </a:ext>
            </a:extLst>
          </p:cNvPr>
          <p:cNvSpPr>
            <a:spLocks noGrp="1"/>
          </p:cNvSpPr>
          <p:nvPr/>
        </p:nvSpPr>
        <p:spPr>
          <a:xfrm>
            <a:off x="7524750" y="5457825"/>
            <a:ext cx="40576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2: benchmark reaction coefficient.</a:t>
            </a:r>
          </a:p>
          <a:p>
            <a: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R removes Fg and produces Fn.</a:t>
            </a:r>
          </a:p>
        </p:txBody>
      </p:sp>
      <p:cxnSp>
        <p:nvCxnSpPr>
          <p:cNvPr id="16" name="">
            <a:extLst>
              <a:ext uri="{FF2B5EF4-FFF2-40B4-BE49-F238E27FC236}">
                <ns2:creationId id="{268DE844-DB16-4BFC-8F67-C92961AB800B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17" name="">
            <a:extLst>
              <a:ext uri="{FF2B5EF4-FFF2-40B4-BE49-F238E27FC236}">
                <ns2:creationId id="{17864527-0174-4BE1-9B17-8B2C93FA4B56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 is mean Th or Fg, D is diffusivity. The reference is synthetic simulation data, not patient measurements.</a:t>
            </a:r>
          </a:p>
        </p:txBody>
      </p:sp>
    </p:spTree>
    <p:extLst>
      <p:ext uri="{BB962C8B-B14F-4D97-AF65-F5344CB8AC3E}">
        <ns3:creationId val="1534932739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9" name="">
            <a:extLst>
              <a:ext uri="{FF2B5EF4-FFF2-40B4-BE49-F238E27FC236}">
                <ns2:creationId id="{85E3E0A8-91D1-4EBF-B722-6B59B9BEC294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" name="">
            <a:extLst>
              <a:ext uri="{FF2B5EF4-FFF2-40B4-BE49-F238E27FC236}">
                <ns2:creationId id="{E2906E87-8CED-4967-AD8D-EB4922564056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THE C0 BASELINE</a:t>
            </a:r>
          </a:p>
        </p:txBody>
      </p:sp>
      <p:sp>
        <p:nvSpPr>
          <p:cNvPr id="3" name="">
            <a:extLst>
              <a:ext uri="{FF2B5EF4-FFF2-40B4-BE49-F238E27FC236}">
                <ns2:creationId id="{26B4A975-664D-44DD-9DB5-C5494F754100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C0 conserves material in cells and at branches</a:t>
            </a:r>
          </a:p>
        </p:txBody>
      </p:sp>
      <p:sp>
        <p:nvSpPr>
          <p:cNvPr id="4" name="">
            <a:extLst>
              <a:ext uri="{FF2B5EF4-FFF2-40B4-BE49-F238E27FC236}">
                <ns2:creationId id="{61252D7C-347B-42F1-8E8D-32F649905D6F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New amount = old amount + inflow − outflow + reaction change.</a:t>
            </a:r>
          </a:p>
        </p:txBody>
      </p:sp>
      <p:sp>
        <p:nvSpPr>
          <p:cNvPr id="5" name="">
            <a:extLst>
              <a:ext uri="{FF2B5EF4-FFF2-40B4-BE49-F238E27FC236}">
                <ns2:creationId id="{52C08AB5-569E-4206-A88D-602FE6C0E8F1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One finite-volume cell</a:t>
            </a:r>
          </a:p>
        </p:txBody>
      </p:sp>
      <p:cxnSp>
        <p:nvCxnSpPr>
          <p:cNvPr id="6" name="">
            <a:extLst>
              <a:ext uri="{FF2B5EF4-FFF2-40B4-BE49-F238E27FC236}">
                <ns2:creationId id="{9EF7B3A0-3548-4405-9BD6-E2C4E759F9F7}"/>
              </a:ext>
            </a:extLst>
          </p:cNvPr>
          <p:cNvCxnSpPr/>
          <p:nvPr/>
        </p:nvCxnSpPr>
        <p:spPr>
          <a:xfrm flipV="0">
            <a:off x="619125" y="2724150"/>
            <a:ext cx="1362075" cy="0"/>
          </a:xfrm>
          <a:prstGeom prst="straightConnector1">
            <a:avLst/>
          </a:prstGeom>
          <a:ln w="26670">
            <a:solidFill>
              <a:srgbClr val="2864B4"/>
            </a:solidFill>
            <a:tailEnd type="triangle" w="sm" len="sm"/>
          </a:ln>
        </p:spPr>
      </p:cxnSp>
      <p:sp>
        <p:nvSpPr>
          <p:cNvPr id="7" name="">
            <a:extLst>
              <a:ext uri="{FF2B5EF4-FFF2-40B4-BE49-F238E27FC236}">
                <ns2:creationId id="{8DD00306-1B42-47C4-8337-480A55BF7075}"/>
              </a:ext>
            </a:extLst>
          </p:cNvPr>
          <p:cNvSpPr>
            <a:spLocks noGrp="1"/>
          </p:cNvSpPr>
          <p:nvPr/>
        </p:nvSpPr>
        <p:spPr>
          <a:xfrm>
            <a:off x="695325" y="2219325"/>
            <a:ext cx="95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In</a:t>
            </a:r>
          </a:p>
        </p:txBody>
      </p:sp>
      <p:sp>
        <p:nvSpPr>
          <p:cNvPr id="8" name="">
            <a:extLst>
              <a:ext uri="{FF2B5EF4-FFF2-40B4-BE49-F238E27FC236}">
                <ns2:creationId id="{8E0265AE-9890-4FF0-81AA-52AA628895D9}"/>
              </a:ext>
            </a:extLst>
          </p:cNvPr>
          <p:cNvSpPr>
            <a:spLocks noGrp="1"/>
          </p:cNvSpPr>
          <p:nvPr/>
        </p:nvSpPr>
        <p:spPr>
          <a:xfrm>
            <a:off x="2133600" y="2266950"/>
            <a:ext cx="2286000" cy="1181100"/>
          </a:xfrm>
          <a:prstGeom prst="rect">
            <a:avLst/>
          </a:prstGeom>
          <a:solidFill>
            <a:srgbClr val="F5F7FB"/>
          </a:solidFill>
          <a:ln w="14288">
            <a:solidFill>
              <a:srgbClr val="1B2840"/>
            </a:solidFill>
          </a:ln>
        </p:spPr>
      </p:sp>
      <p:sp>
        <p:nvSpPr>
          <p:cNvPr id="9" name="">
            <a:extLst>
              <a:ext uri="{FF2B5EF4-FFF2-40B4-BE49-F238E27FC236}">
                <ns2:creationId id="{0379A688-1392-4B34-ABA0-284664939D46}"/>
              </a:ext>
            </a:extLst>
          </p:cNvPr>
          <p:cNvSpPr>
            <a:spLocks noGrp="1"/>
          </p:cNvSpPr>
          <p:nvPr/>
        </p:nvSpPr>
        <p:spPr>
          <a:xfrm>
            <a:off x="2419350" y="2476500"/>
            <a:ext cx="1752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5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M = Vc</a:t>
            </a:r>
          </a:p>
        </p:txBody>
      </p:sp>
      <p:sp>
        <p:nvSpPr>
          <p:cNvPr id="10" name="">
            <a:extLst>
              <a:ext uri="{FF2B5EF4-FFF2-40B4-BE49-F238E27FC236}">
                <ns2:creationId id="{FDD3A967-71A9-451D-9D17-93127710793C}"/>
              </a:ext>
            </a:extLst>
          </p:cNvPr>
          <p:cNvSpPr>
            <a:spLocks noGrp="1"/>
          </p:cNvSpPr>
          <p:nvPr/>
        </p:nvSpPr>
        <p:spPr>
          <a:xfrm>
            <a:off x="2266950" y="2981325"/>
            <a:ext cx="2019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Volume × concentration</a:t>
            </a:r>
          </a:p>
        </p:txBody>
      </p:sp>
      <p:cxnSp>
        <p:nvCxnSpPr>
          <p:cNvPr id="11" name="">
            <a:extLst>
              <a:ext uri="{FF2B5EF4-FFF2-40B4-BE49-F238E27FC236}">
                <ns2:creationId id="{09DEF57A-4CED-4EDC-8292-48F44857EFC2}"/>
              </a:ext>
            </a:extLst>
          </p:cNvPr>
          <p:cNvCxnSpPr/>
          <p:nvPr/>
        </p:nvCxnSpPr>
        <p:spPr>
          <a:xfrm flipV="0">
            <a:off x="4562475" y="2724150"/>
            <a:ext cx="1304925" cy="0"/>
          </a:xfrm>
          <a:prstGeom prst="straightConnector1">
            <a:avLst/>
          </a:prstGeom>
          <a:ln w="26670">
            <a:solidFill>
              <a:srgbClr val="B97842"/>
            </a:solidFill>
            <a:tailEnd type="triangle" w="sm" len="sm"/>
          </a:ln>
        </p:spPr>
      </p:cxnSp>
      <p:sp>
        <p:nvSpPr>
          <p:cNvPr id="12" name="">
            <a:extLst>
              <a:ext uri="{FF2B5EF4-FFF2-40B4-BE49-F238E27FC236}">
                <ns2:creationId id="{3879CD80-11F9-4894-BDA1-7BE909D6F278}"/>
              </a:ext>
            </a:extLst>
          </p:cNvPr>
          <p:cNvSpPr>
            <a:spLocks noGrp="1"/>
          </p:cNvSpPr>
          <p:nvPr/>
        </p:nvSpPr>
        <p:spPr>
          <a:xfrm>
            <a:off x="4714875" y="2219325"/>
            <a:ext cx="1019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Out</a:t>
            </a:r>
          </a:p>
        </p:txBody>
      </p:sp>
      <p:sp>
        <p:nvSpPr>
          <p:cNvPr id="13" name="">
            <a:extLst>
              <a:ext uri="{FF2B5EF4-FFF2-40B4-BE49-F238E27FC236}">
                <ns2:creationId id="{A97AD81E-8EF5-4E28-82AA-70484F507EFE}"/>
              </a:ext>
            </a:extLst>
          </p:cNvPr>
          <p:cNvSpPr>
            <a:spLocks noGrp="1"/>
          </p:cNvSpPr>
          <p:nvPr/>
        </p:nvSpPr>
        <p:spPr>
          <a:xfrm>
            <a:off x="6819900" y="16287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A zero-volume mixing junction</a:t>
            </a:r>
          </a:p>
        </p:txBody>
      </p:sp>
      <p:sp>
        <p:nvSpPr>
          <p:cNvPr id="14" name="">
            <a:extLst>
              <a:ext uri="{FF2B5EF4-FFF2-40B4-BE49-F238E27FC236}">
                <ns2:creationId id="{BFFEF4D5-C241-4423-B587-6B70668FFA6C}"/>
              </a:ext>
            </a:extLst>
          </p:cNvPr>
          <p:cNvSpPr>
            <a:spLocks noGrp="1"/>
          </p:cNvSpPr>
          <p:nvPr/>
        </p:nvSpPr>
        <p:spPr>
          <a:xfrm>
            <a:off x="8420100" y="2686050"/>
            <a:ext cx="133350" cy="133350"/>
          </a:xfrm>
          <a:prstGeom prst="ellipse">
            <a:avLst/>
          </a:prstGeom>
          <a:solidFill>
            <a:srgbClr val="B97842"/>
          </a:solidFill>
          <a:ln w="0">
            <a:noFill/>
          </a:ln>
        </p:spPr>
      </p:sp>
      <p:cxnSp>
        <p:nvCxnSpPr>
          <p:cNvPr id="15" name="">
            <a:extLst>
              <a:ext uri="{FF2B5EF4-FFF2-40B4-BE49-F238E27FC236}">
                <ns2:creationId id="{6007BC29-6F8D-481D-85BD-36B579A6BB34}"/>
              </a:ext>
            </a:extLst>
          </p:cNvPr>
          <p:cNvCxnSpPr/>
          <p:nvPr/>
        </p:nvCxnSpPr>
        <p:spPr>
          <a:xfrm flipV="0">
            <a:off x="6915150" y="2752725"/>
            <a:ext cx="1428750" cy="0"/>
          </a:xfrm>
          <a:prstGeom prst="straightConnector1">
            <a:avLst/>
          </a:prstGeom>
          <a:ln w="20955">
            <a:solidFill>
              <a:srgbClr val="B97842"/>
            </a:solidFill>
            <a:tailEnd type="triangle" w="sm" len="sm"/>
          </a:ln>
        </p:spPr>
      </p:cxnSp>
      <p:cxnSp>
        <p:nvCxnSpPr>
          <p:cNvPr id="16" name="">
            <a:extLst>
              <a:ext uri="{FF2B5EF4-FFF2-40B4-BE49-F238E27FC236}">
                <ns2:creationId id="{6BAB7E4F-2D75-4C4E-B723-3257FC5FF398}"/>
              </a:ext>
            </a:extLst>
          </p:cNvPr>
          <p:cNvCxnSpPr/>
          <p:nvPr/>
        </p:nvCxnSpPr>
        <p:spPr>
          <a:xfrm flipV="0">
            <a:off x="8562975" y="2752725"/>
            <a:ext cx="1162050" cy="0"/>
          </a:xfrm>
          <a:prstGeom prst="straightConnector1">
            <a:avLst/>
          </a:prstGeom>
          <a:ln w="20955">
            <a:solidFill>
              <a:srgbClr val="B97842"/>
            </a:solidFill>
            <a:prstDash val="solid"/>
          </a:ln>
        </p:spPr>
      </p:cxnSp>
      <p:cxnSp>
        <p:nvCxnSpPr>
          <p:cNvPr id="17" name="">
            <a:extLst>
              <a:ext uri="{FF2B5EF4-FFF2-40B4-BE49-F238E27FC236}">
                <ns2:creationId id="{5338727E-6080-4A8B-849C-962F3B46171A}"/>
              </a:ext>
            </a:extLst>
          </p:cNvPr>
          <p:cNvCxnSpPr/>
          <p:nvPr/>
        </p:nvCxnSpPr>
        <p:spPr>
          <a:xfrm flipV="0">
            <a:off x="9725025" y="2266950"/>
            <a:ext cx="0" cy="971550"/>
          </a:xfrm>
          <a:prstGeom prst="straightConnector1">
            <a:avLst/>
          </a:prstGeom>
          <a:ln w="20955">
            <a:solidFill>
              <a:srgbClr val="B97842"/>
            </a:solidFill>
            <a:prstDash val="solid"/>
          </a:ln>
        </p:spPr>
      </p:cxnSp>
      <p:cxnSp>
        <p:nvCxnSpPr>
          <p:cNvPr id="18" name="">
            <a:extLst>
              <a:ext uri="{FF2B5EF4-FFF2-40B4-BE49-F238E27FC236}">
                <ns2:creationId id="{CA7F297C-6899-4BD0-80B3-37C6919C4131}"/>
              </a:ext>
            </a:extLst>
          </p:cNvPr>
          <p:cNvCxnSpPr/>
          <p:nvPr/>
        </p:nvCxnSpPr>
        <p:spPr>
          <a:xfrm flipV="0">
            <a:off x="9725025" y="2266950"/>
            <a:ext cx="1562100" cy="0"/>
          </a:xfrm>
          <a:prstGeom prst="straightConnector1">
            <a:avLst/>
          </a:prstGeom>
          <a:ln w="20955">
            <a:solidFill>
              <a:srgbClr val="B97842"/>
            </a:solidFill>
            <a:tailEnd type="triangle" w="sm" len="sm"/>
          </a:ln>
        </p:spPr>
      </p:cxnSp>
      <p:cxnSp>
        <p:nvCxnSpPr>
          <p:cNvPr id="19" name="">
            <a:extLst>
              <a:ext uri="{FF2B5EF4-FFF2-40B4-BE49-F238E27FC236}">
                <ns2:creationId id="{E6106562-80EA-4AD5-A9E1-C7F46D69BB7D}"/>
              </a:ext>
            </a:extLst>
          </p:cNvPr>
          <p:cNvCxnSpPr/>
          <p:nvPr/>
        </p:nvCxnSpPr>
        <p:spPr>
          <a:xfrm flipV="0">
            <a:off x="9725025" y="3238500"/>
            <a:ext cx="1562100" cy="0"/>
          </a:xfrm>
          <a:prstGeom prst="straightConnector1">
            <a:avLst/>
          </a:prstGeom>
          <a:ln w="20955">
            <a:solidFill>
              <a:srgbClr val="B97842"/>
            </a:solidFill>
            <a:tailEnd type="triangle" w="sm" len="sm"/>
          </a:ln>
        </p:spPr>
      </p:cxnSp>
      <p:sp>
        <p:nvSpPr>
          <p:cNvPr id="20" name="">
            <a:extLst>
              <a:ext uri="{FF2B5EF4-FFF2-40B4-BE49-F238E27FC236}">
                <ns2:creationId id="{A03AAA8B-498C-4C7C-AC2F-F6A85F2CA2AB}"/>
              </a:ext>
            </a:extLst>
          </p:cNvPr>
          <p:cNvSpPr>
            <a:spLocks noGrp="1"/>
          </p:cNvSpPr>
          <p:nvPr/>
        </p:nvSpPr>
        <p:spPr>
          <a:xfrm>
            <a:off x="7305675" y="23050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J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p</a:t>
            </a:r>
          </a:p>
        </p:txBody>
      </p:sp>
      <p:sp>
        <p:nvSpPr>
          <p:cNvPr id="21" name="">
            <a:extLst>
              <a:ext uri="{FF2B5EF4-FFF2-40B4-BE49-F238E27FC236}">
                <ns2:creationId id="{C94E5541-DC8D-40AE-9AED-2C20FB05CC44}"/>
              </a:ext>
            </a:extLst>
          </p:cNvPr>
          <p:cNvSpPr>
            <a:spLocks noGrp="1"/>
          </p:cNvSpPr>
          <p:nvPr/>
        </p:nvSpPr>
        <p:spPr>
          <a:xfrm>
            <a:off x="10382250" y="18097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J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1</a:t>
            </a:r>
          </a:p>
        </p:txBody>
      </p:sp>
      <p:sp>
        <p:nvSpPr>
          <p:cNvPr id="22" name="">
            <a:extLst>
              <a:ext uri="{FF2B5EF4-FFF2-40B4-BE49-F238E27FC236}">
                <ns2:creationId id="{4FE1B993-346F-4C9E-9048-CC0A19D0DEC4}"/>
              </a:ext>
            </a:extLst>
          </p:cNvPr>
          <p:cNvSpPr>
            <a:spLocks noGrp="1"/>
          </p:cNvSpPr>
          <p:nvPr/>
        </p:nvSpPr>
        <p:spPr>
          <a:xfrm>
            <a:off x="10382250" y="3333750"/>
            <a:ext cx="904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J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2</a:t>
            </a:r>
          </a:p>
        </p:txBody>
      </p:sp>
      <p:sp>
        <p:nvSpPr>
          <p:cNvPr id="23" name="">
            <a:extLst>
              <a:ext uri="{FF2B5EF4-FFF2-40B4-BE49-F238E27FC236}">
                <ns2:creationId id="{BCBF7D4B-DE3A-4917-B762-07CD6AA3FB15}"/>
              </a:ext>
            </a:extLst>
          </p:cNvPr>
          <p:cNvSpPr>
            <a:spLocks noGrp="1"/>
          </p:cNvSpPr>
          <p:nvPr/>
        </p:nvSpPr>
        <p:spPr>
          <a:xfrm>
            <a:off x="6819900" y="3638550"/>
            <a:ext cx="4762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2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J</a:t>
            </a:r>
            <a:r>
              <a:rPr sz="1710" b="0" baseline="-2500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p</a:t>
            </a:r>
            <a:r>
              <a: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 = J</a:t>
            </a:r>
            <a:r>
              <a:rPr sz="1710" b="0" baseline="-2500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1</a:t>
            </a:r>
            <a:r>
              <a:rPr sz="2250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 + J</a:t>
            </a:r>
            <a:r>
              <a:rPr sz="1710" b="0" baseline="-2500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2</a:t>
            </a:r>
          </a:p>
        </p:txBody>
      </p:sp>
      <p:sp>
        <p:nvSpPr>
          <p:cNvPr id="24" name="">
            <a:extLst>
              <a:ext uri="{FF2B5EF4-FFF2-40B4-BE49-F238E27FC236}">
                <ns2:creationId id="{D65A7363-DEC0-4FAF-B004-C57D5E4E08EC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4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M</a:t>
            </a:r>
            <a:r>
              <a:rPr sz="1824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new</a:t>
            </a:r>
            <a:r>
              <a: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= M</a:t>
            </a:r>
            <a:r>
              <a:rPr sz="1824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old</a:t>
            </a:r>
            <a:r>
              <a: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+ Δt (J</a:t>
            </a:r>
            <a:r>
              <a:rPr sz="1824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in</a:t>
            </a:r>
            <a:r>
              <a: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− J</a:t>
            </a:r>
            <a:r>
              <a:rPr sz="1824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out</a:t>
            </a:r>
            <a:r>
              <a: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) + Δt V</a:t>
            </a:r>
            <a:r>
              <a:rPr sz="1824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new</a:t>
            </a:r>
            <a:r>
              <a:rPr sz="24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s</a:t>
            </a:r>
          </a:p>
        </p:txBody>
      </p:sp>
      <p:sp>
        <p:nvSpPr>
          <p:cNvPr id="25" name="">
            <a:extLst>
              <a:ext uri="{FF2B5EF4-FFF2-40B4-BE49-F238E27FC236}">
                <ns2:creationId id="{3E707E89-6EE4-4EB9-B511-A8BA1664BFCF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Δt: step length. s: reaction source (0 for Th, negative for Fg, positive for Fn).</a:t>
            </a:r>
          </a:p>
        </p:txBody>
      </p:sp>
      <p:sp>
        <p:nvSpPr>
          <p:cNvPr id="26" name="">
            <a:extLst>
              <a:ext uri="{FF2B5EF4-FFF2-40B4-BE49-F238E27FC236}">
                <ns2:creationId id="{57A3B062-404A-46A4-91CC-1C15315B6172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314325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27" name="">
            <a:extLst>
              <a:ext uri="{FF2B5EF4-FFF2-40B4-BE49-F238E27FC236}">
                <ns2:creationId id="{B1F75DC4-C7DE-4DCB-BEA7-F61ADBD25012}"/>
              </a:ext>
            </a:extLst>
          </p:cNvPr>
          <p:cNvSpPr>
            <a:spLocks noGrp="1"/>
          </p:cNvSpPr>
          <p:nvPr/>
        </p:nvSpPr>
        <p:spPr>
          <a:xfrm>
            <a:off x="723900" y="54673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Update Th</a:t>
            </a:r>
          </a:p>
        </p:txBody>
      </p:sp>
      <p:sp>
        <p:nvSpPr>
          <p:cNvPr id="28" name="">
            <a:extLst>
              <a:ext uri="{FF2B5EF4-FFF2-40B4-BE49-F238E27FC236}">
                <ns2:creationId id="{6EB6B3D2-C1D5-4B7F-B915-C31C2D2CF76D}"/>
              </a:ext>
            </a:extLst>
          </p:cNvPr>
          <p:cNvSpPr>
            <a:spLocks noGrp="1"/>
          </p:cNvSpPr>
          <p:nvPr/>
        </p:nvSpPr>
        <p:spPr>
          <a:xfrm>
            <a:off x="723900" y="5819775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Transport</a:t>
            </a:r>
          </a:p>
        </p:txBody>
      </p:sp>
      <p:sp>
        <p:nvSpPr>
          <p:cNvPr id="29" name="">
            <a:extLst>
              <a:ext uri="{FF2B5EF4-FFF2-40B4-BE49-F238E27FC236}">
                <ns2:creationId id="{F0B55AEA-3953-44A6-8D4E-4A4974685CA6}"/>
              </a:ext>
            </a:extLst>
          </p:cNvPr>
          <p:cNvSpPr>
            <a:spLocks noGrp="1"/>
          </p:cNvSpPr>
          <p:nvPr/>
        </p:nvSpPr>
        <p:spPr>
          <a:xfrm>
            <a:off x="4524375" y="5391150"/>
            <a:ext cx="314325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30" name="">
            <a:extLst>
              <a:ext uri="{FF2B5EF4-FFF2-40B4-BE49-F238E27FC236}">
                <ns2:creationId id="{FED958F0-391E-4B05-961C-CE0485A8F1DB}"/>
              </a:ext>
            </a:extLst>
          </p:cNvPr>
          <p:cNvSpPr>
            <a:spLocks noGrp="1"/>
          </p:cNvSpPr>
          <p:nvPr/>
        </p:nvSpPr>
        <p:spPr>
          <a:xfrm>
            <a:off x="4638675" y="54673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Update Fg</a:t>
            </a:r>
          </a:p>
        </p:txBody>
      </p:sp>
      <p:sp>
        <p:nvSpPr>
          <p:cNvPr id="31" name="">
            <a:extLst>
              <a:ext uri="{FF2B5EF4-FFF2-40B4-BE49-F238E27FC236}">
                <ns2:creationId id="{C95E0026-FFF7-4A73-9040-E651B4CAA0B8}"/>
              </a:ext>
            </a:extLst>
          </p:cNvPr>
          <p:cNvSpPr>
            <a:spLocks noGrp="1"/>
          </p:cNvSpPr>
          <p:nvPr/>
        </p:nvSpPr>
        <p:spPr>
          <a:xfrm>
            <a:off x="4638675" y="5819775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Transport + consumption</a:t>
            </a:r>
          </a:p>
        </p:txBody>
      </p:sp>
      <p:sp>
        <p:nvSpPr>
          <p:cNvPr id="32" name="">
            <a:extLst>
              <a:ext uri="{FF2B5EF4-FFF2-40B4-BE49-F238E27FC236}">
                <ns2:creationId id="{C943A266-0774-4472-BBD2-BDA0FE24BF9D}"/>
              </a:ext>
            </a:extLst>
          </p:cNvPr>
          <p:cNvSpPr>
            <a:spLocks noGrp="1"/>
          </p:cNvSpPr>
          <p:nvPr/>
        </p:nvSpPr>
        <p:spPr>
          <a:xfrm>
            <a:off x="8439150" y="5391150"/>
            <a:ext cx="314325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B97842"/>
            </a:solidFill>
          </a:ln>
        </p:spPr>
      </p:sp>
      <p:sp>
        <p:nvSpPr>
          <p:cNvPr id="33" name="">
            <a:extLst>
              <a:ext uri="{FF2B5EF4-FFF2-40B4-BE49-F238E27FC236}">
                <ns2:creationId id="{3FF7AF38-E1A5-411C-ACDD-70FE49B3FAE1}"/>
              </a:ext>
            </a:extLst>
          </p:cNvPr>
          <p:cNvSpPr>
            <a:spLocks noGrp="1"/>
          </p:cNvSpPr>
          <p:nvPr/>
        </p:nvSpPr>
        <p:spPr>
          <a:xfrm>
            <a:off x="8553450" y="54673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Update Fn</a:t>
            </a:r>
          </a:p>
        </p:txBody>
      </p:sp>
      <p:sp>
        <p:nvSpPr>
          <p:cNvPr id="34" name="">
            <a:extLst>
              <a:ext uri="{FF2B5EF4-FFF2-40B4-BE49-F238E27FC236}">
                <ns2:creationId id="{CB32F427-0C81-4C48-A9D9-BFD0A1A3726D}"/>
              </a:ext>
            </a:extLst>
          </p:cNvPr>
          <p:cNvSpPr>
            <a:spLocks noGrp="1"/>
          </p:cNvSpPr>
          <p:nvPr/>
        </p:nvSpPr>
        <p:spPr>
          <a:xfrm>
            <a:off x="8553450" y="5819775"/>
            <a:ext cx="2914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Matching reaction production</a:t>
            </a:r>
          </a:p>
        </p:txBody>
      </p:sp>
      <p:cxnSp>
        <p:nvCxnSpPr>
          <p:cNvPr id="35" name="">
            <a:extLst>
              <a:ext uri="{FF2B5EF4-FFF2-40B4-BE49-F238E27FC236}">
                <ns2:creationId id="{C5CA47FC-A4CA-40A0-81C1-0359BDF21C7D}"/>
              </a:ext>
            </a:extLst>
          </p:cNvPr>
          <p:cNvCxnSpPr/>
          <p:nvPr/>
        </p:nvCxnSpPr>
        <p:spPr>
          <a:xfrm flipV="0">
            <a:off x="3876675" y="575310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36" name="">
            <a:extLst>
              <a:ext uri="{FF2B5EF4-FFF2-40B4-BE49-F238E27FC236}">
                <ns2:creationId id="{4B314161-BA0F-4BD6-9F18-1944A37A4114}"/>
              </a:ext>
            </a:extLst>
          </p:cNvPr>
          <p:cNvCxnSpPr/>
          <p:nvPr/>
        </p:nvCxnSpPr>
        <p:spPr>
          <a:xfrm flipV="0">
            <a:off x="7791450" y="575310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37" name="">
            <a:extLst>
              <a:ext uri="{FF2B5EF4-FFF2-40B4-BE49-F238E27FC236}">
                <ns2:creationId id="{F6353B52-48C6-493E-8CCC-D1B724FD78ED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38" name="">
            <a:extLst>
              <a:ext uri="{FF2B5EF4-FFF2-40B4-BE49-F238E27FC236}">
                <ns2:creationId id="{188B8A04-0BED-413D-AA51-FDE338A8DABC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2 ms implicit steps solve linked concentrations. Junctions balance total flux, so concentration is not halved.</a:t>
            </a:r>
          </a:p>
        </p:txBody>
      </p:sp>
    </p:spTree>
    <p:extLst>
      <p:ext uri="{BB962C8B-B14F-4D97-AF65-F5344CB8AC3E}">
        <ns3:creationId val="77616005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6" name="">
            <a:extLst>
              <a:ext uri="{FF2B5EF4-FFF2-40B4-BE49-F238E27FC236}">
                <ns2:creationId id="{9AF719CC-E05D-4DEC-BC5F-9E14EF813135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2" name="">
            <a:extLst>
              <a:ext uri="{FF2B5EF4-FFF2-40B4-BE49-F238E27FC236}">
                <ns2:creationId id="{96C8B0D6-BF41-4D3D-88BF-E2B543EC9B38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WHY CLOSURE IS NEEDED</a:t>
            </a:r>
          </a:p>
        </p:txBody>
      </p:sp>
      <p:sp>
        <p:nvSpPr>
          <p:cNvPr id="3" name="">
            <a:extLst>
              <a:ext uri="{FF2B5EF4-FFF2-40B4-BE49-F238E27FC236}">
                <ns2:creationId id="{5421DCF7-12D1-4519-88CB-8616F7E9D8EB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Why cross-sectional averages need closure</a:t>
            </a:r>
          </a:p>
        </p:txBody>
      </p:sp>
      <p:sp>
        <p:nvSpPr>
          <p:cNvPr id="4" name="">
            <a:extLst>
              <a:ext uri="{FF2B5EF4-FFF2-40B4-BE49-F238E27FC236}">
                <ns2:creationId id="{EAF3E21F-B6E0-46F5-8CB5-B5E08ED25541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Averaging loses spatial correlations in both reaction and transport.</a:t>
            </a:r>
          </a:p>
        </p:txBody>
      </p:sp>
      <p:sp>
        <p:nvSpPr>
          <p:cNvPr id="5" name="">
            <a:extLst>
              <a:ext uri="{FF2B5EF4-FFF2-40B4-BE49-F238E27FC236}">
                <ns2:creationId id="{82EF95D9-6609-48D7-AC55-5D53D7B598C6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52863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Reaction: where Th and Fg overlap</a:t>
            </a:r>
          </a:p>
        </p:txBody>
      </p:sp>
      <p:graphicFrame>
        <p:nvGraphicFramePr>
          <p:cNvPr id="6" name="">
            <a:extLst>
              <a:ext uri="{FF2B5EF4-FFF2-40B4-BE49-F238E27FC236}">
                <ns2:creationId id="{2CB4C14A-B5A9-4BFF-BDDE-457B3290EDD2}"/>
              </a:ext>
            </a:extLst>
          </p:cNvPr>
          <p:cNvGraphicFramePr/>
          <p:nvPr/>
        </p:nvGraphicFramePr>
        <p:xfrm>
          <a:off x="609600" y="2219325"/>
          <a:ext cx="5286375" cy="1590675"/>
        </p:xfrm>
        <a:graphic>
          <a:graphicData uri="http://schemas.openxmlformats.org/drawingml/2006/table">
            <a:tbl>
              <a:tblPr/>
              <a:tblGrid>
                <a:gridCol w="2524125"/>
                <a:gridCol w="1381125"/>
                <a:gridCol w="1381125"/>
              </a:tblGrid>
              <a:tr h="530225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7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Equal zones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Th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Fg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1.2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0.8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0.8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1.2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" name="">
            <a:extLst>
              <a:ext uri="{FF2B5EF4-FFF2-40B4-BE49-F238E27FC236}">
                <ns2:creationId id="{8230435C-0400-4D10-A584-D4D0CE5AA06E}"/>
              </a:ext>
            </a:extLst>
          </p:cNvPr>
          <p:cNvCxnSpPr/>
          <p:nvPr/>
        </p:nvCxnSpPr>
        <p:spPr>
          <a:xfrm flipV="0">
            <a:off x="609600" y="2749550"/>
            <a:ext cx="5286375" cy="0"/>
          </a:xfrm>
          <a:prstGeom prst="straightConnector1">
            <a:avLst/>
          </a:prstGeom>
          <a:ln w="13335">
            <a:solidFill>
              <a:srgbClr val="E3E8F0"/>
            </a:solidFill>
            <a:prstDash val="solid"/>
          </a:ln>
        </p:spPr>
      </p:cxnSp>
      <p:sp>
        <p:nvSpPr>
          <p:cNvPr id="8" name="">
            <a:extLst>
              <a:ext uri="{FF2B5EF4-FFF2-40B4-BE49-F238E27FC236}">
                <ns2:creationId id="{577E9D8B-EAAE-4176-BEA7-61358B60B81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286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React using means</a:t>
            </a:r>
          </a:p>
        </p:txBody>
      </p:sp>
      <p:sp>
        <p:nvSpPr>
          <p:cNvPr id="9" name="">
            <a:extLst>
              <a:ext uri="{FF2B5EF4-FFF2-40B4-BE49-F238E27FC236}">
                <ns2:creationId id="{73A28723-D76D-48D3-9C93-6496882601F2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5286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325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B97842"/>
                </a:solidFill>
                <a:latin typeface="TeX Gyre Pagella"/>
                <a:ea typeface="TeX Gyre Pagella"/>
                <a:cs typeface="TeX Gyre Pagella"/>
              </a:rPr>
              <a:t>2 × 1 × 1 = 2.00</a:t>
            </a:r>
          </a:p>
        </p:txBody>
      </p:sp>
      <p:sp>
        <p:nvSpPr>
          <p:cNvPr id="10" name="">
            <a:extLst>
              <a:ext uri="{FF2B5EF4-FFF2-40B4-BE49-F238E27FC236}">
                <ns2:creationId id="{97724A69-4135-4FD2-84B3-896FB7651ABA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5286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Average the local rates</a:t>
            </a:r>
          </a:p>
        </p:txBody>
      </p:sp>
      <p:sp>
        <p:nvSpPr>
          <p:cNvPr id="11" name="">
            <a:extLst>
              <a:ext uri="{FF2B5EF4-FFF2-40B4-BE49-F238E27FC236}">
                <ns2:creationId id="{3244EEF1-DF6A-4874-A41D-FA513DBA8D28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5286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75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2 × (0.96 + 0.96)/2 = 1.92</a:t>
            </a:r>
          </a:p>
        </p:txBody>
      </p:sp>
      <p:cxnSp>
        <p:nvCxnSpPr>
          <p:cNvPr id="12" name="">
            <a:extLst>
              <a:ext uri="{FF2B5EF4-FFF2-40B4-BE49-F238E27FC236}">
                <ns2:creationId id="{8FA3BBA6-1BC5-4438-A47F-1AEBD1285E09}"/>
              </a:ext>
            </a:extLst>
          </p:cNvPr>
          <p:cNvCxnSpPr/>
          <p:nvPr/>
        </p:nvCxnSpPr>
        <p:spPr>
          <a:xfrm flipV="0">
            <a:off x="6200775" y="1647825"/>
            <a:ext cx="0" cy="4257675"/>
          </a:xfrm>
          <a:prstGeom prst="straightConnector1">
            <a:avLst/>
          </a:prstGeom>
          <a:ln w="11430">
            <a:solidFill>
              <a:srgbClr val="E3E8F0"/>
            </a:solidFill>
            <a:prstDash val="solid"/>
          </a:ln>
        </p:spPr>
      </p:cxnSp>
      <p:sp>
        <p:nvSpPr>
          <p:cNvPr id="13" name="">
            <a:extLst>
              <a:ext uri="{FF2B5EF4-FFF2-40B4-BE49-F238E27FC236}">
                <ns2:creationId id="{106C9518-FAAD-4EDF-8C41-DE4FE73D2C97}"/>
              </a:ext>
            </a:extLst>
          </p:cNvPr>
          <p:cNvSpPr>
            <a:spLocks noGrp="1"/>
          </p:cNvSpPr>
          <p:nvPr/>
        </p:nvSpPr>
        <p:spPr>
          <a:xfrm>
            <a:off x="6705600" y="1628775"/>
            <a:ext cx="4876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Transport: where solute meets flow</a:t>
            </a:r>
          </a:p>
        </p:txBody>
      </p:sp>
      <p:sp>
        <p:nvSpPr>
          <p:cNvPr id="14" name="">
            <a:extLst>
              <a:ext uri="{FF2B5EF4-FFF2-40B4-BE49-F238E27FC236}">
                <ns2:creationId id="{8CC78865-BD9B-4053-BBBF-85530044276F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2266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Fast centre</a:t>
            </a:r>
          </a:p>
        </p:txBody>
      </p:sp>
      <p:cxnSp>
        <p:nvCxnSpPr>
          <p:cNvPr id="15" name="">
            <a:extLst>
              <a:ext uri="{FF2B5EF4-FFF2-40B4-BE49-F238E27FC236}">
                <ns2:creationId id="{D1ADB680-5B66-44CE-A252-7BA2718C3061}"/>
              </a:ext>
            </a:extLst>
          </p:cNvPr>
          <p:cNvCxnSpPr/>
          <p:nvPr/>
        </p:nvCxnSpPr>
        <p:spPr>
          <a:xfrm flipV="0">
            <a:off x="6705600" y="2819400"/>
            <a:ext cx="2266950" cy="0"/>
          </a:xfrm>
          <a:prstGeom prst="straightConnector1">
            <a:avLst/>
          </a:prstGeom>
          <a:ln w="15240">
            <a:solidFill>
              <a:srgbClr val="1B2840"/>
            </a:solidFill>
            <a:prstDash val="solid"/>
          </a:ln>
        </p:spPr>
      </p:cxnSp>
      <p:cxnSp>
        <p:nvCxnSpPr>
          <p:cNvPr id="16" name="">
            <a:extLst>
              <a:ext uri="{FF2B5EF4-FFF2-40B4-BE49-F238E27FC236}">
                <ns2:creationId id="{A672E279-B544-4659-BF6C-0DCFA800A0E9}"/>
              </a:ext>
            </a:extLst>
          </p:cNvPr>
          <p:cNvCxnSpPr/>
          <p:nvPr/>
        </p:nvCxnSpPr>
        <p:spPr>
          <a:xfrm flipV="0">
            <a:off x="6705600" y="4029075"/>
            <a:ext cx="2266950" cy="0"/>
          </a:xfrm>
          <a:prstGeom prst="straightConnector1">
            <a:avLst/>
          </a:prstGeom>
          <a:ln w="15240">
            <a:solidFill>
              <a:srgbClr val="1B2840"/>
            </a:solidFill>
            <a:prstDash val="solid"/>
          </a:ln>
        </p:spPr>
      </p:cxnSp>
      <p:cxnSp>
        <p:nvCxnSpPr>
          <p:cNvPr id="17" name="">
            <a:extLst>
              <a:ext uri="{FF2B5EF4-FFF2-40B4-BE49-F238E27FC236}">
                <ns2:creationId id="{B23371E8-AD7C-48EE-92DB-516B3E6E7CB8}"/>
              </a:ext>
            </a:extLst>
          </p:cNvPr>
          <p:cNvCxnSpPr/>
          <p:nvPr/>
        </p:nvCxnSpPr>
        <p:spPr>
          <a:xfrm flipV="0">
            <a:off x="6772275" y="3009900"/>
            <a:ext cx="428625" cy="0"/>
          </a:xfrm>
          <a:prstGeom prst="straightConnector1">
            <a:avLst/>
          </a:prstGeom>
          <a:ln w="14288">
            <a:solidFill>
              <a:srgbClr val="68758C"/>
            </a:solidFill>
            <a:tailEnd type="triangle" w="sm" len="sm"/>
          </a:ln>
        </p:spPr>
      </p:cxnSp>
      <p:cxnSp>
        <p:nvCxnSpPr>
          <p:cNvPr id="18" name="">
            <a:extLst>
              <a:ext uri="{FF2B5EF4-FFF2-40B4-BE49-F238E27FC236}">
                <ns2:creationId id="{49456190-2925-4281-9E5D-575F53F50616}"/>
              </a:ext>
            </a:extLst>
          </p:cNvPr>
          <p:cNvCxnSpPr/>
          <p:nvPr/>
        </p:nvCxnSpPr>
        <p:spPr>
          <a:xfrm flipV="0">
            <a:off x="6772275" y="3429000"/>
            <a:ext cx="857250" cy="0"/>
          </a:xfrm>
          <a:prstGeom prst="straightConnector1">
            <a:avLst/>
          </a:prstGeom>
          <a:ln w="14288">
            <a:solidFill>
              <a:srgbClr val="68758C"/>
            </a:solidFill>
            <a:tailEnd type="triangle" w="sm" len="sm"/>
          </a:ln>
        </p:spPr>
      </p:cxnSp>
      <p:cxnSp>
        <p:nvCxnSpPr>
          <p:cNvPr id="19" name="">
            <a:extLst>
              <a:ext uri="{FF2B5EF4-FFF2-40B4-BE49-F238E27FC236}">
                <ns2:creationId id="{B31F5B24-6463-4DD5-A4CC-3C7EE207690A}"/>
              </a:ext>
            </a:extLst>
          </p:cNvPr>
          <p:cNvCxnSpPr/>
          <p:nvPr/>
        </p:nvCxnSpPr>
        <p:spPr>
          <a:xfrm flipV="0">
            <a:off x="6772275" y="3838575"/>
            <a:ext cx="428625" cy="0"/>
          </a:xfrm>
          <a:prstGeom prst="straightConnector1">
            <a:avLst/>
          </a:prstGeom>
          <a:ln w="14288">
            <a:solidFill>
              <a:srgbClr val="68758C"/>
            </a:solidFill>
            <a:tailEnd type="triangle" w="sm" len="sm"/>
          </a:ln>
        </p:spPr>
      </p:cxnSp>
      <p:sp>
        <p:nvSpPr>
          <p:cNvPr id="20" name="">
            <a:extLst>
              <a:ext uri="{FF2B5EF4-FFF2-40B4-BE49-F238E27FC236}">
                <ns2:creationId id="{1F8AC196-5679-456E-9BF3-F185C22FFAC4}"/>
              </a:ext>
            </a:extLst>
          </p:cNvPr>
          <p:cNvSpPr>
            <a:spLocks noGrp="1"/>
          </p:cNvSpPr>
          <p:nvPr/>
        </p:nvSpPr>
        <p:spPr>
          <a:xfrm>
            <a:off x="7882890" y="3253740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CB4030F5-4C46-493B-A0F0-98F6B79FCDF1}"/>
              </a:ext>
            </a:extLst>
          </p:cNvPr>
          <p:cNvSpPr>
            <a:spLocks noGrp="1"/>
          </p:cNvSpPr>
          <p:nvPr/>
        </p:nvSpPr>
        <p:spPr>
          <a:xfrm>
            <a:off x="8111490" y="3253740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2" name="">
            <a:extLst>
              <a:ext uri="{FF2B5EF4-FFF2-40B4-BE49-F238E27FC236}">
                <ns2:creationId id="{292F57CD-E2E3-4B15-94A0-5D4C800B6F85}"/>
              </a:ext>
            </a:extLst>
          </p:cNvPr>
          <p:cNvSpPr>
            <a:spLocks noGrp="1"/>
          </p:cNvSpPr>
          <p:nvPr/>
        </p:nvSpPr>
        <p:spPr>
          <a:xfrm>
            <a:off x="8340090" y="3253740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3" name="">
            <a:extLst>
              <a:ext uri="{FF2B5EF4-FFF2-40B4-BE49-F238E27FC236}">
                <ns2:creationId id="{1081FAFE-6EB5-4FE5-AA65-BB6CDD60A50D}"/>
              </a:ext>
            </a:extLst>
          </p:cNvPr>
          <p:cNvSpPr>
            <a:spLocks noGrp="1"/>
          </p:cNvSpPr>
          <p:nvPr/>
        </p:nvSpPr>
        <p:spPr>
          <a:xfrm>
            <a:off x="8568690" y="3253740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4" name="">
            <a:extLst>
              <a:ext uri="{FF2B5EF4-FFF2-40B4-BE49-F238E27FC236}">
                <ns2:creationId id="{0899C8B7-5993-494B-9582-ED4EAED31A63}"/>
              </a:ext>
            </a:extLst>
          </p:cNvPr>
          <p:cNvSpPr>
            <a:spLocks noGrp="1"/>
          </p:cNvSpPr>
          <p:nvPr/>
        </p:nvSpPr>
        <p:spPr>
          <a:xfrm>
            <a:off x="7882890" y="35109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62D549F1-6EB2-4FA3-A6A2-4BE2CC2A3BEE}"/>
              </a:ext>
            </a:extLst>
          </p:cNvPr>
          <p:cNvSpPr>
            <a:spLocks noGrp="1"/>
          </p:cNvSpPr>
          <p:nvPr/>
        </p:nvSpPr>
        <p:spPr>
          <a:xfrm>
            <a:off x="8111490" y="35109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6" name="">
            <a:extLst>
              <a:ext uri="{FF2B5EF4-FFF2-40B4-BE49-F238E27FC236}">
                <ns2:creationId id="{2E631AB8-BC3E-46F7-A8B3-559FF198A017}"/>
              </a:ext>
            </a:extLst>
          </p:cNvPr>
          <p:cNvSpPr>
            <a:spLocks noGrp="1"/>
          </p:cNvSpPr>
          <p:nvPr/>
        </p:nvSpPr>
        <p:spPr>
          <a:xfrm>
            <a:off x="8340090" y="35109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7" name="">
            <a:extLst>
              <a:ext uri="{FF2B5EF4-FFF2-40B4-BE49-F238E27FC236}">
                <ns2:creationId id="{4DDE3D76-B47C-457C-99FD-9E09C9367BA2}"/>
              </a:ext>
            </a:extLst>
          </p:cNvPr>
          <p:cNvSpPr>
            <a:spLocks noGrp="1"/>
          </p:cNvSpPr>
          <p:nvPr/>
        </p:nvSpPr>
        <p:spPr>
          <a:xfrm>
            <a:off x="8568690" y="35109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28" name="">
            <a:extLst>
              <a:ext uri="{FF2B5EF4-FFF2-40B4-BE49-F238E27FC236}">
                <ns2:creationId id="{507AEB1C-3613-48F0-84FB-63FB785A04D9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2266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Slower wall</a:t>
            </a:r>
          </a:p>
        </p:txBody>
      </p:sp>
      <p:cxnSp>
        <p:nvCxnSpPr>
          <p:cNvPr id="29" name="">
            <a:extLst>
              <a:ext uri="{FF2B5EF4-FFF2-40B4-BE49-F238E27FC236}">
                <ns2:creationId id="{78D12D38-F582-4A9A-BA58-58CEFF2CDF13}"/>
              </a:ext>
            </a:extLst>
          </p:cNvPr>
          <p:cNvCxnSpPr/>
          <p:nvPr/>
        </p:nvCxnSpPr>
        <p:spPr>
          <a:xfrm flipV="0">
            <a:off x="9315450" y="2819400"/>
            <a:ext cx="2266950" cy="0"/>
          </a:xfrm>
          <a:prstGeom prst="straightConnector1">
            <a:avLst/>
          </a:prstGeom>
          <a:ln w="15240">
            <a:solidFill>
              <a:srgbClr val="1B2840"/>
            </a:solidFill>
            <a:prstDash val="solid"/>
          </a:ln>
        </p:spPr>
      </p:cxnSp>
      <p:cxnSp>
        <p:nvCxnSpPr>
          <p:cNvPr id="30" name="">
            <a:extLst>
              <a:ext uri="{FF2B5EF4-FFF2-40B4-BE49-F238E27FC236}">
                <ns2:creationId id="{3C1BF05F-9BE5-4F30-A60A-7E03F15F2E4F}"/>
              </a:ext>
            </a:extLst>
          </p:cNvPr>
          <p:cNvCxnSpPr/>
          <p:nvPr/>
        </p:nvCxnSpPr>
        <p:spPr>
          <a:xfrm flipV="0">
            <a:off x="9315450" y="4029075"/>
            <a:ext cx="2266950" cy="0"/>
          </a:xfrm>
          <a:prstGeom prst="straightConnector1">
            <a:avLst/>
          </a:prstGeom>
          <a:ln w="15240">
            <a:solidFill>
              <a:srgbClr val="1B2840"/>
            </a:solidFill>
            <a:prstDash val="solid"/>
          </a:ln>
        </p:spPr>
      </p:cxnSp>
      <p:cxnSp>
        <p:nvCxnSpPr>
          <p:cNvPr id="31" name="">
            <a:extLst>
              <a:ext uri="{FF2B5EF4-FFF2-40B4-BE49-F238E27FC236}">
                <ns2:creationId id="{756BEE7B-454D-4B60-A910-C111E3F2BD37}"/>
              </a:ext>
            </a:extLst>
          </p:cNvPr>
          <p:cNvCxnSpPr/>
          <p:nvPr/>
        </p:nvCxnSpPr>
        <p:spPr>
          <a:xfrm flipV="0">
            <a:off x="9382125" y="3009900"/>
            <a:ext cx="428625" cy="0"/>
          </a:xfrm>
          <a:prstGeom prst="straightConnector1">
            <a:avLst/>
          </a:prstGeom>
          <a:ln w="14288">
            <a:solidFill>
              <a:srgbClr val="68758C"/>
            </a:solidFill>
            <a:tailEnd type="triangle" w="sm" len="sm"/>
          </a:ln>
        </p:spPr>
      </p:cxnSp>
      <p:cxnSp>
        <p:nvCxnSpPr>
          <p:cNvPr id="32" name="">
            <a:extLst>
              <a:ext uri="{FF2B5EF4-FFF2-40B4-BE49-F238E27FC236}">
                <ns2:creationId id="{0BA017B9-91AF-482D-8AF0-CC92B544BF14}"/>
              </a:ext>
            </a:extLst>
          </p:cNvPr>
          <p:cNvCxnSpPr/>
          <p:nvPr/>
        </p:nvCxnSpPr>
        <p:spPr>
          <a:xfrm flipV="0">
            <a:off x="9382125" y="3429000"/>
            <a:ext cx="857250" cy="0"/>
          </a:xfrm>
          <a:prstGeom prst="straightConnector1">
            <a:avLst/>
          </a:prstGeom>
          <a:ln w="14288">
            <a:solidFill>
              <a:srgbClr val="68758C"/>
            </a:solidFill>
            <a:tailEnd type="triangle" w="sm" len="sm"/>
          </a:ln>
        </p:spPr>
      </p:cxnSp>
      <p:cxnSp>
        <p:nvCxnSpPr>
          <p:cNvPr id="33" name="">
            <a:extLst>
              <a:ext uri="{FF2B5EF4-FFF2-40B4-BE49-F238E27FC236}">
                <ns2:creationId id="{1B93BA91-03E5-4457-9D27-ACB3CBD95358}"/>
              </a:ext>
            </a:extLst>
          </p:cNvPr>
          <p:cNvCxnSpPr/>
          <p:nvPr/>
        </p:nvCxnSpPr>
        <p:spPr>
          <a:xfrm flipV="0">
            <a:off x="9382125" y="3838575"/>
            <a:ext cx="428625" cy="0"/>
          </a:xfrm>
          <a:prstGeom prst="straightConnector1">
            <a:avLst/>
          </a:prstGeom>
          <a:ln w="14288">
            <a:solidFill>
              <a:srgbClr val="68758C"/>
            </a:solidFill>
            <a:tailEnd type="triangle" w="sm" len="sm"/>
          </a:ln>
        </p:spPr>
      </p:cxnSp>
      <p:sp>
        <p:nvSpPr>
          <p:cNvPr id="34" name="">
            <a:extLst>
              <a:ext uri="{FF2B5EF4-FFF2-40B4-BE49-F238E27FC236}">
                <ns2:creationId id="{2DE9C9EE-4313-4E08-AE6B-155F655DD227}"/>
              </a:ext>
            </a:extLst>
          </p:cNvPr>
          <p:cNvSpPr>
            <a:spLocks noGrp="1"/>
          </p:cNvSpPr>
          <p:nvPr/>
        </p:nvSpPr>
        <p:spPr>
          <a:xfrm>
            <a:off x="10492740" y="29394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35" name="">
            <a:extLst>
              <a:ext uri="{FF2B5EF4-FFF2-40B4-BE49-F238E27FC236}">
                <ns2:creationId id="{AC33D91A-B357-401F-BCDB-1C64ADFD0DEA}"/>
              </a:ext>
            </a:extLst>
          </p:cNvPr>
          <p:cNvSpPr>
            <a:spLocks noGrp="1"/>
          </p:cNvSpPr>
          <p:nvPr/>
        </p:nvSpPr>
        <p:spPr>
          <a:xfrm>
            <a:off x="10721340" y="29394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36" name="">
            <a:extLst>
              <a:ext uri="{FF2B5EF4-FFF2-40B4-BE49-F238E27FC236}">
                <ns2:creationId id="{61424B93-2936-45F4-9032-78829833B9C7}"/>
              </a:ext>
            </a:extLst>
          </p:cNvPr>
          <p:cNvSpPr>
            <a:spLocks noGrp="1"/>
          </p:cNvSpPr>
          <p:nvPr/>
        </p:nvSpPr>
        <p:spPr>
          <a:xfrm>
            <a:off x="10949940" y="29394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7A170EE5-CDA2-46D2-93AB-20AEE28D81E8}"/>
              </a:ext>
            </a:extLst>
          </p:cNvPr>
          <p:cNvSpPr>
            <a:spLocks noGrp="1"/>
          </p:cNvSpPr>
          <p:nvPr/>
        </p:nvSpPr>
        <p:spPr>
          <a:xfrm>
            <a:off x="11178540" y="29394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38" name="">
            <a:extLst>
              <a:ext uri="{FF2B5EF4-FFF2-40B4-BE49-F238E27FC236}">
                <ns2:creationId id="{93014022-7F3D-4F9D-A9DD-7AB9D295D949}"/>
              </a:ext>
            </a:extLst>
          </p:cNvPr>
          <p:cNvSpPr>
            <a:spLocks noGrp="1"/>
          </p:cNvSpPr>
          <p:nvPr/>
        </p:nvSpPr>
        <p:spPr>
          <a:xfrm>
            <a:off x="10492740" y="38157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39" name="">
            <a:extLst>
              <a:ext uri="{FF2B5EF4-FFF2-40B4-BE49-F238E27FC236}">
                <ns2:creationId id="{D40ED9F7-D484-4A5C-AA7D-324413D5A28E}"/>
              </a:ext>
            </a:extLst>
          </p:cNvPr>
          <p:cNvSpPr>
            <a:spLocks noGrp="1"/>
          </p:cNvSpPr>
          <p:nvPr/>
        </p:nvSpPr>
        <p:spPr>
          <a:xfrm>
            <a:off x="10721340" y="38157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40" name="">
            <a:extLst>
              <a:ext uri="{FF2B5EF4-FFF2-40B4-BE49-F238E27FC236}">
                <ns2:creationId id="{ED85C131-1F4F-4033-9B64-5D3CFC04F35A}"/>
              </a:ext>
            </a:extLst>
          </p:cNvPr>
          <p:cNvSpPr>
            <a:spLocks noGrp="1"/>
          </p:cNvSpPr>
          <p:nvPr/>
        </p:nvSpPr>
        <p:spPr>
          <a:xfrm>
            <a:off x="10949940" y="38157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41" name="">
            <a:extLst>
              <a:ext uri="{FF2B5EF4-FFF2-40B4-BE49-F238E27FC236}">
                <ns2:creationId id="{A39930E0-B681-4F1F-8288-8AAAB7EEF0DD}"/>
              </a:ext>
            </a:extLst>
          </p:cNvPr>
          <p:cNvSpPr>
            <a:spLocks noGrp="1"/>
          </p:cNvSpPr>
          <p:nvPr/>
        </p:nvSpPr>
        <p:spPr>
          <a:xfrm>
            <a:off x="11178540" y="3815715"/>
            <a:ext cx="83820" cy="83820"/>
          </a:xfrm>
          <a:prstGeom prst="ellipse">
            <a:avLst/>
          </a:prstGeom>
          <a:solidFill>
            <a:srgbClr val="2864B4"/>
          </a:solidFill>
          <a:ln w="0">
            <a:noFill/>
          </a:ln>
        </p:spPr>
      </p:sp>
      <p:sp>
        <p:nvSpPr>
          <p:cNvPr id="42" name="">
            <a:extLst>
              <a:ext uri="{FF2B5EF4-FFF2-40B4-BE49-F238E27FC236}">
                <ns2:creationId id="{0FDB9844-D60D-4425-9A98-1D880E5FD904}"/>
              </a:ext>
            </a:extLst>
          </p:cNvPr>
          <p:cNvSpPr>
            <a:spLocks noGrp="1"/>
          </p:cNvSpPr>
          <p:nvPr/>
        </p:nvSpPr>
        <p:spPr>
          <a:xfrm>
            <a:off x="6705600" y="4400550"/>
            <a:ext cx="4876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0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mean(uc) ≠ mean(u) mean(c)</a:t>
            </a:r>
          </a:p>
        </p:txBody>
      </p:sp>
      <p:sp>
        <p:nvSpPr>
          <p:cNvPr id="43" name="">
            <a:extLst>
              <a:ext uri="{FF2B5EF4-FFF2-40B4-BE49-F238E27FC236}">
                <ns2:creationId id="{E7736E7C-1405-4C79-94B4-B479643BF549}"/>
              </a:ext>
            </a:extLst>
          </p:cNvPr>
          <p:cNvSpPr>
            <a:spLocks noGrp="1"/>
          </p:cNvSpPr>
          <p:nvPr/>
        </p:nvSpPr>
        <p:spPr>
          <a:xfrm>
            <a:off x="6705600" y="5162550"/>
            <a:ext cx="48768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Same mean concentration and flow.</a:t>
            </a:r>
          </a:p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Different distributions can change flux.</a:t>
            </a:r>
          </a:p>
        </p:txBody>
      </p:sp>
      <p:cxnSp>
        <p:nvCxnSpPr>
          <p:cNvPr id="44" name="">
            <a:extLst>
              <a:ext uri="{FF2B5EF4-FFF2-40B4-BE49-F238E27FC236}">
                <ns2:creationId id="{5739E763-B128-4352-962B-86BC5C7AF5D3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45" name="">
            <a:extLst>
              <a:ext uri="{FF2B5EF4-FFF2-40B4-BE49-F238E27FC236}">
                <ns2:creationId id="{E2D49DF6-2F15-41EC-8D5A-F6993F4C7EC2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Teaching examples. More accurate numerical integration of C0 does not recover the missing correlations.</a:t>
            </a:r>
          </a:p>
        </p:txBody>
      </p:sp>
    </p:spTree>
    <p:extLst>
      <p:ext uri="{BB962C8B-B14F-4D97-AF65-F5344CB8AC3E}">
        <ns3:creationId val="1613973545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25" name="">
            <a:extLst>
              <a:ext uri="{FF2B5EF4-FFF2-40B4-BE49-F238E27FC236}">
                <ns2:creationId id="{3F4342BA-71C8-4C2A-AA4A-B20901C706A2}"/>
              </a:ext>
            </a:extLst>
          </p:cNvPr>
          <p:cNvCxnSpPr>
            <a:stCxn id="23" idx="1"/>
            <a:endCxn id="24" idx="3"/>
          </p:cNvCxnSpPr>
          <p:nvPr/>
        </p:nvCxnSpPr>
        <p:spPr>
          <a:xfrm flipH="1">
            <a:off x="7019925" y="5262563"/>
            <a:ext cx="571500" cy="0"/>
          </a:xfrm>
          <a:prstGeom prst="straightConnector1">
            <a:avLst/>
          </a:prstGeom>
          <a:ln w="19050">
            <a:solidFill>
              <a:srgbClr val="2864B4"/>
            </a:solidFill>
            <a:tailEnd type="triangle" w="sm" len="sm"/>
          </a:ln>
        </p:spPr>
      </p:cxnSp>
      <p:sp>
        <p:nvSpPr>
          <p:cNvPr id="29" name="">
            <a:extLst>
              <a:ext uri="{FF2B5EF4-FFF2-40B4-BE49-F238E27FC236}">
                <ns2:creationId id="{255C31A4-145E-434A-A8EC-25C18C208887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2" name="">
            <a:extLst>
              <a:ext uri="{FF2B5EF4-FFF2-40B4-BE49-F238E27FC236}">
                <ns2:creationId id="{3C7C8277-47C0-4AAB-B1A2-F2ED5D8BD2A3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THE NEURAL MODEL</a:t>
            </a:r>
          </a:p>
        </p:txBody>
      </p:sp>
      <p:sp>
        <p:nvSpPr>
          <p:cNvPr id="3" name="">
            <a:extLst>
              <a:ext uri="{FF2B5EF4-FFF2-40B4-BE49-F238E27FC236}">
                <ns2:creationId id="{65ED3EB7-F032-4A69-8B33-A312F85C7B71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The neural model retains physics and uses neighbours</a:t>
            </a:r>
          </a:p>
        </p:txBody>
      </p:sp>
      <p:sp>
        <p:nvSpPr>
          <p:cNvPr id="4" name="">
            <a:extLst>
              <a:ext uri="{FF2B5EF4-FFF2-40B4-BE49-F238E27FC236}">
                <ns2:creationId id="{7F0F92AE-4C02-4332-9910-DD5903B4366F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Networks output closure coefficients. The conservative solver computes concentrations.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B02A87A2-15B5-4C38-A8A0-EE7ADEF87988}"/>
              </a:ext>
            </a:extLst>
          </p:cNvPr>
          <p:cNvGraphicFramePr/>
          <p:nvPr/>
        </p:nvGraphicFramePr>
        <p:xfrm>
          <a:off x="609600" y="1600200"/>
          <a:ext cx="10972800" cy="2476500"/>
        </p:xfrm>
        <a:graphic>
          <a:graphicData uri="http://schemas.openxmlformats.org/drawingml/2006/table">
            <a:tbl>
              <a:tblPr/>
              <a:tblGrid>
                <a:gridCol w="2667000"/>
                <a:gridCol w="4152900"/>
                <a:gridCol w="4152900"/>
              </a:tblGrid>
              <a:tr h="495300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00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Fixed C0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Neural model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00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Mean state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One Th / Fg / Fn value per cell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One Th / Fg / Fn value per cell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00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Transport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Advection + diffusion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Same terms + memory flux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00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Reaction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2hg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2κhg with learned κ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00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Junctions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Conservative mixing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Conservative mixing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">
            <a:extLst>
              <a:ext uri="{FF2B5EF4-FFF2-40B4-BE49-F238E27FC236}">
                <ns2:creationId id="{ED50876D-AB68-44B0-B3FD-612E51BFD537}"/>
              </a:ext>
            </a:extLst>
          </p:cNvPr>
          <p:cNvCxnSpPr/>
          <p:nvPr/>
        </p:nvCxnSpPr>
        <p:spPr>
          <a:xfrm flipV="0">
            <a:off x="609600" y="2095500"/>
            <a:ext cx="10972800" cy="0"/>
          </a:xfrm>
          <a:prstGeom prst="straightConnector1">
            <a:avLst/>
          </a:prstGeom>
          <a:ln w="13335">
            <a:solidFill>
              <a:srgbClr val="E3E8F0"/>
            </a:solidFill>
            <a:prstDash val="solid"/>
          </a:ln>
        </p:spPr>
      </p:cxnSp>
      <p:sp>
        <p:nvSpPr>
          <p:cNvPr id="7" name="">
            <a:extLst>
              <a:ext uri="{FF2B5EF4-FFF2-40B4-BE49-F238E27FC236}">
                <ns2:creationId id="{2DC42114-D37C-429B-9F47-56A47E4BDFBC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A graph links neighbouring computational positions</a:t>
            </a:r>
          </a:p>
        </p:txBody>
      </p:sp>
      <p:sp>
        <p:nvSpPr>
          <p:cNvPr id="8" name="">
            <a:extLst>
              <a:ext uri="{FF2B5EF4-FFF2-40B4-BE49-F238E27FC236}">
                <ns2:creationId id="{BE2BCC53-3A06-4624-9E09-DBC04EA19FBF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1695450" cy="67627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9" name="">
            <a:extLst>
              <a:ext uri="{FF2B5EF4-FFF2-40B4-BE49-F238E27FC236}">
                <ns2:creationId id="{FFBC4B22-BAC5-4CA9-9CC1-405EF2516843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5430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Cell 1</a:t>
            </a:r>
          </a:p>
        </p:txBody>
      </p:sp>
      <p:cxnSp>
        <p:nvCxnSpPr>
          <p:cNvPr id="10" name="">
            <a:extLst>
              <a:ext uri="{FF2B5EF4-FFF2-40B4-BE49-F238E27FC236}">
                <ns2:creationId id="{AD3AC789-6683-4C4B-8603-4B701606612B}"/>
              </a:ext>
            </a:extLst>
          </p:cNvPr>
          <p:cNvCxnSpPr/>
          <p:nvPr/>
        </p:nvCxnSpPr>
        <p:spPr>
          <a:xfrm flipV="0">
            <a:off x="2514600" y="5267325"/>
            <a:ext cx="561975" cy="0"/>
          </a:xfrm>
          <a:prstGeom prst="straightConnector1">
            <a:avLst/>
          </a:prstGeom>
          <a:ln w="14288">
            <a:solidFill>
              <a:srgbClr val="68758C"/>
            </a:solidFill>
            <a:prstDash val="solid"/>
          </a:ln>
        </p:spPr>
      </p:cxnSp>
      <p:sp>
        <p:nvSpPr>
          <p:cNvPr id="11" name="">
            <a:extLst>
              <a:ext uri="{FF2B5EF4-FFF2-40B4-BE49-F238E27FC236}">
                <ns2:creationId id="{32758288-8F0A-4ABF-B06E-FA74FA738AD9}"/>
              </a:ext>
            </a:extLst>
          </p:cNvPr>
          <p:cNvSpPr>
            <a:spLocks noGrp="1"/>
          </p:cNvSpPr>
          <p:nvPr/>
        </p:nvSpPr>
        <p:spPr>
          <a:xfrm>
            <a:off x="3076575" y="4933950"/>
            <a:ext cx="1695450" cy="67627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2" name="">
            <a:extLst>
              <a:ext uri="{FF2B5EF4-FFF2-40B4-BE49-F238E27FC236}">
                <ns2:creationId id="{2BB1571D-E9F4-4E92-A1F2-629C0A4193E1}"/>
              </a:ext>
            </a:extLst>
          </p:cNvPr>
          <p:cNvSpPr>
            <a:spLocks noGrp="1"/>
          </p:cNvSpPr>
          <p:nvPr/>
        </p:nvSpPr>
        <p:spPr>
          <a:xfrm>
            <a:off x="3152775" y="5086350"/>
            <a:ext cx="15430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Cell 2</a:t>
            </a:r>
          </a:p>
        </p:txBody>
      </p:sp>
      <p:cxnSp>
        <p:nvCxnSpPr>
          <p:cNvPr id="13" name="">
            <a:extLst>
              <a:ext uri="{FF2B5EF4-FFF2-40B4-BE49-F238E27FC236}">
                <ns2:creationId id="{63BE1FBA-63BE-4256-8C2F-9940E10C940E}"/>
              </a:ext>
            </a:extLst>
          </p:cNvPr>
          <p:cNvCxnSpPr/>
          <p:nvPr/>
        </p:nvCxnSpPr>
        <p:spPr>
          <a:xfrm flipV="0">
            <a:off x="4772025" y="5267325"/>
            <a:ext cx="561975" cy="0"/>
          </a:xfrm>
          <a:prstGeom prst="straightConnector1">
            <a:avLst/>
          </a:prstGeom>
          <a:ln w="14288">
            <a:solidFill>
              <a:srgbClr val="68758C"/>
            </a:solidFill>
            <a:prstDash val="solid"/>
          </a:ln>
        </p:spPr>
      </p:cxnSp>
      <p:sp>
        <p:nvSpPr>
          <p:cNvPr id="14" name="">
            <a:extLst>
              <a:ext uri="{FF2B5EF4-FFF2-40B4-BE49-F238E27FC236}">
                <ns2:creationId id="{6E331AD0-42B7-4050-AB2E-C36CE8E627D8}"/>
              </a:ext>
            </a:extLst>
          </p:cNvPr>
          <p:cNvSpPr>
            <a:spLocks noGrp="1"/>
          </p:cNvSpPr>
          <p:nvPr/>
        </p:nvSpPr>
        <p:spPr>
          <a:xfrm>
            <a:off x="5334000" y="4933950"/>
            <a:ext cx="1695450" cy="676275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15" name="">
            <a:extLst>
              <a:ext uri="{FF2B5EF4-FFF2-40B4-BE49-F238E27FC236}">
                <ns2:creationId id="{CEADF7F6-BCA9-4D60-8038-0B2E68728239}"/>
              </a:ext>
            </a:extLst>
          </p:cNvPr>
          <p:cNvSpPr>
            <a:spLocks noGrp="1"/>
          </p:cNvSpPr>
          <p:nvPr/>
        </p:nvSpPr>
        <p:spPr>
          <a:xfrm>
            <a:off x="5410200" y="5086350"/>
            <a:ext cx="15430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Cell 3</a:t>
            </a:r>
          </a:p>
        </p:txBody>
      </p:sp>
      <p:cxnSp>
        <p:nvCxnSpPr>
          <p:cNvPr id="16" name="">
            <a:extLst>
              <a:ext uri="{FF2B5EF4-FFF2-40B4-BE49-F238E27FC236}">
                <ns2:creationId id="{BA1B62CF-3230-49F9-B556-74DAD959BB69}"/>
              </a:ext>
            </a:extLst>
          </p:cNvPr>
          <p:cNvCxnSpPr/>
          <p:nvPr/>
        </p:nvCxnSpPr>
        <p:spPr>
          <a:xfrm flipV="0">
            <a:off x="7029450" y="5267325"/>
            <a:ext cx="561975" cy="0"/>
          </a:xfrm>
          <a:prstGeom prst="straightConnector1">
            <a:avLst/>
          </a:prstGeom>
          <a:ln w="14288">
            <a:solidFill>
              <a:srgbClr val="68758C"/>
            </a:solidFill>
            <a:prstDash val="solid"/>
          </a:ln>
        </p:spPr>
      </p:cxnSp>
      <p:sp>
        <p:nvSpPr>
          <p:cNvPr id="17" name="">
            <a:extLst>
              <a:ext uri="{FF2B5EF4-FFF2-40B4-BE49-F238E27FC236}">
                <ns2:creationId id="{2F42E914-A5EB-4EF7-9200-AAC13F0DA5EC}"/>
              </a:ext>
            </a:extLst>
          </p:cNvPr>
          <p:cNvSpPr>
            <a:spLocks noGrp="1"/>
          </p:cNvSpPr>
          <p:nvPr/>
        </p:nvSpPr>
        <p:spPr>
          <a:xfrm>
            <a:off x="7591425" y="4933950"/>
            <a:ext cx="1695450" cy="67627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8" name="">
            <a:extLst>
              <a:ext uri="{FF2B5EF4-FFF2-40B4-BE49-F238E27FC236}">
                <ns2:creationId id="{12F2CFF2-EDBC-43F3-9C07-286E0AC55A32}"/>
              </a:ext>
            </a:extLst>
          </p:cNvPr>
          <p:cNvSpPr>
            <a:spLocks noGrp="1"/>
          </p:cNvSpPr>
          <p:nvPr/>
        </p:nvSpPr>
        <p:spPr>
          <a:xfrm>
            <a:off x="7667625" y="5086350"/>
            <a:ext cx="15430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Cell 4</a:t>
            </a:r>
          </a:p>
        </p:txBody>
      </p:sp>
      <p:cxnSp>
        <p:nvCxnSpPr>
          <p:cNvPr id="19" name="">
            <a:extLst>
              <a:ext uri="{FF2B5EF4-FFF2-40B4-BE49-F238E27FC236}">
                <ns2:creationId id="{E659AD0E-6BCD-44F9-8D44-5E9DC498C2FA}"/>
              </a:ext>
            </a:extLst>
          </p:cNvPr>
          <p:cNvCxnSpPr/>
          <p:nvPr/>
        </p:nvCxnSpPr>
        <p:spPr>
          <a:xfrm flipV="0">
            <a:off x="9286875" y="5267325"/>
            <a:ext cx="561975" cy="0"/>
          </a:xfrm>
          <a:prstGeom prst="straightConnector1">
            <a:avLst/>
          </a:prstGeom>
          <a:ln w="14288">
            <a:solidFill>
              <a:srgbClr val="68758C"/>
            </a:solidFill>
            <a:prstDash val="solid"/>
          </a:ln>
        </p:spPr>
      </p:cxnSp>
      <p:sp>
        <p:nvSpPr>
          <p:cNvPr id="20" name="">
            <a:extLst>
              <a:ext uri="{FF2B5EF4-FFF2-40B4-BE49-F238E27FC236}">
                <ns2:creationId id="{90D6E09F-B0A7-4B0D-B345-42FA81EF5B1C}"/>
              </a:ext>
            </a:extLst>
          </p:cNvPr>
          <p:cNvSpPr>
            <a:spLocks noGrp="1"/>
          </p:cNvSpPr>
          <p:nvPr/>
        </p:nvSpPr>
        <p:spPr>
          <a:xfrm>
            <a:off x="9848850" y="4933950"/>
            <a:ext cx="1695450" cy="67627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21" name="">
            <a:extLst>
              <a:ext uri="{FF2B5EF4-FFF2-40B4-BE49-F238E27FC236}">
                <ns2:creationId id="{3D00FA8B-0FCE-4E07-8EC8-AD5952706100}"/>
              </a:ext>
            </a:extLst>
          </p:cNvPr>
          <p:cNvSpPr>
            <a:spLocks noGrp="1"/>
          </p:cNvSpPr>
          <p:nvPr/>
        </p:nvSpPr>
        <p:spPr>
          <a:xfrm>
            <a:off x="9925050" y="5086350"/>
            <a:ext cx="15430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Cell 5</a:t>
            </a:r>
          </a:p>
        </p:txBody>
      </p:sp>
      <p:cxnSp>
        <p:nvCxnSpPr>
          <p:cNvPr id="22" name="">
            <a:extLst>
              <a:ext uri="{FF2B5EF4-FFF2-40B4-BE49-F238E27FC236}">
                <ns2:creationId id="{A8C5E47E-1E29-4689-B987-4705D39FE0B8}"/>
              </a:ext>
            </a:extLst>
          </p:cNvPr>
          <p:cNvCxnSpPr/>
          <p:nvPr/>
        </p:nvCxnSpPr>
        <p:spPr>
          <a:xfrm flipV="0">
            <a:off x="4781550" y="5267325"/>
            <a:ext cx="457200" cy="0"/>
          </a:xfrm>
          <a:prstGeom prst="straightConnector1">
            <a:avLst/>
          </a:prstGeom>
          <a:ln w="19050">
            <a:solidFill>
              <a:srgbClr val="2864B4"/>
            </a:solidFill>
            <a:tailEnd type="triangle" w="sm" len="sm"/>
          </a:ln>
        </p:spPr>
      </p:cxnSp>
      <p:sp>
        <p:nvSpPr>
          <p:cNvPr id="23" name="">
            <a:extLst>
              <a:ext uri="{FF2B5EF4-FFF2-40B4-BE49-F238E27FC236}">
                <ns2:creationId id="{600357B2-2251-4062-BAC2-2CE35DCF2502}"/>
              </a:ext>
            </a:extLst>
          </p:cNvPr>
          <p:cNvSpPr>
            <a:spLocks noGrp="1"/>
          </p:cNvSpPr>
          <p:nvPr/>
        </p:nvSpPr>
        <p:spPr>
          <a:xfrm>
            <a:off x="7591425" y="52578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" name="">
            <a:extLst>
              <a:ext uri="{FF2B5EF4-FFF2-40B4-BE49-F238E27FC236}">
                <ns2:creationId id="{99EF3AB5-C958-41E0-BEF5-32C75D3EC3ED}"/>
              </a:ext>
            </a:extLst>
          </p:cNvPr>
          <p:cNvSpPr>
            <a:spLocks noGrp="1"/>
          </p:cNvSpPr>
          <p:nvPr/>
        </p:nvSpPr>
        <p:spPr>
          <a:xfrm>
            <a:off x="7010400" y="52578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" name="">
            <a:extLst>
              <a:ext uri="{FF2B5EF4-FFF2-40B4-BE49-F238E27FC236}">
                <ns2:creationId id="{E765389D-1AE7-4E80-AFE0-01CF3237237E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Cell 3 combines itself with Cells 2 and 4. Transport uses faces, reaction uses cells.</a:t>
            </a:r>
          </a:p>
        </p:txBody>
      </p:sp>
      <p:cxnSp>
        <p:nvCxnSpPr>
          <p:cNvPr id="27" name="">
            <a:extLst>
              <a:ext uri="{FF2B5EF4-FFF2-40B4-BE49-F238E27FC236}">
                <ns2:creationId id="{3BB3965D-A855-4C0E-B4C7-C786548C51D6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28" name="">
            <a:extLst>
              <a:ext uri="{FF2B5EF4-FFF2-40B4-BE49-F238E27FC236}">
                <ns2:creationId id="{19753897-DC7A-4BDA-945D-FAFFCF497B39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Separate heads and topology weights. Two scalar memory states supplement 1D concentrations, without radial bins.</a:t>
            </a:r>
          </a:p>
        </p:txBody>
      </p:sp>
    </p:spTree>
    <p:extLst>
      <p:ext uri="{BB962C8B-B14F-4D97-AF65-F5344CB8AC3E}">
        <ns3:creationId val="130287079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40AB1AC2-E70C-4FAF-B6C6-7B1062454C42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2" name="">
            <a:extLst>
              <a:ext uri="{FF2B5EF4-FFF2-40B4-BE49-F238E27FC236}">
                <ns2:creationId id="{EF738052-DF74-44DC-B2AE-A9C8691235AA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GRAPH NETWORKS</a:t>
            </a:r>
          </a:p>
        </p:txBody>
      </p:sp>
      <p:sp>
        <p:nvSpPr>
          <p:cNvPr id="3" name="">
            <a:extLst>
              <a:ext uri="{FF2B5EF4-FFF2-40B4-BE49-F238E27FC236}">
                <ns2:creationId id="{07534803-C1BB-4AC6-BC92-79C01039856A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Graph computation and transport coefficients</a:t>
            </a:r>
          </a:p>
        </p:txBody>
      </p:sp>
      <p:sp>
        <p:nvSpPr>
          <p:cNvPr id="4" name="">
            <a:extLst>
              <a:ext uri="{FF2B5EF4-FFF2-40B4-BE49-F238E27FC236}">
                <ns2:creationId id="{7F006917-5275-40C1-91E9-96BEAA9890D6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The two heads use the same network form, with separately trained weights.</a:t>
            </a:r>
          </a:p>
        </p:txBody>
      </p:sp>
      <p:sp>
        <p:nvSpPr>
          <p:cNvPr id="5" name="">
            <a:extLst>
              <a:ext uri="{FF2B5EF4-FFF2-40B4-BE49-F238E27FC236}">
                <ns2:creationId id="{AF7E7E44-8AC9-406D-A7D3-A4510ACB293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143250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6" name="">
            <a:extLst>
              <a:ext uri="{FF2B5EF4-FFF2-40B4-BE49-F238E27FC236}">
                <ns2:creationId id="{533752C1-E53B-4216-8A9F-3B30AC87850F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Input features</a:t>
            </a:r>
          </a:p>
        </p:txBody>
      </p:sp>
      <p:sp>
        <p:nvSpPr>
          <p:cNvPr id="7" name="">
            <a:extLst>
              <a:ext uri="{FF2B5EF4-FFF2-40B4-BE49-F238E27FC236}">
                <ns2:creationId id="{3B89421D-9A8A-4D36-801E-C8B92FD7C967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8 transport / 10 reaction</a:t>
            </a:r>
          </a:p>
        </p:txBody>
      </p:sp>
      <p:sp>
        <p:nvSpPr>
          <p:cNvPr id="8" name="">
            <a:extLst>
              <a:ext uri="{FF2B5EF4-FFF2-40B4-BE49-F238E27FC236}">
                <ns2:creationId id="{DF9BF5FE-5D30-432B-8E24-3D149C19E44D}"/>
              </a:ext>
            </a:extLst>
          </p:cNvPr>
          <p:cNvSpPr>
            <a:spLocks noGrp="1"/>
          </p:cNvSpPr>
          <p:nvPr/>
        </p:nvSpPr>
        <p:spPr>
          <a:xfrm>
            <a:off x="4524375" y="1619250"/>
            <a:ext cx="3143250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9" name="">
            <a:extLst>
              <a:ext uri="{FF2B5EF4-FFF2-40B4-BE49-F238E27FC236}">
                <ns2:creationId id="{A6B3C993-3BEF-4C0B-832F-DE4F2FCBB212}"/>
              </a:ext>
            </a:extLst>
          </p:cNvPr>
          <p:cNvSpPr>
            <a:spLocks noGrp="1"/>
          </p:cNvSpPr>
          <p:nvPr/>
        </p:nvSpPr>
        <p:spPr>
          <a:xfrm>
            <a:off x="4638675" y="16954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Internal description</a:t>
            </a:r>
          </a:p>
        </p:txBody>
      </p:sp>
      <p:sp>
        <p:nvSpPr>
          <p:cNvPr id="10" name="">
            <a:extLst>
              <a:ext uri="{FF2B5EF4-FFF2-40B4-BE49-F238E27FC236}">
                <ns2:creationId id="{439C4698-53E3-4A39-9BEE-94C0E0AF41D1}"/>
              </a:ext>
            </a:extLst>
          </p:cNvPr>
          <p:cNvSpPr>
            <a:spLocks noGrp="1"/>
          </p:cNvSpPr>
          <p:nvPr/>
        </p:nvSpPr>
        <p:spPr>
          <a:xfrm>
            <a:off x="4638675" y="2047875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32 values per location</a:t>
            </a:r>
          </a:p>
        </p:txBody>
      </p:sp>
      <p:sp>
        <p:nvSpPr>
          <p:cNvPr id="11" name="">
            <a:extLst>
              <a:ext uri="{FF2B5EF4-FFF2-40B4-BE49-F238E27FC236}">
                <ns2:creationId id="{68F2B7C8-CC01-4C6E-B1C6-4359C7319ABE}"/>
              </a:ext>
            </a:extLst>
          </p:cNvPr>
          <p:cNvSpPr>
            <a:spLocks noGrp="1"/>
          </p:cNvSpPr>
          <p:nvPr/>
        </p:nvSpPr>
        <p:spPr>
          <a:xfrm>
            <a:off x="8439150" y="1619250"/>
            <a:ext cx="3143250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2" name="">
            <a:extLst>
              <a:ext uri="{FF2B5EF4-FFF2-40B4-BE49-F238E27FC236}">
                <ns2:creationId id="{751CEB54-E080-407F-9A8A-2DCF109A6884}"/>
              </a:ext>
            </a:extLst>
          </p:cNvPr>
          <p:cNvSpPr>
            <a:spLocks noGrp="1"/>
          </p:cNvSpPr>
          <p:nvPr/>
        </p:nvSpPr>
        <p:spPr>
          <a:xfrm>
            <a:off x="8553450" y="16954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Raw outputs</a:t>
            </a:r>
          </a:p>
        </p:txBody>
      </p:sp>
      <p:sp>
        <p:nvSpPr>
          <p:cNvPr id="13" name="">
            <a:extLst>
              <a:ext uri="{FF2B5EF4-FFF2-40B4-BE49-F238E27FC236}">
                <ns2:creationId id="{17E7DCF1-A5C9-41CB-9E21-A85C090E8E1D}"/>
              </a:ext>
            </a:extLst>
          </p:cNvPr>
          <p:cNvSpPr>
            <a:spLocks noGrp="1"/>
          </p:cNvSpPr>
          <p:nvPr/>
        </p:nvSpPr>
        <p:spPr>
          <a:xfrm>
            <a:off x="8553450" y="2047875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4 transport / 1 reaction</a:t>
            </a:r>
          </a:p>
        </p:txBody>
      </p:sp>
      <p:cxnSp>
        <p:nvCxnSpPr>
          <p:cNvPr id="14" name="">
            <a:extLst>
              <a:ext uri="{FF2B5EF4-FFF2-40B4-BE49-F238E27FC236}">
                <ns2:creationId id="{E9977EC7-480D-471F-9713-786C52B40EBE}"/>
              </a:ext>
            </a:extLst>
          </p:cNvPr>
          <p:cNvCxnSpPr/>
          <p:nvPr/>
        </p:nvCxnSpPr>
        <p:spPr>
          <a:xfrm flipV="0">
            <a:off x="3876675" y="205740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15" name="">
            <a:extLst>
              <a:ext uri="{FF2B5EF4-FFF2-40B4-BE49-F238E27FC236}">
                <ns2:creationId id="{E0410FBC-DDE9-40FA-A47A-BEB68AF5DD9C}"/>
              </a:ext>
            </a:extLst>
          </p:cNvPr>
          <p:cNvCxnSpPr/>
          <p:nvPr/>
        </p:nvCxnSpPr>
        <p:spPr>
          <a:xfrm flipV="0">
            <a:off x="7791450" y="205740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sp>
        <p:nvSpPr>
          <p:cNvPr id="16" name="">
            <a:extLst>
              <a:ext uri="{FF2B5EF4-FFF2-40B4-BE49-F238E27FC236}">
                <ns2:creationId id="{7340B738-78A9-40A8-8337-C197CD8B3754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5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z</a:t>
            </a:r>
            <a:r>
              <a:rPr sz="1938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new</a:t>
            </a: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 = tanh[z + 0.25(W</a:t>
            </a:r>
            <a:r>
              <a:rPr sz="1938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c</a:t>
            </a: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z + b + W</a:t>
            </a:r>
            <a:r>
              <a:rPr sz="1938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n</a:t>
            </a: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m)]</a:t>
            </a:r>
          </a:p>
        </p:txBody>
      </p:sp>
      <p:sp>
        <p:nvSpPr>
          <p:cNvPr id="17" name="">
            <a:extLst>
              <a:ext uri="{FF2B5EF4-FFF2-40B4-BE49-F238E27FC236}">
                <ns2:creationId id="{AD0C0341-936A-48D7-80EB-C6C3740FFB86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Repeat twice. z: local features. m: neighbour mean. W / b: learned weights / bias.</a:t>
            </a:r>
          </a:p>
          <a:p>
            <a:pPr algn="l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tanh: a bounded nonlinear transform.</a:t>
            </a:r>
          </a:p>
        </p:txBody>
      </p:sp>
      <p:cxnSp>
        <p:nvCxnSpPr>
          <p:cNvPr id="18" name="">
            <a:extLst>
              <a:ext uri="{FF2B5EF4-FFF2-40B4-BE49-F238E27FC236}">
                <ns2:creationId id="{DAC65D95-8CC4-4331-ADEF-FF277B87DDCA}"/>
              </a:ext>
            </a:extLst>
          </p:cNvPr>
          <p:cNvCxnSpPr/>
          <p:nvPr/>
        </p:nvCxnSpPr>
        <p:spPr>
          <a:xfrm flipV="0">
            <a:off x="609600" y="4095750"/>
            <a:ext cx="10972800" cy="0"/>
          </a:xfrm>
          <a:prstGeom prst="straightConnector1">
            <a:avLst/>
          </a:prstGeom>
          <a:ln w="11430">
            <a:solidFill>
              <a:srgbClr val="E3E8F0"/>
            </a:solidFill>
            <a:prstDash val="solid"/>
          </a:ln>
        </p:spPr>
      </p:cxnSp>
      <p:sp>
        <p:nvSpPr>
          <p:cNvPr id="19" name="">
            <a:extLst>
              <a:ext uri="{FF2B5EF4-FFF2-40B4-BE49-F238E27FC236}">
                <ns2:creationId id="{8FEFB957-9571-4615-863D-5598B26957AA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Transport inputs: 8 features</a:t>
            </a:r>
          </a:p>
        </p:txBody>
      </p:sp>
      <p:sp>
        <p:nvSpPr>
          <p:cNvPr id="20" name="">
            <a:extLst>
              <a:ext uri="{FF2B5EF4-FFF2-40B4-BE49-F238E27FC236}">
                <ns2:creationId id="{B6B140B5-BE20-491B-9C0B-A74EFABD80B6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618172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Position and spacing (2), area and radius (2),</a:t>
            </a:r>
          </a:p>
          <a:p>
            <a: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current velocity (1), filtered velocity histories (3).</a:t>
            </a:r>
          </a:p>
        </p:txBody>
      </p:sp>
      <p:sp>
        <p:nvSpPr>
          <p:cNvPr id="21" name="">
            <a:extLst>
              <a:ext uri="{FF2B5EF4-FFF2-40B4-BE49-F238E27FC236}">
                <ns2:creationId id="{BE5EAC00-B430-490A-9A11-864FEF8EF712}"/>
              </a:ext>
            </a:extLst>
          </p:cNvPr>
          <p:cNvSpPr>
            <a:spLocks noGrp="1"/>
          </p:cNvSpPr>
          <p:nvPr/>
        </p:nvSpPr>
        <p:spPr>
          <a:xfrm>
            <a:off x="7419975" y="4362450"/>
            <a:ext cx="41624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5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α</a:t>
            </a:r>
            <a:r>
              <a:rPr sz="1938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1</a:t>
            </a: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, τ</a:t>
            </a:r>
            <a:r>
              <a:rPr sz="1938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1</a:t>
            </a: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, α</a:t>
            </a:r>
            <a:r>
              <a:rPr sz="1938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2</a:t>
            </a:r>
            <a:r>
              <a:rPr sz="255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, τ</a:t>
            </a:r>
            <a:r>
              <a:rPr sz="1938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2</a:t>
            </a:r>
          </a:p>
        </p:txBody>
      </p:sp>
      <p:sp>
        <p:nvSpPr>
          <p:cNvPr id="22" name="">
            <a:extLst>
              <a:ext uri="{FF2B5EF4-FFF2-40B4-BE49-F238E27FC236}">
                <ns2:creationId id="{D10C3912-CD06-4FED-B04F-3775BD8F71F0}"/>
              </a:ext>
            </a:extLst>
          </p:cNvPr>
          <p:cNvSpPr>
            <a:spLocks noGrp="1"/>
          </p:cNvSpPr>
          <p:nvPr/>
        </p:nvSpPr>
        <p:spPr>
          <a:xfrm>
            <a:off x="7419975" y="5076825"/>
            <a:ext cx="41624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α: coupling strength</a:t>
            </a:r>
          </a:p>
          <a:p>
            <a:pPr algn="l">
              <a:defRPr sz="19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τ: memory duration</a:t>
            </a:r>
          </a:p>
        </p:txBody>
      </p:sp>
      <p:cxnSp>
        <p:nvCxnSpPr>
          <p:cNvPr id="23" name="">
            <a:extLst>
              <a:ext uri="{FF2B5EF4-FFF2-40B4-BE49-F238E27FC236}">
                <ns2:creationId id="{1EBCBC35-2839-4A21-8CEF-4F8D32F21A80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24" name="">
            <a:extLst>
              <a:ext uri="{FF2B5EF4-FFF2-40B4-BE49-F238E27FC236}">
                <ns2:creationId id="{4C50B65B-8B3F-45C5-9163-C25CBD6697EF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Linear maps enter and leave the hidden space. 32 features are internal numbers. Single-vessel coefficients differ.</a:t>
            </a:r>
          </a:p>
        </p:txBody>
      </p:sp>
    </p:spTree>
    <p:extLst>
      <p:ext uri="{BB962C8B-B14F-4D97-AF65-F5344CB8AC3E}">
        <ns3:creationId val="1370230775"/>
      </p:ext>
    </p:extLst>
  </p:cSld>
</p:sld>
</file>

<file path=ppt/slides/slide9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">
            <a:extLst>
              <a:ext uri="{FF2B5EF4-FFF2-40B4-BE49-F238E27FC236}">
                <ns2:creationId id="{4539A190-82D6-43BA-A673-DD6136BDF27A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2" name="">
            <a:extLst>
              <a:ext uri="{FF2B5EF4-FFF2-40B4-BE49-F238E27FC236}">
                <ns2:creationId id="{278E6A14-1C0A-4B0B-B9EB-FF311FFF5901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TRANSPORT MEMORY</a:t>
            </a:r>
          </a:p>
        </p:txBody>
      </p:sp>
      <p:sp>
        <p:nvSpPr>
          <p:cNvPr id="3" name="">
            <a:extLst>
              <a:ext uri="{FF2B5EF4-FFF2-40B4-BE49-F238E27FC236}">
                <ns2:creationId id="{329D8F91-D0A6-42FC-BD20-7A67575A2AF0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Transport memory: motivation and update</a:t>
            </a:r>
          </a:p>
        </p:txBody>
      </p:sp>
      <p:sp>
        <p:nvSpPr>
          <p:cNvPr id="4" name="">
            <a:extLst>
              <a:ext uri="{FF2B5EF4-FFF2-40B4-BE49-F238E27FC236}">
                <ns2:creationId id="{F7A7CFD1-5F76-4D1B-8F50-64DBAFA7B025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The same present mean concentration can follow different histories and radial distributions.</a:t>
            </a:r>
          </a:p>
        </p:txBody>
      </p:sp>
      <p:cxnSp>
        <p:nvCxnSpPr>
          <p:cNvPr id="5" name="">
            <a:extLst>
              <a:ext uri="{FF2B5EF4-FFF2-40B4-BE49-F238E27FC236}">
                <ns2:creationId id="{C5E12077-22C9-45B5-AE2F-E3029C56F50F}"/>
              </a:ext>
            </a:extLst>
          </p:cNvPr>
          <p:cNvCxnSpPr/>
          <p:nvPr/>
        </p:nvCxnSpPr>
        <p:spPr>
          <a:xfrm flipV="0">
            <a:off x="609600" y="1800225"/>
            <a:ext cx="381000" cy="0"/>
          </a:xfrm>
          <a:prstGeom prst="straightConnector1">
            <a:avLst/>
          </a:prstGeom>
          <a:ln w="22860">
            <a:solidFill>
              <a:srgbClr val="2864B4"/>
            </a:solidFill>
            <a:prstDash val="solid"/>
          </a:ln>
        </p:spPr>
      </p:cxnSp>
      <p:sp>
        <p:nvSpPr>
          <p:cNvPr id="6" name="">
            <a:extLst>
              <a:ext uri="{FF2B5EF4-FFF2-40B4-BE49-F238E27FC236}">
                <ns2:creationId id="{6DF78D53-F7F0-451D-9611-7EA1326AEFB8}"/>
              </a:ext>
            </a:extLst>
          </p:cNvPr>
          <p:cNvSpPr>
            <a:spLocks noGrp="1"/>
          </p:cNvSpPr>
          <p:nvPr/>
        </p:nvSpPr>
        <p:spPr>
          <a:xfrm>
            <a:off x="1104900" y="161925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Recent change</a:t>
            </a:r>
          </a:p>
        </p:txBody>
      </p:sp>
      <p:cxnSp>
        <p:nvCxnSpPr>
          <p:cNvPr id="7" name="">
            <a:extLst>
              <a:ext uri="{FF2B5EF4-FFF2-40B4-BE49-F238E27FC236}">
                <ns2:creationId id="{CB68D34F-6C2A-4783-B628-1175900A1D8C}"/>
              </a:ext>
            </a:extLst>
          </p:cNvPr>
          <p:cNvCxnSpPr/>
          <p:nvPr/>
        </p:nvCxnSpPr>
        <p:spPr>
          <a:xfrm flipV="0">
            <a:off x="3162300" y="1800225"/>
            <a:ext cx="381000" cy="0"/>
          </a:xfrm>
          <a:prstGeom prst="straightConnector1">
            <a:avLst/>
          </a:prstGeom>
          <a:ln w="22860">
            <a:solidFill>
              <a:srgbClr val="B97842"/>
            </a:solidFill>
            <a:prstDash val="dash"/>
          </a:ln>
        </p:spPr>
      </p:cxnSp>
      <p:sp>
        <p:nvSpPr>
          <p:cNvPr id="8" name="">
            <a:extLst>
              <a:ext uri="{FF2B5EF4-FFF2-40B4-BE49-F238E27FC236}">
                <ns2:creationId id="{2600A776-9F72-4569-B164-C66B3CF23A54}"/>
              </a:ext>
            </a:extLst>
          </p:cNvPr>
          <p:cNvSpPr>
            <a:spLocks noGrp="1"/>
          </p:cNvSpPr>
          <p:nvPr/>
        </p:nvSpPr>
        <p:spPr>
          <a:xfrm>
            <a:off x="3657600" y="161925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Stable history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3DDEF0F8-23F9-4DEA-9A83-F2D9701113C8}"/>
              </a:ext>
            </a:extLst>
          </p:cNvPr>
          <p:cNvGraphicFramePr/>
          <p:nvPr/>
        </p:nvGraphicFramePr>
        <p:xfrm>
          <a:off x="609600" y="2228850"/>
          <a:ext cx="5257800" cy="2428875"/>
        </p:xfrm>
        <a:graphic>
          <a:graphicData uri="http://schemas.openxmlformats.org/drawingml/2006/chart">
            <c:chart r:id="Rb2d7bac92149485c"/>
          </a:graphicData>
        </a:graphic>
      </p:graphicFrame>
      <p:sp>
        <p:nvSpPr>
          <p:cNvPr id="10" name="">
            <a:extLst>
              <a:ext uri="{FF2B5EF4-FFF2-40B4-BE49-F238E27FC236}">
                <ns2:creationId id="{9009F33D-133D-4BB4-A7E9-0AE4D5BADF86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5257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Radial redistribution takes time.</a:t>
            </a:r>
          </a:p>
          <a:p>
            <a: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Memory retains part of that history.</a:t>
            </a:r>
          </a:p>
        </p:txBody>
      </p:sp>
      <p:sp>
        <p:nvSpPr>
          <p:cNvPr id="11" name="">
            <a:extLst>
              <a:ext uri="{FF2B5EF4-FFF2-40B4-BE49-F238E27FC236}">
                <ns2:creationId id="{B9926F84-CF5A-4FE1-B56D-069F30EB8522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Decayed old memory + gradient response</a:t>
            </a:r>
          </a:p>
        </p:txBody>
      </p:sp>
      <p:sp>
        <p:nvSpPr>
          <p:cNvPr id="12" name="">
            <a:extLst>
              <a:ext uri="{FF2B5EF4-FFF2-40B4-BE49-F238E27FC236}">
                <ns2:creationId id="{F7A2D34B-0AB4-4436-991F-26DB3D340E98}"/>
              </a:ext>
            </a:extLst>
          </p:cNvPr>
          <p:cNvSpPr>
            <a:spLocks noGrp="1"/>
          </p:cNvSpPr>
          <p:nvPr/>
        </p:nvSpPr>
        <p:spPr>
          <a:xfrm>
            <a:off x="6486525" y="2438400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475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m</a:t>
            </a:r>
            <a:r>
              <a:rPr sz="1881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new</a:t>
            </a:r>
            <a:r>
              <a:rPr sz="247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 = d m</a:t>
            </a:r>
            <a:r>
              <a:rPr sz="1881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old</a:t>
            </a:r>
          </a:p>
        </p:txBody>
      </p:sp>
      <p:sp>
        <p:nvSpPr>
          <p:cNvPr id="13" name="">
            <a:extLst>
              <a:ext uri="{FF2B5EF4-FFF2-40B4-BE49-F238E27FC236}">
                <ns2:creationId id="{D7B9B704-2E20-4DE2-9466-79974C912D1E}"/>
              </a:ext>
            </a:extLst>
          </p:cNvPr>
          <p:cNvSpPr>
            <a:spLocks noGrp="1"/>
          </p:cNvSpPr>
          <p:nvPr/>
        </p:nvSpPr>
        <p:spPr>
          <a:xfrm>
            <a:off x="7715250" y="2962275"/>
            <a:ext cx="3867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325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− τ(1 − d)αG</a:t>
            </a:r>
            <a:r>
              <a:rPr sz="1767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new</a:t>
            </a:r>
          </a:p>
        </p:txBody>
      </p:sp>
      <p:sp>
        <p:nvSpPr>
          <p:cNvPr id="14" name="">
            <a:extLst>
              <a:ext uri="{FF2B5EF4-FFF2-40B4-BE49-F238E27FC236}">
                <ns2:creationId id="{0F0E38DC-6A5D-445D-88E0-FC4D6EF23DD7}"/>
              </a:ext>
            </a:extLst>
          </p:cNvPr>
          <p:cNvSpPr>
            <a:spLocks noGrp="1"/>
          </p:cNvSpPr>
          <p:nvPr/>
        </p:nvSpPr>
        <p:spPr>
          <a:xfrm>
            <a:off x="6486525" y="3629025"/>
            <a:ext cx="509587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d = exp(−Δt/τ): retained fraction</a:t>
            </a:r>
          </a:p>
          <a:p>
            <a: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G: axial concentration gradient</a:t>
            </a:r>
          </a:p>
        </p:txBody>
      </p:sp>
      <p:sp>
        <p:nvSpPr>
          <p:cNvPr id="15" name="">
            <a:extLst>
              <a:ext uri="{FF2B5EF4-FFF2-40B4-BE49-F238E27FC236}">
                <ns2:creationId id="{F4D3166F-819B-46F4-9E8A-EB91BDDF57B9}"/>
              </a:ext>
            </a:extLst>
          </p:cNvPr>
          <p:cNvSpPr>
            <a:spLocks noGrp="1"/>
          </p:cNvSpPr>
          <p:nvPr/>
        </p:nvSpPr>
        <p:spPr>
          <a:xfrm>
            <a:off x="6486525" y="4676775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3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J</a:t>
            </a:r>
            <a:r>
              <a:rPr sz="1767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memory</a:t>
            </a:r>
            <a:r>
              <a: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= A(α</a:t>
            </a:r>
            <a:r>
              <a:rPr sz="1767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1</a:t>
            </a:r>
            <a:r>
              <a: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m</a:t>
            </a:r>
            <a:r>
              <a:rPr sz="1767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1</a:t>
            </a:r>
            <a:r>
              <a: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+ α</a:t>
            </a:r>
            <a:r>
              <a:rPr sz="1767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2</a:t>
            </a:r>
            <a:r>
              <a: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m</a:t>
            </a:r>
            <a:r>
              <a:rPr sz="1767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2</a:t>
            </a:r>
            <a:r>
              <a:rPr sz="23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)</a:t>
            </a:r>
          </a:p>
        </p:txBody>
      </p:sp>
      <p:sp>
        <p:nvSpPr>
          <p:cNvPr id="16" name="">
            <a:extLst>
              <a:ext uri="{FF2B5EF4-FFF2-40B4-BE49-F238E27FC236}">
                <ns2:creationId id="{D42B4ADF-0758-4205-95C2-728BB2EC7A06}"/>
              </a:ext>
            </a:extLst>
          </p:cNvPr>
          <p:cNvSpPr>
            <a:spLocks noGrp="1"/>
          </p:cNvSpPr>
          <p:nvPr/>
        </p:nvSpPr>
        <p:spPr>
          <a:xfrm>
            <a:off x="6486525" y="5476875"/>
            <a:ext cx="5095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Add this flux to advection and diffusion.</a:t>
            </a:r>
          </a:p>
        </p:txBody>
      </p:sp>
      <p:cxnSp>
        <p:nvCxnSpPr>
          <p:cNvPr id="17" name="">
            <a:extLst>
              <a:ext uri="{FF2B5EF4-FFF2-40B4-BE49-F238E27FC236}">
                <ns2:creationId id="{0C6A8A43-FF46-4960-8944-ECD5FB20CC2E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18" name="">
            <a:extLst>
              <a:ext uri="{FF2B5EF4-FFF2-40B4-BE49-F238E27FC236}">
                <ns2:creationId id="{6C7DC087-2E64-47D4-B342-23EAA4A58426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Teaching curves. 3 / 7 vessels use local memory recurrence. The single-vessel model also advects memory.</a:t>
            </a:r>
          </a:p>
        </p:txBody>
      </p:sp>
    </p:spTree>
    <p:extLst>
      <p:ext uri="{BB962C8B-B14F-4D97-AF65-F5344CB8AC3E}">
        <ns5:creationId val="976108619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8" name="">
            <a:extLst>
              <a:ext uri="{FF2B5EF4-FFF2-40B4-BE49-F238E27FC236}">
                <ns2:creationId id="{EE3A5F70-BE93-4761-AAAA-4BE768EBA928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2" name="">
            <a:extLst>
              <a:ext uri="{FF2B5EF4-FFF2-40B4-BE49-F238E27FC236}">
                <ns2:creationId id="{64060AE0-9C89-475A-9036-8468D83CE05F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REACTION AND PREDICTION</a:t>
            </a:r>
          </a:p>
        </p:txBody>
      </p:sp>
      <p:sp>
        <p:nvSpPr>
          <p:cNvPr id="3" name="">
            <a:extLst>
              <a:ext uri="{FF2B5EF4-FFF2-40B4-BE49-F238E27FC236}">
                <ns2:creationId id="{EA3942A9-1BE5-4D29-A0AC-0E8A9F6BEF7B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Reaction correction and the complete prediction</a:t>
            </a:r>
          </a:p>
        </p:txBody>
      </p:sp>
      <p:sp>
        <p:nvSpPr>
          <p:cNvPr id="4" name="">
            <a:extLst>
              <a:ext uri="{FF2B5EF4-FFF2-40B4-BE49-F238E27FC236}">
                <ns2:creationId id="{40589876-03FC-498C-96D2-EDEE7955B7DA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Ten reaction features use predicted Th/Fg, gradients, blood flow and recent history.</a:t>
            </a:r>
          </a:p>
        </p:txBody>
      </p:sp>
      <p:sp>
        <p:nvSpPr>
          <p:cNvPr id="5" name="">
            <a:extLst>
              <a:ext uri="{FF2B5EF4-FFF2-40B4-BE49-F238E27FC236}">
                <ns2:creationId id="{3E4EEADA-C40E-41EF-B857-D59E1055C04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6810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625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κ = exp[0.25 tanh(z)]</a:t>
            </a:r>
          </a:p>
        </p:txBody>
      </p:sp>
      <p:sp>
        <p:nvSpPr>
          <p:cNvPr id="6" name="">
            <a:extLst>
              <a:ext uri="{FF2B5EF4-FFF2-40B4-BE49-F238E27FC236}">
                <ns2:creationId id="{D6F9A48F-7D8D-45B3-924D-8A4A61EDF90B}"/>
              </a:ext>
            </a:extLst>
          </p:cNvPr>
          <p:cNvSpPr>
            <a:spLocks noGrp="1"/>
          </p:cNvSpPr>
          <p:nvPr/>
        </p:nvSpPr>
        <p:spPr>
          <a:xfrm>
            <a:off x="8439150" y="1600200"/>
            <a:ext cx="314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8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R = 2κhg</a:t>
            </a:r>
          </a:p>
        </p:txBody>
      </p:sp>
      <p:sp>
        <p:nvSpPr>
          <p:cNvPr id="7" name="">
            <a:extLst>
              <a:ext uri="{FF2B5EF4-FFF2-40B4-BE49-F238E27FC236}">
                <ns2:creationId id="{B2AAE3A0-05C4-4C70-8C93-D015F7E54B2B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z: raw network output. κ is positive, about 0.78–1.28. κ = 1 gives C0.</a:t>
            </a:r>
          </a:p>
        </p:txBody>
      </p:sp>
      <p:sp>
        <p:nvSpPr>
          <p:cNvPr id="8" name="">
            <a:extLst>
              <a:ext uri="{FF2B5EF4-FFF2-40B4-BE49-F238E27FC236}">
                <ns2:creationId id="{78F8EB96-CC37-409A-8BFB-52EE367B151C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68758C"/>
                </a:solidFill>
                <a:latin typeface="Inter"/>
                <a:ea typeface="Inter"/>
                <a:cs typeface="Inter"/>
              </a:rPr>
              <a:t>FIRST PASS: obtain the state needed by the reaction network</a:t>
            </a:r>
          </a:p>
        </p:txBody>
      </p:sp>
      <p:sp>
        <p:nvSpPr>
          <p:cNvPr id="9" name="">
            <a:extLst>
              <a:ext uri="{FF2B5EF4-FFF2-40B4-BE49-F238E27FC236}">
                <ns2:creationId id="{5A0DA0D4-EB0C-45B5-AB6B-9C4A52001AD0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3143250" cy="885825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10" name="">
            <a:extLst>
              <a:ext uri="{FF2B5EF4-FFF2-40B4-BE49-F238E27FC236}">
                <ns2:creationId id="{60F2522D-B75F-4D26-A81B-D5822B55FBB4}"/>
              </a:ext>
            </a:extLst>
          </p:cNvPr>
          <p:cNvSpPr>
            <a:spLocks noGrp="1"/>
          </p:cNvSpPr>
          <p:nvPr/>
        </p:nvSpPr>
        <p:spPr>
          <a:xfrm>
            <a:off x="723900" y="3362325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Transport GNN</a:t>
            </a:r>
          </a:p>
        </p:txBody>
      </p:sp>
      <p:sp>
        <p:nvSpPr>
          <p:cNvPr id="11" name="">
            <a:extLst>
              <a:ext uri="{FF2B5EF4-FFF2-40B4-BE49-F238E27FC236}">
                <ns2:creationId id="{0836B9EC-C1D3-4D8D-8B7A-ECFBAEB1A3E2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2914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Blood and geometry give α, τ</a:t>
            </a:r>
          </a:p>
        </p:txBody>
      </p:sp>
      <p:sp>
        <p:nvSpPr>
          <p:cNvPr id="12" name="">
            <a:extLst>
              <a:ext uri="{FF2B5EF4-FFF2-40B4-BE49-F238E27FC236}">
                <ns2:creationId id="{902DE8EF-FF66-41C4-B271-7A5F2EBA21EF}"/>
              </a:ext>
            </a:extLst>
          </p:cNvPr>
          <p:cNvSpPr>
            <a:spLocks noGrp="1"/>
          </p:cNvSpPr>
          <p:nvPr/>
        </p:nvSpPr>
        <p:spPr>
          <a:xfrm>
            <a:off x="4524375" y="3286125"/>
            <a:ext cx="3143250" cy="88582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3" name="">
            <a:extLst>
              <a:ext uri="{FF2B5EF4-FFF2-40B4-BE49-F238E27FC236}">
                <ns2:creationId id="{9BE398A4-88F5-41FB-ACF9-7BE8116F4535}"/>
              </a:ext>
            </a:extLst>
          </p:cNvPr>
          <p:cNvSpPr>
            <a:spLocks noGrp="1"/>
          </p:cNvSpPr>
          <p:nvPr/>
        </p:nvSpPr>
        <p:spPr>
          <a:xfrm>
            <a:off x="4638675" y="3362325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Predictor solve</a:t>
            </a:r>
          </a:p>
        </p:txBody>
      </p:sp>
      <p:sp>
        <p:nvSpPr>
          <p:cNvPr id="14" name="">
            <a:extLst>
              <a:ext uri="{FF2B5EF4-FFF2-40B4-BE49-F238E27FC236}">
                <ns2:creationId id="{307B1CA3-82FB-4672-A9CA-E7F4ABBE8689}"/>
              </a:ext>
            </a:extLst>
          </p:cNvPr>
          <p:cNvSpPr>
            <a:spLocks noGrp="1"/>
          </p:cNvSpPr>
          <p:nvPr/>
        </p:nvSpPr>
        <p:spPr>
          <a:xfrm>
            <a:off x="4638675" y="3714750"/>
            <a:ext cx="2914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Transport correction, κ = 1</a:t>
            </a:r>
          </a:p>
        </p:txBody>
      </p:sp>
      <p:sp>
        <p:nvSpPr>
          <p:cNvPr id="15" name="">
            <a:extLst>
              <a:ext uri="{FF2B5EF4-FFF2-40B4-BE49-F238E27FC236}">
                <ns2:creationId id="{289AEC06-973E-4B47-A343-7DB6CDF7BEA1}"/>
              </a:ext>
            </a:extLst>
          </p:cNvPr>
          <p:cNvSpPr>
            <a:spLocks noGrp="1"/>
          </p:cNvSpPr>
          <p:nvPr/>
        </p:nvSpPr>
        <p:spPr>
          <a:xfrm>
            <a:off x="8439150" y="3286125"/>
            <a:ext cx="3143250" cy="88582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6" name="">
            <a:extLst>
              <a:ext uri="{FF2B5EF4-FFF2-40B4-BE49-F238E27FC236}">
                <ns2:creationId id="{CC34C4F8-88C6-4AE4-9B67-6E4E7CFB533F}"/>
              </a:ext>
            </a:extLst>
          </p:cNvPr>
          <p:cNvSpPr>
            <a:spLocks noGrp="1"/>
          </p:cNvSpPr>
          <p:nvPr/>
        </p:nvSpPr>
        <p:spPr>
          <a:xfrm>
            <a:off x="8553450" y="3362325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Predicted state</a:t>
            </a:r>
          </a:p>
        </p:txBody>
      </p:sp>
      <p:sp>
        <p:nvSpPr>
          <p:cNvPr id="17" name="">
            <a:extLst>
              <a:ext uri="{FF2B5EF4-FFF2-40B4-BE49-F238E27FC236}">
                <ns2:creationId id="{7486677B-1126-4FB7-A1F7-E750C501DFEB}"/>
              </a:ext>
            </a:extLst>
          </p:cNvPr>
          <p:cNvSpPr>
            <a:spLocks noGrp="1"/>
          </p:cNvSpPr>
          <p:nvPr/>
        </p:nvSpPr>
        <p:spPr>
          <a:xfrm>
            <a:off x="8553450" y="3714750"/>
            <a:ext cx="2914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Th, Fg and their gradients</a:t>
            </a:r>
          </a:p>
        </p:txBody>
      </p:sp>
      <p:cxnSp>
        <p:nvCxnSpPr>
          <p:cNvPr id="18" name="">
            <a:extLst>
              <a:ext uri="{FF2B5EF4-FFF2-40B4-BE49-F238E27FC236}">
                <ns2:creationId id="{A5D1C473-A167-4BC0-BDE1-D92A5ACB1905}"/>
              </a:ext>
            </a:extLst>
          </p:cNvPr>
          <p:cNvCxnSpPr/>
          <p:nvPr/>
        </p:nvCxnSpPr>
        <p:spPr>
          <a:xfrm flipV="0">
            <a:off x="3876675" y="3724275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19" name="">
            <a:extLst>
              <a:ext uri="{FF2B5EF4-FFF2-40B4-BE49-F238E27FC236}">
                <ns2:creationId id="{1C0748CF-3DA7-425D-8CD8-02EEE7805BE0}"/>
              </a:ext>
            </a:extLst>
          </p:cNvPr>
          <p:cNvCxnSpPr/>
          <p:nvPr/>
        </p:nvCxnSpPr>
        <p:spPr>
          <a:xfrm flipV="0">
            <a:off x="7791450" y="3724275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20" name="">
            <a:extLst>
              <a:ext uri="{FF2B5EF4-FFF2-40B4-BE49-F238E27FC236}">
                <ns2:creationId id="{001497F5-F54B-4209-876B-C21A05EA47EE}"/>
              </a:ext>
            </a:extLst>
          </p:cNvPr>
          <p:cNvCxnSpPr/>
          <p:nvPr/>
        </p:nvCxnSpPr>
        <p:spPr>
          <a:xfrm flipV="0">
            <a:off x="10010775" y="4276725"/>
            <a:ext cx="0" cy="238125"/>
          </a:xfrm>
          <a:prstGeom prst="straightConnector1">
            <a:avLst/>
          </a:prstGeom>
          <a:ln w="15240">
            <a:solidFill>
              <a:srgbClr val="68758C"/>
            </a:solidFill>
            <a:prstDash val="solid"/>
          </a:ln>
        </p:spPr>
      </p:cxnSp>
      <p:cxnSp>
        <p:nvCxnSpPr>
          <p:cNvPr id="21" name="">
            <a:extLst>
              <a:ext uri="{FF2B5EF4-FFF2-40B4-BE49-F238E27FC236}">
                <ns2:creationId id="{FCFD2603-360A-4D47-BF2D-D35E782E8BE9}"/>
              </a:ext>
            </a:extLst>
          </p:cNvPr>
          <p:cNvCxnSpPr/>
          <p:nvPr/>
        </p:nvCxnSpPr>
        <p:spPr>
          <a:xfrm flipV="0">
            <a:off x="409575" y="4514850"/>
            <a:ext cx="9601200" cy="0"/>
          </a:xfrm>
          <a:prstGeom prst="straightConnector1">
            <a:avLst/>
          </a:prstGeom>
          <a:ln w="15240">
            <a:solidFill>
              <a:srgbClr val="68758C"/>
            </a:solidFill>
            <a:prstDash val="solid"/>
          </a:ln>
        </p:spPr>
      </p:cxnSp>
      <p:cxnSp>
        <p:nvCxnSpPr>
          <p:cNvPr id="22" name="">
            <a:extLst>
              <a:ext uri="{FF2B5EF4-FFF2-40B4-BE49-F238E27FC236}">
                <ns2:creationId id="{00DF17E4-1778-490D-ACAF-293F918FED71}"/>
              </a:ext>
            </a:extLst>
          </p:cNvPr>
          <p:cNvCxnSpPr/>
          <p:nvPr/>
        </p:nvCxnSpPr>
        <p:spPr>
          <a:xfrm flipV="0">
            <a:off x="409575" y="4514850"/>
            <a:ext cx="0" cy="1123950"/>
          </a:xfrm>
          <a:prstGeom prst="straightConnector1">
            <a:avLst/>
          </a:prstGeom>
          <a:ln w="15240">
            <a:solidFill>
              <a:srgbClr val="68758C"/>
            </a:solidFill>
            <a:prstDash val="solid"/>
          </a:ln>
        </p:spPr>
      </p:cxnSp>
      <p:cxnSp>
        <p:nvCxnSpPr>
          <p:cNvPr id="23" name="">
            <a:extLst>
              <a:ext uri="{FF2B5EF4-FFF2-40B4-BE49-F238E27FC236}">
                <ns2:creationId id="{12F82432-2E7A-4FB8-94CB-01D127EFD315}"/>
              </a:ext>
            </a:extLst>
          </p:cNvPr>
          <p:cNvCxnSpPr/>
          <p:nvPr/>
        </p:nvCxnSpPr>
        <p:spPr>
          <a:xfrm flipV="0">
            <a:off x="409575" y="5638800"/>
            <a:ext cx="114300" cy="0"/>
          </a:xfrm>
          <a:prstGeom prst="straightConnector1">
            <a:avLst/>
          </a:prstGeom>
          <a:ln w="15240">
            <a:solidFill>
              <a:srgbClr val="68758C"/>
            </a:solidFill>
            <a:tailEnd type="triangle" w="sm" len="sm"/>
          </a:ln>
        </p:spPr>
      </p:cxnSp>
      <p:sp>
        <p:nvSpPr>
          <p:cNvPr id="24" name="">
            <a:extLst>
              <a:ext uri="{FF2B5EF4-FFF2-40B4-BE49-F238E27FC236}">
                <ns2:creationId id="{A4FB67E6-A377-4EAD-812F-EEFF1D89734A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68758C"/>
                </a:solidFill>
                <a:latin typeface="Inter"/>
                <a:ea typeface="Inter"/>
                <a:cs typeface="Inter"/>
              </a:rPr>
              <a:t>SECOND PASS: use the learned reaction rate</a:t>
            </a:r>
          </a:p>
        </p:txBody>
      </p:sp>
      <p:sp>
        <p:nvSpPr>
          <p:cNvPr id="25" name="">
            <a:extLst>
              <a:ext uri="{FF2B5EF4-FFF2-40B4-BE49-F238E27FC236}">
                <ns2:creationId id="{1A8D9A9B-C470-485B-AC97-1B8F07C786B6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3143250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26" name="">
            <a:extLst>
              <a:ext uri="{FF2B5EF4-FFF2-40B4-BE49-F238E27FC236}">
                <ns2:creationId id="{2B6F502F-B2E5-4F95-A8DD-6E359D8193DE}"/>
              </a:ext>
            </a:extLst>
          </p:cNvPr>
          <p:cNvSpPr>
            <a:spLocks noGrp="1"/>
          </p:cNvSpPr>
          <p:nvPr/>
        </p:nvSpPr>
        <p:spPr>
          <a:xfrm>
            <a:off x="723900" y="52768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Reaction GNN</a:t>
            </a:r>
          </a:p>
        </p:txBody>
      </p:sp>
      <p:sp>
        <p:nvSpPr>
          <p:cNvPr id="27" name="">
            <a:extLst>
              <a:ext uri="{FF2B5EF4-FFF2-40B4-BE49-F238E27FC236}">
                <ns2:creationId id="{002AAB1C-45A8-4257-A93F-1F22C44D8C94}"/>
              </a:ext>
            </a:extLst>
          </p:cNvPr>
          <p:cNvSpPr>
            <a:spLocks noGrp="1"/>
          </p:cNvSpPr>
          <p:nvPr/>
        </p:nvSpPr>
        <p:spPr>
          <a:xfrm>
            <a:off x="723900" y="5629275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Predicted features give κ</a:t>
            </a:r>
          </a:p>
        </p:txBody>
      </p:sp>
      <p:sp>
        <p:nvSpPr>
          <p:cNvPr id="28" name="">
            <a:extLst>
              <a:ext uri="{FF2B5EF4-FFF2-40B4-BE49-F238E27FC236}">
                <ns2:creationId id="{9570B0AC-2A7C-4023-8DD6-37916CE177B7}"/>
              </a:ext>
            </a:extLst>
          </p:cNvPr>
          <p:cNvSpPr>
            <a:spLocks noGrp="1"/>
          </p:cNvSpPr>
          <p:nvPr/>
        </p:nvSpPr>
        <p:spPr>
          <a:xfrm>
            <a:off x="4524375" y="5200650"/>
            <a:ext cx="3143250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29" name="">
            <a:extLst>
              <a:ext uri="{FF2B5EF4-FFF2-40B4-BE49-F238E27FC236}">
                <ns2:creationId id="{B555DBCC-58C1-4E0D-85F4-34DCBB5E0599}"/>
              </a:ext>
            </a:extLst>
          </p:cNvPr>
          <p:cNvSpPr>
            <a:spLocks noGrp="1"/>
          </p:cNvSpPr>
          <p:nvPr/>
        </p:nvSpPr>
        <p:spPr>
          <a:xfrm>
            <a:off x="4638675" y="52768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Corrected solve</a:t>
            </a:r>
          </a:p>
        </p:txBody>
      </p:sp>
      <p:sp>
        <p:nvSpPr>
          <p:cNvPr id="30" name="">
            <a:extLst>
              <a:ext uri="{FF2B5EF4-FFF2-40B4-BE49-F238E27FC236}">
                <ns2:creationId id="{64D882CC-2123-49ED-80AC-839B44C42F3B}"/>
              </a:ext>
            </a:extLst>
          </p:cNvPr>
          <p:cNvSpPr>
            <a:spLocks noGrp="1"/>
          </p:cNvSpPr>
          <p:nvPr/>
        </p:nvSpPr>
        <p:spPr>
          <a:xfrm>
            <a:off x="4638675" y="5629275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Transport and reaction closures</a:t>
            </a:r>
          </a:p>
        </p:txBody>
      </p:sp>
      <p:sp>
        <p:nvSpPr>
          <p:cNvPr id="31" name="">
            <a:extLst>
              <a:ext uri="{FF2B5EF4-FFF2-40B4-BE49-F238E27FC236}">
                <ns2:creationId id="{950246B6-B0A9-4014-90F9-C66FF7D1C9D1}"/>
              </a:ext>
            </a:extLst>
          </p:cNvPr>
          <p:cNvSpPr>
            <a:spLocks noGrp="1"/>
          </p:cNvSpPr>
          <p:nvPr/>
        </p:nvSpPr>
        <p:spPr>
          <a:xfrm>
            <a:off x="8439150" y="5200650"/>
            <a:ext cx="3143250" cy="876300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32" name="">
            <a:extLst>
              <a:ext uri="{FF2B5EF4-FFF2-40B4-BE49-F238E27FC236}">
                <ns2:creationId id="{34D7CA99-CF5C-4611-AC89-6861FB455C39}"/>
              </a:ext>
            </a:extLst>
          </p:cNvPr>
          <p:cNvSpPr>
            <a:spLocks noGrp="1"/>
          </p:cNvSpPr>
          <p:nvPr/>
        </p:nvSpPr>
        <p:spPr>
          <a:xfrm>
            <a:off x="8553450" y="52768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Final concentrations</a:t>
            </a:r>
          </a:p>
        </p:txBody>
      </p:sp>
      <p:sp>
        <p:nvSpPr>
          <p:cNvPr id="33" name="">
            <a:extLst>
              <a:ext uri="{FF2B5EF4-FFF2-40B4-BE49-F238E27FC236}">
                <ns2:creationId id="{74F8D9A1-B574-4E0A-9CFE-C3F7B8B47205}"/>
              </a:ext>
            </a:extLst>
          </p:cNvPr>
          <p:cNvSpPr>
            <a:spLocks noGrp="1"/>
          </p:cNvSpPr>
          <p:nvPr/>
        </p:nvSpPr>
        <p:spPr>
          <a:xfrm>
            <a:off x="8553450" y="5629275"/>
            <a:ext cx="2914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 / Fg / Fn over space and time</a:t>
            </a:r>
          </a:p>
        </p:txBody>
      </p:sp>
      <p:cxnSp>
        <p:nvCxnSpPr>
          <p:cNvPr id="34" name="">
            <a:extLst>
              <a:ext uri="{FF2B5EF4-FFF2-40B4-BE49-F238E27FC236}">
                <ns2:creationId id="{02DAEE87-B6F2-4B4E-91DB-A95629FDA6A1}"/>
              </a:ext>
            </a:extLst>
          </p:cNvPr>
          <p:cNvCxnSpPr/>
          <p:nvPr/>
        </p:nvCxnSpPr>
        <p:spPr>
          <a:xfrm flipV="0">
            <a:off x="3876675" y="563880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35" name="">
            <a:extLst>
              <a:ext uri="{FF2B5EF4-FFF2-40B4-BE49-F238E27FC236}">
                <ns2:creationId id="{AD3D1AE6-FB06-4839-80A8-07D37DB99E85}"/>
              </a:ext>
            </a:extLst>
          </p:cNvPr>
          <p:cNvCxnSpPr/>
          <p:nvPr/>
        </p:nvCxnSpPr>
        <p:spPr>
          <a:xfrm flipV="0">
            <a:off x="7791450" y="5638800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36" name="">
            <a:extLst>
              <a:ext uri="{FF2B5EF4-FFF2-40B4-BE49-F238E27FC236}">
                <ns2:creationId id="{F8DB96E3-5B4F-484F-831A-EBEEEEDCDA62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37" name="">
            <a:extLst>
              <a:ext uri="{FF2B5EF4-FFF2-40B4-BE49-F238E27FC236}">
                <ns2:creationId id="{4C39FB07-8714-47A1-ABC7-EFE2479D7D65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κ &lt; 1 weakens reaction, κ &gt; 1 strengthens it. The same corrected rate removes Fg and adds Fn.</a:t>
            </a:r>
          </a:p>
        </p:txBody>
      </p:sp>
    </p:spTree>
    <p:extLst>
      <p:ext uri="{BB962C8B-B14F-4D97-AF65-F5344CB8AC3E}">
        <ns3:creationId val="866341807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">
            <a:extLst>
              <a:ext uri="{FF2B5EF4-FFF2-40B4-BE49-F238E27FC236}">
                <ns2:creationId id="{CB56E8DD-CEFF-4359-96B0-A544F96502AD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2" name="">
            <a:extLst>
              <a:ext uri="{FF2B5EF4-FFF2-40B4-BE49-F238E27FC236}">
                <ns2:creationId id="{C56C113D-A8DC-4713-B474-9692B2BDCBFD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TRAINING</a:t>
            </a:r>
          </a:p>
        </p:txBody>
      </p:sp>
      <p:sp>
        <p:nvSpPr>
          <p:cNvPr id="3" name="">
            <a:extLst>
              <a:ext uri="{FF2B5EF4-FFF2-40B4-BE49-F238E27FC236}">
                <ns2:creationId id="{D225603A-D3CB-4FBB-B7FA-24199C242869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Training: weights, losses and update counts</a:t>
            </a:r>
          </a:p>
        </p:txBody>
      </p:sp>
      <p:sp>
        <p:nvSpPr>
          <p:cNvPr id="4" name="">
            <a:extLst>
              <a:ext uri="{FF2B5EF4-FFF2-40B4-BE49-F238E27FC236}">
                <ns2:creationId id="{F4EE34F3-9510-4836-887C-B4E0AB887555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Known inlets and CFD targets train θ. Validation selects checkpoints. Test cases assess the final choice.</a:t>
            </a:r>
          </a:p>
        </p:txBody>
      </p:sp>
      <p:sp>
        <p:nvSpPr>
          <p:cNvPr id="5" name="">
            <a:extLst>
              <a:ext uri="{FF2B5EF4-FFF2-40B4-BE49-F238E27FC236}">
                <ns2:creationId id="{8D70FA31-05EE-4349-8BA2-0C78262AC1B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524250" cy="82867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6" name="">
            <a:extLst>
              <a:ext uri="{FF2B5EF4-FFF2-40B4-BE49-F238E27FC236}">
                <ns2:creationId id="{754CD4EB-E670-4A91-9C99-347C8FE5CD6C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Known training cases</a:t>
            </a:r>
          </a:p>
        </p:txBody>
      </p:sp>
      <p:sp>
        <p:nvSpPr>
          <p:cNvPr id="7" name="">
            <a:extLst>
              <a:ext uri="{FF2B5EF4-FFF2-40B4-BE49-F238E27FC236}">
                <ns2:creationId id="{6F3EAA4A-8F0A-40E7-9D06-84E7F4216A33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3295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Inlets and CFD targets</a:t>
            </a:r>
          </a:p>
        </p:txBody>
      </p:sp>
      <p:cxnSp>
        <p:nvCxnSpPr>
          <p:cNvPr id="8" name="">
            <a:extLst>
              <a:ext uri="{FF2B5EF4-FFF2-40B4-BE49-F238E27FC236}">
                <ns2:creationId id="{8D67B19A-3087-408C-8A62-77EE7BD3F9E0}"/>
              </a:ext>
            </a:extLst>
          </p:cNvPr>
          <p:cNvCxnSpPr/>
          <p:nvPr/>
        </p:nvCxnSpPr>
        <p:spPr>
          <a:xfrm flipV="0">
            <a:off x="2371725" y="2533650"/>
            <a:ext cx="0" cy="238125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sp>
        <p:nvSpPr>
          <p:cNvPr id="9" name="">
            <a:extLst>
              <a:ext uri="{FF2B5EF4-FFF2-40B4-BE49-F238E27FC236}">
                <ns2:creationId id="{0531B34F-6912-4AD8-82F8-1FA400A510CB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3524250" cy="828675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10" name="">
            <a:extLst>
              <a:ext uri="{FF2B5EF4-FFF2-40B4-BE49-F238E27FC236}">
                <ns2:creationId id="{BADD2140-6FF2-49EB-8F78-C742D486CA37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Model with weights θ</a:t>
            </a:r>
          </a:p>
        </p:txBody>
      </p:sp>
      <p:sp>
        <p:nvSpPr>
          <p:cNvPr id="11" name="">
            <a:extLst>
              <a:ext uri="{FF2B5EF4-FFF2-40B4-BE49-F238E27FC236}">
                <ns2:creationId id="{D672D0DE-0E65-4995-87B9-C4EEE801C91E}"/>
              </a:ext>
            </a:extLst>
          </p:cNvPr>
          <p:cNvSpPr>
            <a:spLocks noGrp="1"/>
          </p:cNvSpPr>
          <p:nvPr/>
        </p:nvSpPr>
        <p:spPr>
          <a:xfrm>
            <a:off x="723900" y="3324225"/>
            <a:ext cx="3295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Compare predictions with targets</a:t>
            </a:r>
          </a:p>
        </p:txBody>
      </p:sp>
      <p:cxnSp>
        <p:nvCxnSpPr>
          <p:cNvPr id="12" name="">
            <a:extLst>
              <a:ext uri="{FF2B5EF4-FFF2-40B4-BE49-F238E27FC236}">
                <ns2:creationId id="{7D62F5BD-FD7B-4D06-8CAF-05BC337332D6}"/>
              </a:ext>
            </a:extLst>
          </p:cNvPr>
          <p:cNvCxnSpPr/>
          <p:nvPr/>
        </p:nvCxnSpPr>
        <p:spPr>
          <a:xfrm flipV="0">
            <a:off x="4229100" y="3314700"/>
            <a:ext cx="276225" cy="0"/>
          </a:xfrm>
          <a:prstGeom prst="straightConnector1">
            <a:avLst/>
          </a:prstGeom>
          <a:ln w="16193">
            <a:solidFill>
              <a:srgbClr val="2864B4"/>
            </a:solidFill>
            <a:prstDash val="solid"/>
          </a:ln>
        </p:spPr>
      </p:cxnSp>
      <p:cxnSp>
        <p:nvCxnSpPr>
          <p:cNvPr id="13" name="">
            <a:extLst>
              <a:ext uri="{FF2B5EF4-FFF2-40B4-BE49-F238E27FC236}">
                <ns2:creationId id="{6C69793C-1638-4C82-AD63-A0BC98A8D22C}"/>
              </a:ext>
            </a:extLst>
          </p:cNvPr>
          <p:cNvCxnSpPr/>
          <p:nvPr/>
        </p:nvCxnSpPr>
        <p:spPr>
          <a:xfrm flipV="0">
            <a:off x="4505325" y="3314700"/>
            <a:ext cx="0" cy="866775"/>
          </a:xfrm>
          <a:prstGeom prst="straightConnector1">
            <a:avLst/>
          </a:prstGeom>
          <a:ln w="16193">
            <a:solidFill>
              <a:srgbClr val="2864B4"/>
            </a:solidFill>
            <a:prstDash val="solid"/>
          </a:ln>
        </p:spPr>
      </p:cxnSp>
      <p:cxnSp>
        <p:nvCxnSpPr>
          <p:cNvPr id="14" name="">
            <a:extLst>
              <a:ext uri="{FF2B5EF4-FFF2-40B4-BE49-F238E27FC236}">
                <ns2:creationId id="{B6B98E1B-4ABB-4EF4-96FC-0483489D3F1B}"/>
              </a:ext>
            </a:extLst>
          </p:cNvPr>
          <p:cNvCxnSpPr/>
          <p:nvPr/>
        </p:nvCxnSpPr>
        <p:spPr>
          <a:xfrm flipV="0">
            <a:off x="2371725" y="4181475"/>
            <a:ext cx="2133600" cy="0"/>
          </a:xfrm>
          <a:prstGeom prst="straightConnector1">
            <a:avLst/>
          </a:prstGeom>
          <a:ln w="16193">
            <a:solidFill>
              <a:srgbClr val="2864B4"/>
            </a:solidFill>
            <a:prstDash val="solid"/>
          </a:ln>
        </p:spPr>
      </p:cxnSp>
      <p:cxnSp>
        <p:nvCxnSpPr>
          <p:cNvPr id="15" name="">
            <a:extLst>
              <a:ext uri="{FF2B5EF4-FFF2-40B4-BE49-F238E27FC236}">
                <ns2:creationId id="{222E3C2A-1D74-4F0F-B305-D3EA2345606E}"/>
              </a:ext>
            </a:extLst>
          </p:cNvPr>
          <p:cNvCxnSpPr/>
          <p:nvPr/>
        </p:nvCxnSpPr>
        <p:spPr>
          <a:xfrm flipV="1">
            <a:off x="2371725" y="3838575"/>
            <a:ext cx="0" cy="342900"/>
          </a:xfrm>
          <a:prstGeom prst="straightConnector1">
            <a:avLst/>
          </a:prstGeom>
          <a:ln w="16193">
            <a:solidFill>
              <a:srgbClr val="2864B4"/>
            </a:solidFill>
            <a:tailEnd type="triangle" w="sm" len="sm"/>
          </a:ln>
        </p:spPr>
      </p:cxnSp>
      <p:sp>
        <p:nvSpPr>
          <p:cNvPr id="16" name="">
            <a:extLst>
              <a:ext uri="{FF2B5EF4-FFF2-40B4-BE49-F238E27FC236}">
                <ns2:creationId id="{3B33BEBF-9827-4914-906F-47653E58F722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38957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Loss drives updates of θ</a:t>
            </a:r>
          </a:p>
        </p:txBody>
      </p:sp>
      <p:sp>
        <p:nvSpPr>
          <p:cNvPr id="17" name="">
            <a:extLst>
              <a:ext uri="{FF2B5EF4-FFF2-40B4-BE49-F238E27FC236}">
                <ns2:creationId id="{5F52D292-076C-4C9F-8C57-EC53A1357745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38957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Train transport</a:t>
            </a:r>
          </a:p>
          <a:p>
            <a: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Select and freeze transport</a:t>
            </a:r>
          </a:p>
          <a:p>
            <a:pPr algn="l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Train reaction</a:t>
            </a:r>
          </a:p>
        </p:txBody>
      </p:sp>
      <p:sp>
        <p:nvSpPr>
          <p:cNvPr id="18" name="">
            <a:extLst>
              <a:ext uri="{FF2B5EF4-FFF2-40B4-BE49-F238E27FC236}">
                <ns2:creationId id="{40CBC390-EB04-44CC-B39C-EE0ABD401B04}"/>
              </a:ext>
            </a:extLst>
          </p:cNvPr>
          <p:cNvSpPr>
            <a:spLocks noGrp="1"/>
          </p:cNvSpPr>
          <p:nvPr/>
        </p:nvSpPr>
        <p:spPr>
          <a:xfrm>
            <a:off x="5048250" y="1619250"/>
            <a:ext cx="6534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Three / seven: normalised physical-target losses</a:t>
            </a:r>
          </a:p>
        </p:txBody>
      </p:sp>
      <p:sp>
        <p:nvSpPr>
          <p:cNvPr id="19" name="">
            <a:extLst>
              <a:ext uri="{FF2B5EF4-FFF2-40B4-BE49-F238E27FC236}">
                <ns2:creationId id="{71B31C45-9739-4C5F-8909-F2B03ACF46A2}"/>
              </a:ext>
            </a:extLst>
          </p:cNvPr>
          <p:cNvSpPr>
            <a:spLocks noGrp="1"/>
          </p:cNvSpPr>
          <p:nvPr/>
        </p:nvSpPr>
        <p:spPr>
          <a:xfrm>
            <a:off x="5048250" y="2038350"/>
            <a:ext cx="653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L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flux</a:t>
            </a: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= MSE(J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θ</a:t>
            </a: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,J*)/S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J</a:t>
            </a:r>
          </a:p>
        </p:txBody>
      </p:sp>
      <p:sp>
        <p:nvSpPr>
          <p:cNvPr id="20" name="">
            <a:extLst>
              <a:ext uri="{FF2B5EF4-FFF2-40B4-BE49-F238E27FC236}">
                <ns2:creationId id="{F57E1048-1079-4331-98EE-CCD20F2E6E66}"/>
              </a:ext>
            </a:extLst>
          </p:cNvPr>
          <p:cNvSpPr>
            <a:spLocks noGrp="1"/>
          </p:cNvSpPr>
          <p:nvPr/>
        </p:nvSpPr>
        <p:spPr>
          <a:xfrm>
            <a:off x="5048250" y="2466975"/>
            <a:ext cx="653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L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rate</a:t>
            </a: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= MSE(R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θ</a:t>
            </a:r>
            <a:r>
              <a:rPr sz="202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,R*)/S</a:t>
            </a:r>
            <a:r>
              <a:rPr sz="1539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R</a:t>
            </a:r>
          </a:p>
        </p:txBody>
      </p:sp>
      <p:sp>
        <p:nvSpPr>
          <p:cNvPr id="21" name="">
            <a:extLst>
              <a:ext uri="{FF2B5EF4-FFF2-40B4-BE49-F238E27FC236}">
                <ns2:creationId id="{3DAAEB90-8220-4918-97DD-46ECEDF357CB}"/>
              </a:ext>
            </a:extLst>
          </p:cNvPr>
          <p:cNvSpPr>
            <a:spLocks noGrp="1"/>
          </p:cNvSpPr>
          <p:nvPr/>
        </p:nvSpPr>
        <p:spPr>
          <a:xfrm>
            <a:off x="5048250" y="2905125"/>
            <a:ext cx="653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J: extra flux. R: rate. *: reference. S: reference mean-square scale.</a:t>
            </a:r>
          </a:p>
        </p:txBody>
      </p:sp>
      <p:sp>
        <p:nvSpPr>
          <p:cNvPr id="22" name="">
            <a:extLst>
              <a:ext uri="{FF2B5EF4-FFF2-40B4-BE49-F238E27FC236}">
                <ns2:creationId id="{16D32D3B-367B-4490-B402-2F8916A5FDBF}"/>
              </a:ext>
            </a:extLst>
          </p:cNvPr>
          <p:cNvSpPr>
            <a:spLocks noGrp="1"/>
          </p:cNvSpPr>
          <p:nvPr/>
        </p:nvSpPr>
        <p:spPr>
          <a:xfrm>
            <a:off x="5048250" y="3505200"/>
            <a:ext cx="6534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Single: concentration and reaction objectives</a:t>
            </a:r>
          </a:p>
        </p:txBody>
      </p:sp>
      <p:sp>
        <p:nvSpPr>
          <p:cNvPr id="23" name="">
            <a:extLst>
              <a:ext uri="{FF2B5EF4-FFF2-40B4-BE49-F238E27FC236}">
                <ns2:creationId id="{1249694A-13D9-41E2-8960-97D52C33C921}"/>
              </a:ext>
            </a:extLst>
          </p:cNvPr>
          <p:cNvSpPr>
            <a:spLocks noGrp="1"/>
          </p:cNvSpPr>
          <p:nvPr/>
        </p:nvSpPr>
        <p:spPr>
          <a:xfrm>
            <a:off x="5048250" y="3924300"/>
            <a:ext cx="6534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18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L</a:t>
            </a:r>
            <a:r>
              <a:rPr sz="1425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transport</a:t>
            </a:r>
            <a:r>
              <a: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=E</a:t>
            </a:r>
            <a:r>
              <a:rPr sz="1425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curve</a:t>
            </a:r>
            <a:r>
              <a: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    L</a:t>
            </a:r>
            <a:r>
              <a:rPr sz="1425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reaction</a:t>
            </a:r>
            <a:r>
              <a: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=E</a:t>
            </a:r>
            <a:r>
              <a:rPr sz="1425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curve</a:t>
            </a:r>
            <a:r>
              <a:rPr sz="18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+wE</a:t>
            </a:r>
            <a:r>
              <a:rPr sz="1425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rate</a:t>
            </a:r>
          </a:p>
        </p:txBody>
      </p:sp>
      <p:sp>
        <p:nvSpPr>
          <p:cNvPr id="24" name="">
            <a:extLst>
              <a:ext uri="{FF2B5EF4-FFF2-40B4-BE49-F238E27FC236}">
                <ns2:creationId id="{AA7FE8E6-1236-4F4C-91A1-9315BAB365AB}"/>
              </a:ext>
            </a:extLst>
          </p:cNvPr>
          <p:cNvSpPr>
            <a:spLocks noGrp="1"/>
          </p:cNvSpPr>
          <p:nvPr/>
        </p:nvSpPr>
        <p:spPr>
          <a:xfrm>
            <a:off x="5048250" y="4381500"/>
            <a:ext cx="653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Curve: Th/Fg/Fn for transport, Fg/Fn for reaction.</a:t>
            </a:r>
          </a:p>
          <a:p>
            <a:pPr algn="l">
              <a:defRPr sz="150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Rate: reaction-rate error. w: validation-selected balance.</a:t>
            </a:r>
          </a:p>
        </p:txBody>
      </p:sp>
      <p:graphicFrame>
        <p:nvGraphicFramePr>
          <p:cNvPr id="25" name="">
            <a:extLst>
              <a:ext uri="{FF2B5EF4-FFF2-40B4-BE49-F238E27FC236}">
                <ns2:creationId id="{CCABB1E9-DAB3-49EE-8DA0-D9C4C043FF12}"/>
              </a:ext>
            </a:extLst>
          </p:cNvPr>
          <p:cNvGraphicFramePr/>
          <p:nvPr/>
        </p:nvGraphicFramePr>
        <p:xfrm>
          <a:off x="5048250" y="4876800"/>
          <a:ext cx="6534150" cy="1238250"/>
        </p:xfrm>
        <a:graphic>
          <a:graphicData uri="http://schemas.openxmlformats.org/drawingml/2006/table">
            <a:tbl>
              <a:tblPr/>
              <a:tblGrid>
                <a:gridCol w="4762500"/>
                <a:gridCol w="1771650"/>
              </a:tblGrid>
              <a:tr h="309563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500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Training stage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500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Updates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500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Single transport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5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1,500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500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Single rate pretrain + mixed refine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5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1,000 + 500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500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Three / seven: each head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50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3,000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6" name="">
            <a:extLst>
              <a:ext uri="{FF2B5EF4-FFF2-40B4-BE49-F238E27FC236}">
                <ns2:creationId id="{C97B6C44-CF16-4E9A-8AC3-3203336C683B}"/>
              </a:ext>
            </a:extLst>
          </p:cNvPr>
          <p:cNvCxnSpPr/>
          <p:nvPr/>
        </p:nvCxnSpPr>
        <p:spPr>
          <a:xfrm flipV="0">
            <a:off x="5048250" y="5186363"/>
            <a:ext cx="6534150" cy="0"/>
          </a:xfrm>
          <a:prstGeom prst="straightConnector1">
            <a:avLst/>
          </a:prstGeom>
          <a:ln w="13335">
            <a:solidFill>
              <a:srgbClr val="E3E8F0"/>
            </a:solidFill>
            <a:prstDash val="solid"/>
          </a:ln>
        </p:spPr>
      </p:cxnSp>
      <p:cxnSp>
        <p:nvCxnSpPr>
          <p:cNvPr id="27" name="">
            <a:extLst>
              <a:ext uri="{FF2B5EF4-FFF2-40B4-BE49-F238E27FC236}">
                <ns2:creationId id="{32AE0B58-10CB-4321-B8D8-C2F127953B40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28" name="">
            <a:extLst>
              <a:ext uri="{FF2B5EF4-FFF2-40B4-BE49-F238E27FC236}">
                <ns2:creationId id="{A8ACBC77-47A6-4CBD-A433-2191814453F1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MSE averages squared differences. Seeds 42 / 43 / 44. Single reaction weights: 0.03 / 0.3 / 3.</a:t>
            </a:r>
          </a:p>
        </p:txBody>
      </p:sp>
    </p:spTree>
    <p:extLst>
      <p:ext uri="{BB962C8B-B14F-4D97-AF65-F5344CB8AC3E}">
        <ns3:creationId val="147375711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7" name="">
            <a:extLst>
              <a:ext uri="{FF2B5EF4-FFF2-40B4-BE49-F238E27FC236}">
                <ns2:creationId id="{F02A551E-D924-4583-9B79-1AE27F4D41DA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2" name="">
            <a:extLst>
              <a:ext uri="{FF2B5EF4-FFF2-40B4-BE49-F238E27FC236}">
                <ns2:creationId id="{718D1566-9863-4AD0-B2EE-B8682BE1370A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INLET RECOVERY</a:t>
            </a:r>
          </a:p>
        </p:txBody>
      </p:sp>
      <p:sp>
        <p:nvSpPr>
          <p:cNvPr id="3" name="">
            <a:extLst>
              <a:ext uri="{FF2B5EF4-FFF2-40B4-BE49-F238E27FC236}">
                <ns2:creationId id="{1A921DDA-D62B-4A26-A8A1-26BCD856EF57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Sparse inversion adjusts the inlet, with fixed weights</a:t>
            </a:r>
          </a:p>
        </p:txBody>
      </p:sp>
      <p:sp>
        <p:nvSpPr>
          <p:cNvPr id="4" name="">
            <a:extLst>
              <a:ext uri="{FF2B5EF4-FFF2-40B4-BE49-F238E27FC236}">
                <ns2:creationId id="{76FB320B-0FCF-4139-B21D-2C0F36123657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Observe Th/Fg at 1, 2 or 3 sites. Each site supplies 24 times × 2 species = 48 noisy values.</a:t>
            </a:r>
          </a:p>
        </p:txBody>
      </p:sp>
      <p:sp>
        <p:nvSpPr>
          <p:cNvPr id="5" name="">
            <a:extLst>
              <a:ext uri="{FF2B5EF4-FFF2-40B4-BE49-F238E27FC236}">
                <ns2:creationId id="{D5837FE8-2470-4882-98F3-037C70529B0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143250" cy="866775"/>
          </a:xfrm>
          <a:prstGeom prst="rect">
            <a:avLst/>
          </a:prstGeom>
          <a:solidFill>
            <a:srgbClr val="FFFFFF"/>
          </a:solidFill>
          <a:ln w="13335">
            <a:solidFill>
              <a:srgbClr val="2864B4"/>
            </a:solidFill>
          </a:ln>
        </p:spPr>
      </p:sp>
      <p:sp>
        <p:nvSpPr>
          <p:cNvPr id="6" name="">
            <a:extLst>
              <a:ext uri="{FF2B5EF4-FFF2-40B4-BE49-F238E27FC236}">
                <ns2:creationId id="{881ABC5A-911C-46B4-939B-B543AC128EB8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Guess inlet a(t)</a:t>
            </a:r>
          </a:p>
        </p:txBody>
      </p:sp>
      <p:sp>
        <p:nvSpPr>
          <p:cNvPr id="7" name="">
            <a:extLst>
              <a:ext uri="{FF2B5EF4-FFF2-40B4-BE49-F238E27FC236}">
                <ns2:creationId id="{A8715371-73BA-4A4E-B83C-9CE90927956C}"/>
              </a:ext>
            </a:extLst>
          </p:cNvPr>
          <p:cNvSpPr>
            <a:spLocks noGrp="1"/>
          </p:cNvSpPr>
          <p:nvPr/>
        </p:nvSpPr>
        <p:spPr>
          <a:xfrm>
            <a:off x="723900" y="2047875"/>
            <a:ext cx="29146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7 adjustable amplitudes</a:t>
            </a:r>
          </a:p>
        </p:txBody>
      </p:sp>
      <p:sp>
        <p:nvSpPr>
          <p:cNvPr id="8" name="">
            <a:extLst>
              <a:ext uri="{FF2B5EF4-FFF2-40B4-BE49-F238E27FC236}">
                <ns2:creationId id="{F5578B40-C643-4A33-B483-4177C500C243}"/>
              </a:ext>
            </a:extLst>
          </p:cNvPr>
          <p:cNvSpPr>
            <a:spLocks noGrp="1"/>
          </p:cNvSpPr>
          <p:nvPr/>
        </p:nvSpPr>
        <p:spPr>
          <a:xfrm>
            <a:off x="4524375" y="1619250"/>
            <a:ext cx="3143250" cy="86677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9" name="">
            <a:extLst>
              <a:ext uri="{FF2B5EF4-FFF2-40B4-BE49-F238E27FC236}">
                <ns2:creationId id="{D765A6A7-C26D-4DD2-86E2-F8FB4815DA74}"/>
              </a:ext>
            </a:extLst>
          </p:cNvPr>
          <p:cNvSpPr>
            <a:spLocks noGrp="1"/>
          </p:cNvSpPr>
          <p:nvPr/>
        </p:nvSpPr>
        <p:spPr>
          <a:xfrm>
            <a:off x="4638675" y="16954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Run fixed model</a:t>
            </a:r>
          </a:p>
        </p:txBody>
      </p:sp>
      <p:sp>
        <p:nvSpPr>
          <p:cNvPr id="10" name="">
            <a:extLst>
              <a:ext uri="{FF2B5EF4-FFF2-40B4-BE49-F238E27FC236}">
                <ns2:creationId id="{29A128FD-B2F6-44F6-9C99-30B7FC077CA3}"/>
              </a:ext>
            </a:extLst>
          </p:cNvPr>
          <p:cNvSpPr>
            <a:spLocks noGrp="1"/>
          </p:cNvSpPr>
          <p:nvPr/>
        </p:nvSpPr>
        <p:spPr>
          <a:xfrm>
            <a:off x="4638675" y="2047875"/>
            <a:ext cx="29146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Neural + solver, or C0</a:t>
            </a:r>
          </a:p>
        </p:txBody>
      </p:sp>
      <p:sp>
        <p:nvSpPr>
          <p:cNvPr id="11" name="">
            <a:extLst>
              <a:ext uri="{FF2B5EF4-FFF2-40B4-BE49-F238E27FC236}">
                <ns2:creationId id="{CDB29F4F-66FF-417D-9759-9E74A9E12A43}"/>
              </a:ext>
            </a:extLst>
          </p:cNvPr>
          <p:cNvSpPr>
            <a:spLocks noGrp="1"/>
          </p:cNvSpPr>
          <p:nvPr/>
        </p:nvSpPr>
        <p:spPr>
          <a:xfrm>
            <a:off x="8439150" y="1619250"/>
            <a:ext cx="3143250" cy="866775"/>
          </a:xfrm>
          <a:prstGeom prst="rect">
            <a:avLst/>
          </a:prstGeom>
          <a:solidFill>
            <a:srgbClr val="FFFFFF"/>
          </a:solidFill>
          <a:ln w="13335">
            <a:solidFill>
              <a:srgbClr val="1B2840"/>
            </a:solidFill>
          </a:ln>
        </p:spPr>
      </p:sp>
      <p:sp>
        <p:nvSpPr>
          <p:cNvPr id="12" name="">
            <a:extLst>
              <a:ext uri="{FF2B5EF4-FFF2-40B4-BE49-F238E27FC236}">
                <ns2:creationId id="{A98382DD-D4A2-4CB3-A16F-41D5EB1D7F03}"/>
              </a:ext>
            </a:extLst>
          </p:cNvPr>
          <p:cNvSpPr>
            <a:spLocks noGrp="1"/>
          </p:cNvSpPr>
          <p:nvPr/>
        </p:nvSpPr>
        <p:spPr>
          <a:xfrm>
            <a:off x="8553450" y="1695450"/>
            <a:ext cx="2914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00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Compare at sensors</a:t>
            </a:r>
          </a:p>
        </p:txBody>
      </p:sp>
      <p:sp>
        <p:nvSpPr>
          <p:cNvPr id="13" name="">
            <a:extLst>
              <a:ext uri="{FF2B5EF4-FFF2-40B4-BE49-F238E27FC236}">
                <ns2:creationId id="{BF0A8CEA-05B1-4653-A9E0-991473E96E1F}"/>
              </a:ext>
            </a:extLst>
          </p:cNvPr>
          <p:cNvSpPr>
            <a:spLocks noGrp="1"/>
          </p:cNvSpPr>
          <p:nvPr/>
        </p:nvSpPr>
        <p:spPr>
          <a:xfrm>
            <a:off x="8553450" y="2047875"/>
            <a:ext cx="29146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Predicted versus observed Th/Fg</a:t>
            </a:r>
          </a:p>
        </p:txBody>
      </p:sp>
      <p:cxnSp>
        <p:nvCxnSpPr>
          <p:cNvPr id="14" name="">
            <a:extLst>
              <a:ext uri="{FF2B5EF4-FFF2-40B4-BE49-F238E27FC236}">
                <ns2:creationId id="{2F9382A7-EC80-41FE-847B-02CA7F0AF215}"/>
              </a:ext>
            </a:extLst>
          </p:cNvPr>
          <p:cNvCxnSpPr/>
          <p:nvPr/>
        </p:nvCxnSpPr>
        <p:spPr>
          <a:xfrm flipV="0">
            <a:off x="3876675" y="2047875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15" name="">
            <a:extLst>
              <a:ext uri="{FF2B5EF4-FFF2-40B4-BE49-F238E27FC236}">
                <ns2:creationId id="{D02E921A-C5D7-4EFA-B437-1307194C7FF5}"/>
              </a:ext>
            </a:extLst>
          </p:cNvPr>
          <p:cNvCxnSpPr/>
          <p:nvPr/>
        </p:nvCxnSpPr>
        <p:spPr>
          <a:xfrm flipV="0">
            <a:off x="7791450" y="2047875"/>
            <a:ext cx="523875" cy="0"/>
          </a:xfrm>
          <a:prstGeom prst="straightConnector1">
            <a:avLst/>
          </a:prstGeom>
          <a:ln w="19050">
            <a:solidFill>
              <a:srgbClr val="68758C"/>
            </a:solidFill>
            <a:tailEnd type="triangle" w="sm" len="sm"/>
          </a:ln>
        </p:spPr>
      </p:cxnSp>
      <p:cxnSp>
        <p:nvCxnSpPr>
          <p:cNvPr id="16" name="">
            <a:extLst>
              <a:ext uri="{FF2B5EF4-FFF2-40B4-BE49-F238E27FC236}">
                <ns2:creationId id="{C3D844F9-6F82-4240-A182-E613857D27DD}"/>
              </a:ext>
            </a:extLst>
          </p:cNvPr>
          <p:cNvCxnSpPr/>
          <p:nvPr/>
        </p:nvCxnSpPr>
        <p:spPr>
          <a:xfrm flipV="0">
            <a:off x="10010775" y="2590800"/>
            <a:ext cx="0" cy="285750"/>
          </a:xfrm>
          <a:prstGeom prst="straightConnector1">
            <a:avLst/>
          </a:prstGeom>
          <a:ln w="17145">
            <a:solidFill>
              <a:srgbClr val="2864B4"/>
            </a:solidFill>
            <a:prstDash val="solid"/>
          </a:ln>
        </p:spPr>
      </p:cxnSp>
      <p:cxnSp>
        <p:nvCxnSpPr>
          <p:cNvPr id="17" name="">
            <a:extLst>
              <a:ext uri="{FF2B5EF4-FFF2-40B4-BE49-F238E27FC236}">
                <ns2:creationId id="{020B64CC-0FE3-4DCF-936E-FB44A9A736F7}"/>
              </a:ext>
            </a:extLst>
          </p:cNvPr>
          <p:cNvCxnSpPr/>
          <p:nvPr/>
        </p:nvCxnSpPr>
        <p:spPr>
          <a:xfrm flipV="0">
            <a:off x="2181225" y="2876550"/>
            <a:ext cx="7829550" cy="0"/>
          </a:xfrm>
          <a:prstGeom prst="straightConnector1">
            <a:avLst/>
          </a:prstGeom>
          <a:ln w="17145">
            <a:solidFill>
              <a:srgbClr val="2864B4"/>
            </a:solidFill>
            <a:prstDash val="solid"/>
          </a:ln>
        </p:spPr>
      </p:cxnSp>
      <p:cxnSp>
        <p:nvCxnSpPr>
          <p:cNvPr id="18" name="">
            <a:extLst>
              <a:ext uri="{FF2B5EF4-FFF2-40B4-BE49-F238E27FC236}">
                <ns2:creationId id="{AF8B1388-DCA3-4327-ACB3-B3B7C9EFBE58}"/>
              </a:ext>
            </a:extLst>
          </p:cNvPr>
          <p:cNvCxnSpPr/>
          <p:nvPr/>
        </p:nvCxnSpPr>
        <p:spPr>
          <a:xfrm flipV="1">
            <a:off x="2181225" y="2590800"/>
            <a:ext cx="0" cy="285750"/>
          </a:xfrm>
          <a:prstGeom prst="straightConnector1">
            <a:avLst/>
          </a:prstGeom>
          <a:ln w="17145">
            <a:solidFill>
              <a:srgbClr val="2864B4"/>
            </a:solidFill>
            <a:tailEnd type="triangle" w="sm" len="sm"/>
          </a:ln>
        </p:spPr>
      </p:cxnSp>
      <p:sp>
        <p:nvSpPr>
          <p:cNvPr id="19" name="">
            <a:extLst>
              <a:ext uri="{FF2B5EF4-FFF2-40B4-BE49-F238E27FC236}">
                <ns2:creationId id="{1D6EDC1D-FBD9-4FEB-A884-679203320BA8}"/>
              </a:ext>
            </a:extLst>
          </p:cNvPr>
          <p:cNvSpPr>
            <a:spLocks noGrp="1"/>
          </p:cNvSpPr>
          <p:nvPr/>
        </p:nvSpPr>
        <p:spPr>
          <a:xfrm>
            <a:off x="3190875" y="3009900"/>
            <a:ext cx="83915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Update the inlet a. Keep network weights θ fixed.</a:t>
            </a:r>
          </a:p>
        </p:txBody>
      </p:sp>
      <p:sp>
        <p:nvSpPr>
          <p:cNvPr id="20" name="">
            <a:extLst>
              <a:ext uri="{FF2B5EF4-FFF2-40B4-BE49-F238E27FC236}">
                <ns2:creationId id="{C9C77B1B-7347-4936-927D-08084ED5E9A9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55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min</a:t>
            </a:r>
            <a:r>
              <a:rPr sz="1938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a</a:t>
            </a:r>
            <a:r>
              <a: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[ E</a:t>
            </a:r>
            <a:r>
              <a:rPr sz="1938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data</a:t>
            </a:r>
            <a:r>
              <a: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(a) + λE</a:t>
            </a:r>
            <a:r>
              <a:rPr sz="1938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smooth</a:t>
            </a:r>
            <a:r>
              <a:rPr sz="255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(a) ]</a:t>
            </a:r>
          </a:p>
        </p:txBody>
      </p:sp>
      <p:sp>
        <p:nvSpPr>
          <p:cNvPr id="21" name="">
            <a:extLst>
              <a:ext uri="{FF2B5EF4-FFF2-40B4-BE49-F238E27FC236}">
                <ns2:creationId id="{B70E8724-9648-4DA2-AF53-CEAEAE66F1CB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5381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0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E</a:t>
            </a:r>
            <a:r>
              <a:rPr sz="1596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data</a:t>
            </a:r>
            <a:r>
              <a: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 = ‖ŷ(a) − y</a:t>
            </a:r>
            <a:r>
              <a:rPr sz="1596" b="0" baseline="-2500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obs</a:t>
            </a:r>
            <a:r>
              <a:rPr sz="2100" b="0">
                <a:solidFill>
                  <a:srgbClr val="2864B4"/>
                </a:solidFill>
                <a:latin typeface="TeX Gyre Pagella"/>
                <a:ea typeface="TeX Gyre Pagella"/>
                <a:cs typeface="TeX Gyre Pagella"/>
              </a:rPr>
              <a:t>‖² / (48s)</a:t>
            </a:r>
          </a:p>
        </p:txBody>
      </p:sp>
      <p:sp>
        <p:nvSpPr>
          <p:cNvPr id="22" name="">
            <a:extLst>
              <a:ext uri="{FF2B5EF4-FFF2-40B4-BE49-F238E27FC236}">
                <ns2:creationId id="{6ED3293C-6EE8-46BA-B676-BAFBEE1A886E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5381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ŷ: predicted sensor values. y</a:t>
            </a:r>
            <a:r>
              <a:rPr sz="1311" b="0" baseline="-25000">
                <a:solidFill>
                  <a:srgbClr val="68758C"/>
                </a:solidFill>
                <a:latin typeface="Inter"/>
                <a:ea typeface="Inter"/>
                <a:cs typeface="Inter"/>
              </a:rPr>
              <a:t>obs</a:t>
            </a: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: observations.</a:t>
            </a:r>
          </a:p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s: number of sites.</a:t>
            </a:r>
          </a:p>
        </p:txBody>
      </p:sp>
      <p:sp>
        <p:nvSpPr>
          <p:cNvPr id="23" name="">
            <a:extLst>
              <a:ext uri="{FF2B5EF4-FFF2-40B4-BE49-F238E27FC236}">
                <ns2:creationId id="{16E905D5-B9EF-424A-ACDC-66A7971E8462}"/>
              </a:ext>
            </a:extLst>
          </p:cNvPr>
          <p:cNvSpPr>
            <a:spLocks noGrp="1"/>
          </p:cNvSpPr>
          <p:nvPr/>
        </p:nvSpPr>
        <p:spPr>
          <a:xfrm>
            <a:off x="6762750" y="4410075"/>
            <a:ext cx="48196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7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E</a:t>
            </a:r>
            <a:r>
              <a:rPr sz="1653" b="0" baseline="-2500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smooth</a:t>
            </a:r>
            <a:r>
              <a:rPr sz="2175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 = ‖La‖² / 5</a:t>
            </a:r>
          </a:p>
        </p:txBody>
      </p:sp>
      <p:sp>
        <p:nvSpPr>
          <p:cNvPr id="24" name="">
            <a:extLst>
              <a:ext uri="{FF2B5EF4-FFF2-40B4-BE49-F238E27FC236}">
                <ns2:creationId id="{190EEE7E-F970-4FA1-B8DF-66FB5CD0BDAC}"/>
              </a:ext>
            </a:extLst>
          </p:cNvPr>
          <p:cNvSpPr>
            <a:spLocks noGrp="1"/>
          </p:cNvSpPr>
          <p:nvPr/>
        </p:nvSpPr>
        <p:spPr>
          <a:xfrm>
            <a:off x="6762750" y="5133975"/>
            <a:ext cx="48196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La: five changes in inlet slope.</a:t>
            </a:r>
          </a:p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Larger λ favours a smoother inlet.</a:t>
            </a:r>
          </a:p>
        </p:txBody>
      </p:sp>
      <p:cxnSp>
        <p:nvCxnSpPr>
          <p:cNvPr id="25" name="">
            <a:extLst>
              <a:ext uri="{FF2B5EF4-FFF2-40B4-BE49-F238E27FC236}">
                <ns2:creationId id="{88EF9999-2B58-4D0F-AFAE-FF3CA6751BA3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26" name="">
            <a:extLst>
              <a:ext uri="{FF2B5EF4-FFF2-40B4-BE49-F238E27FC236}">
                <ns2:creationId id="{2AF1041F-462E-41C5-B0BB-625C69B744AB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Each method chooses λ on validation and fixes it for testing. Fn stays hidden and is evaluated afterwards.</a:t>
            </a:r>
          </a:p>
        </p:txBody>
      </p:sp>
    </p:spTree>
    <p:extLst>
      <p:ext uri="{BB962C8B-B14F-4D97-AF65-F5344CB8AC3E}">
        <ns3:creationId val="1127325774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1DF2C5E9-DA07-4323-9791-EB1B6CDBF1BD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2" name="">
            <a:extLst>
              <a:ext uri="{FF2B5EF4-FFF2-40B4-BE49-F238E27FC236}">
                <ns2:creationId id="{5C85486D-81BB-461C-AC7A-BDCD282C9D39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FAIR EVALUATION</a:t>
            </a:r>
          </a:p>
        </p:txBody>
      </p:sp>
      <p:sp>
        <p:nvSpPr>
          <p:cNvPr id="3" name="">
            <a:extLst>
              <a:ext uri="{FF2B5EF4-FFF2-40B4-BE49-F238E27FC236}">
                <ns2:creationId id="{8AA45DD2-4EF6-4FC4-A9C3-24A6C0C4EDB4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Evaluation protocol</a:t>
            </a:r>
          </a:p>
        </p:txBody>
      </p:sp>
      <p:sp>
        <p:nvSpPr>
          <p:cNvPr id="4" name="">
            <a:extLst>
              <a:ext uri="{FF2B5EF4-FFF2-40B4-BE49-F238E27FC236}">
                <ns2:creationId id="{51D1E474-9963-44EC-8C02-A11A5B887F49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C0 and the neural candidate face the same test cases and inverse observations.</a:t>
            </a:r>
          </a:p>
        </p:txBody>
      </p:sp>
      <p:sp>
        <p:nvSpPr>
          <p:cNvPr id="5" name="">
            <a:extLst>
              <a:ext uri="{FF2B5EF4-FFF2-40B4-BE49-F238E27FC236}">
                <ns2:creationId id="{F3516E06-C68B-42B0-A73A-2DE55BEE529D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Shared inputs and inverse rules</a:t>
            </a:r>
          </a:p>
        </p:txBody>
      </p:sp>
      <p:sp>
        <p:nvSpPr>
          <p:cNvPr id="6" name="">
            <a:extLst>
              <a:ext uri="{FF2B5EF4-FFF2-40B4-BE49-F238E27FC236}">
                <ns2:creationId id="{A447B3BB-2E2A-40EC-8451-B4AFE891B4E0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Same blood, observation sites, noise and inlet bounds</a:t>
            </a:r>
          </a:p>
        </p:txBody>
      </p:sp>
      <p:sp>
        <p:nvSpPr>
          <p:cNvPr id="7" name="">
            <a:extLst>
              <a:ext uri="{FF2B5EF4-FFF2-40B4-BE49-F238E27FC236}">
                <ns2:creationId id="{74749C66-C9E3-4571-BEA5-CFFB71F7A679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Same 3 starting rules. Each method tunes smoothing on validation.</a:t>
            </a:r>
          </a:p>
        </p:txBody>
      </p:sp>
      <p:cxnSp>
        <p:nvCxnSpPr>
          <p:cNvPr id="8" name="">
            <a:extLst>
              <a:ext uri="{FF2B5EF4-FFF2-40B4-BE49-F238E27FC236}">
                <ns2:creationId id="{EB983ECC-277A-47C3-8066-E0279B08883D}"/>
              </a:ext>
            </a:extLst>
          </p:cNvPr>
          <p:cNvCxnSpPr/>
          <p:nvPr/>
        </p:nvCxnSpPr>
        <p:spPr>
          <a:xfrm flipV="0">
            <a:off x="609600" y="3895725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9" name="">
            <a:extLst>
              <a:ext uri="{FF2B5EF4-FFF2-40B4-BE49-F238E27FC236}">
                <ns2:creationId id="{04C0D56B-5001-4A49-A7B4-7F76F82C9E92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What an error percentage means</a:t>
            </a:r>
          </a:p>
        </p:txBody>
      </p:sp>
      <p:sp>
        <p:nvSpPr>
          <p:cNvPr id="10" name="">
            <a:extLst>
              <a:ext uri="{FF2B5EF4-FFF2-40B4-BE49-F238E27FC236}">
                <ns2:creationId id="{18ACD2F6-5A6B-48A4-91D5-17BC971AA6F0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defPPr>
            <a:lvl1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1pPr>
            <a:lvl2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2pPr>
            <a:lvl3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3pPr>
            <a:lvl4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4pPr>
            <a:lvl5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5pPr>
            <a:lvl6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6pPr>
            <a:lvl7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7pPr>
            <a:lvl8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8pPr>
            <a:lvl9pPr algn="l">
              <a:def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defRPr>
            </a:lvl9pPr>
          </a:lstStyle>
          <a:p>
            <a:pPr algn="l">
              <a:defRPr sz="21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B2840"/>
                </a:solidFill>
                <a:latin typeface="TeX Gyre Pagella"/>
                <a:ea typeface="TeX Gyre Pagella"/>
                <a:cs typeface="TeX Gyre Pagella"/>
              </a:rPr>
              <a:t>Relative L₂ error = size of prediction error / size of reference × 100%</a:t>
            </a:r>
          </a:p>
        </p:txBody>
      </p:sp>
      <p:sp>
        <p:nvSpPr>
          <p:cNvPr id="11" name="">
            <a:extLst>
              <a:ext uri="{FF2B5EF4-FFF2-40B4-BE49-F238E27FC236}">
                <ns2:creationId id="{328F1B55-5B46-4B6F-8F11-2EABA8008BE1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0% means an exact match. Lower is better.</a:t>
            </a:r>
          </a:p>
        </p:txBody>
      </p:sp>
      <p:cxnSp>
        <p:nvCxnSpPr>
          <p:cNvPr id="12" name="">
            <a:extLst>
              <a:ext uri="{FF2B5EF4-FFF2-40B4-BE49-F238E27FC236}">
                <ns2:creationId id="{0E153776-6DBD-4F1E-9A80-52BEB7C72BB6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13" name="">
            <a:extLst>
              <a:ext uri="{FF2B5EF4-FFF2-40B4-BE49-F238E27FC236}">
                <ns2:creationId id="{C09364F6-2AF7-4FC9-ADE7-499BE513300D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Average over 32 test cases. Score inlet to 0.82 s and concentrations to 1.23 s.</a:t>
            </a:r>
          </a:p>
        </p:txBody>
      </p:sp>
    </p:spTree>
    <p:extLst>
      <p:ext uri="{BB962C8B-B14F-4D97-AF65-F5344CB8AC3E}">
        <ns3:creationId val="339758849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EE2350D-FFA7-4597-BE2D-73DDDC446AF7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2" name="">
            <a:extLst>
              <a:ext uri="{FF2B5EF4-FFF2-40B4-BE49-F238E27FC236}">
                <ns2:creationId id="{0FD9A1F1-EF78-4EA4-8C7F-BDF27AA98A86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FORWARD RESULTS</a:t>
            </a:r>
          </a:p>
        </p:txBody>
      </p:sp>
      <p:sp>
        <p:nvSpPr>
          <p:cNvPr id="3" name="">
            <a:extLst>
              <a:ext uri="{FF2B5EF4-FFF2-40B4-BE49-F238E27FC236}">
                <ns2:creationId id="{26781FF0-FE36-4534-8DAD-D9FA18B13B8B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Prediction accuracy when the inlet is known</a:t>
            </a:r>
          </a:p>
        </p:txBody>
      </p:sp>
      <p:sp>
        <p:nvSpPr>
          <p:cNvPr id="4" name="">
            <a:extLst>
              <a:ext uri="{FF2B5EF4-FFF2-40B4-BE49-F238E27FC236}">
                <ns2:creationId id="{B15CC0D6-EB6F-48C9-9322-E7C4CEC25E60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Mean relative L₂ error (%) over 32 unseen inlet cases per topology.</a:t>
            </a:r>
          </a:p>
        </p:txBody>
      </p:sp>
      <p:sp>
        <p:nvSpPr>
          <p:cNvPr id="5" name="">
            <a:extLst>
              <a:ext uri="{FF2B5EF4-FFF2-40B4-BE49-F238E27FC236}">
                <ns2:creationId id="{E2CE572C-E1D9-48FB-A472-7D3650F83661}"/>
              </a:ext>
            </a:extLst>
          </p:cNvPr>
          <p:cNvSpPr>
            <a:spLocks noGrp="1"/>
          </p:cNvSpPr>
          <p:nvPr/>
        </p:nvSpPr>
        <p:spPr>
          <a:xfrm>
            <a:off x="609600" y="1914525"/>
            <a:ext cx="32480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Each entry compares</a:t>
            </a:r>
          </a:p>
        </p:txBody>
      </p:sp>
      <p:sp>
        <p:nvSpPr>
          <p:cNvPr id="6" name="">
            <a:extLst>
              <a:ext uri="{FF2B5EF4-FFF2-40B4-BE49-F238E27FC236}">
                <ns2:creationId id="{FD365EF0-B9E4-4C69-A5E4-D1D8783AD8EB}"/>
              </a:ext>
            </a:extLst>
          </p:cNvPr>
          <p:cNvSpPr>
            <a:spLocks noGrp="1"/>
          </p:cNvSpPr>
          <p:nvPr/>
        </p:nvSpPr>
        <p:spPr>
          <a:xfrm>
            <a:off x="3943350" y="1914525"/>
            <a:ext cx="6953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C0</a:t>
            </a:r>
          </a:p>
        </p:txBody>
      </p:sp>
      <p:sp>
        <p:nvSpPr>
          <p:cNvPr id="7" name="">
            <a:extLst>
              <a:ext uri="{FF2B5EF4-FFF2-40B4-BE49-F238E27FC236}">
                <ns2:creationId id="{249E4F92-2AB9-435D-8728-821312AB46AC}"/>
              </a:ext>
            </a:extLst>
          </p:cNvPr>
          <p:cNvSpPr>
            <a:spLocks noGrp="1"/>
          </p:cNvSpPr>
          <p:nvPr/>
        </p:nvSpPr>
        <p:spPr>
          <a:xfrm>
            <a:off x="4762500" y="1914525"/>
            <a:ext cx="476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8" name="">
            <a:extLst>
              <a:ext uri="{FF2B5EF4-FFF2-40B4-BE49-F238E27FC236}">
                <ns2:creationId id="{38C16960-95EF-4078-9052-DA16D25E0A07}"/>
              </a:ext>
            </a:extLst>
          </p:cNvPr>
          <p:cNvSpPr>
            <a:spLocks noGrp="1"/>
          </p:cNvSpPr>
          <p:nvPr/>
        </p:nvSpPr>
        <p:spPr>
          <a:xfrm>
            <a:off x="5391150" y="1914525"/>
            <a:ext cx="1905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950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ADF27DD8-6778-485D-9DD4-12C90C9E92E6}"/>
              </a:ext>
            </a:extLst>
          </p:cNvPr>
          <p:cNvGraphicFramePr/>
          <p:nvPr/>
        </p:nvGraphicFramePr>
        <p:xfrm>
          <a:off x="609600" y="2676525"/>
          <a:ext cx="10972800" cy="2409825"/>
        </p:xfrm>
        <a:graphic>
          <a:graphicData uri="http://schemas.openxmlformats.org/drawingml/2006/table">
            <a:tbl>
              <a:tblPr/>
              <a:tblGrid>
                <a:gridCol w="3143250"/>
                <a:gridCol w="2609850"/>
                <a:gridCol w="2609850"/>
                <a:gridCol w="2609850"/>
              </a:tblGrid>
              <a:tr h="602456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217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Network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Th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Fg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Fn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21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Single vessel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14.09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1.41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5.31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0.60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8.27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0.52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21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Three vessels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13.56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4.92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5.22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1.85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8.90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2.74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21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Seven vessels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14.19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4.91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4.60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1.60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21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9.65</a:t>
                      </a:r>
                      <a:r>
                        <a:rPr sz="21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21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2.78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" name="">
            <a:extLst>
              <a:ext uri="{FF2B5EF4-FFF2-40B4-BE49-F238E27FC236}">
                <ns2:creationId id="{54405CEE-39C6-4AF8-BBFD-F4D489633821}"/>
              </a:ext>
            </a:extLst>
          </p:cNvPr>
          <p:cNvCxnSpPr/>
          <p:nvPr/>
        </p:nvCxnSpPr>
        <p:spPr>
          <a:xfrm flipV="0">
            <a:off x="609600" y="3278981"/>
            <a:ext cx="10972800" cy="0"/>
          </a:xfrm>
          <a:prstGeom prst="straightConnector1">
            <a:avLst/>
          </a:prstGeom>
          <a:ln w="13335">
            <a:solidFill>
              <a:srgbClr val="E3E8F0"/>
            </a:solidFill>
            <a:prstDash val="solid"/>
          </a:ln>
        </p:spPr>
      </p:cxnSp>
      <p:sp>
        <p:nvSpPr>
          <p:cNvPr id="11" name="">
            <a:extLst>
              <a:ext uri="{FF2B5EF4-FFF2-40B4-BE49-F238E27FC236}">
                <ns2:creationId id="{56E9C7EF-597C-4342-BECC-53B4F59D1F05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The neural model has lower mean error in all nine comparisons.</a:t>
            </a:r>
          </a:p>
        </p:txBody>
      </p:sp>
      <p:cxnSp>
        <p:nvCxnSpPr>
          <p:cNvPr id="12" name="">
            <a:extLst>
              <a:ext uri="{FF2B5EF4-FFF2-40B4-BE49-F238E27FC236}">
                <ns2:creationId id="{2BEFCD32-3C60-4C5E-A466-F74290C96D96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13" name="">
            <a:extLst>
              <a:ext uri="{FF2B5EF4-FFF2-40B4-BE49-F238E27FC236}">
                <ns2:creationId id="{9B6F9698-7C10-458E-B74E-21DF1F369057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These are whole-network averages. Individual locations and cases can behave differently.</a:t>
            </a:r>
          </a:p>
        </p:txBody>
      </p:sp>
    </p:spTree>
    <p:extLst>
      <p:ext uri="{BB962C8B-B14F-4D97-AF65-F5344CB8AC3E}">
        <ns3:creationId val="1716671841"/>
      </p:ext>
    </p:extLst>
  </p:cSld>
</p:sld>
</file>

<file path=ppt/slides/slide15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" name="">
            <a:extLst>
              <a:ext uri="{FF2B5EF4-FFF2-40B4-BE49-F238E27FC236}">
                <ns2:creationId id="{97FD4F27-A92D-41E5-871C-C842988EB9C6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2" name="">
            <a:extLst>
              <a:ext uri="{FF2B5EF4-FFF2-40B4-BE49-F238E27FC236}">
                <ns2:creationId id="{DB332156-A545-4A7A-866F-7C3E964B7083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INVERSE RESULTS</a:t>
            </a:r>
          </a:p>
        </p:txBody>
      </p:sp>
      <p:sp>
        <p:nvSpPr>
          <p:cNvPr id="3" name="">
            <a:extLst>
              <a:ext uri="{FF2B5EF4-FFF2-40B4-BE49-F238E27FC236}">
                <ns2:creationId id="{50807FD2-E788-49A0-B9D8-AC10D965F1BF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Inverse accuracy with one, two and three sites</a:t>
            </a:r>
          </a:p>
        </p:txBody>
      </p:sp>
      <p:sp>
        <p:nvSpPr>
          <p:cNvPr id="4" name="">
            <a:extLst>
              <a:ext uri="{FF2B5EF4-FFF2-40B4-BE49-F238E27FC236}">
                <ns2:creationId id="{18D3F20A-9D43-4414-A1DE-7A2EB7EA9CA9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Mean errors with 95% case-bootstrap intervals. Fn is never an inverse observation.</a:t>
            </a:r>
          </a:p>
        </p:txBody>
      </p:sp>
      <p:cxnSp>
        <p:nvCxnSpPr>
          <p:cNvPr id="5" name="">
            <a:extLst>
              <a:ext uri="{FF2B5EF4-FFF2-40B4-BE49-F238E27FC236}">
                <ns2:creationId id="{3A6673D2-085E-4996-BF15-96742E1A6205}"/>
              </a:ext>
            </a:extLst>
          </p:cNvPr>
          <p:cNvCxnSpPr/>
          <p:nvPr/>
        </p:nvCxnSpPr>
        <p:spPr>
          <a:xfrm flipV="0">
            <a:off x="609600" y="1876425"/>
            <a:ext cx="419100" cy="0"/>
          </a:xfrm>
          <a:prstGeom prst="straightConnector1">
            <a:avLst/>
          </a:prstGeom>
          <a:ln w="28575">
            <a:solidFill>
              <a:srgbClr val="B97842"/>
            </a:solidFill>
            <a:prstDash val="solid"/>
          </a:ln>
        </p:spPr>
      </p:cxnSp>
      <p:sp>
        <p:nvSpPr>
          <p:cNvPr id="6" name="">
            <a:extLst>
              <a:ext uri="{FF2B5EF4-FFF2-40B4-BE49-F238E27FC236}">
                <ns2:creationId id="{FE10132F-6234-4C2E-A2EF-C6AE2551532A}"/>
              </a:ext>
            </a:extLst>
          </p:cNvPr>
          <p:cNvSpPr>
            <a:spLocks noGrp="1"/>
          </p:cNvSpPr>
          <p:nvPr/>
        </p:nvSpPr>
        <p:spPr>
          <a:xfrm>
            <a:off x="1162050" y="169545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B97842"/>
                </a:solidFill>
                <a:latin typeface="Inter"/>
                <a:ea typeface="Inter"/>
                <a:cs typeface="Inter"/>
              </a:rPr>
              <a:t>C0</a:t>
            </a:r>
          </a:p>
        </p:txBody>
      </p:sp>
      <p:cxnSp>
        <p:nvCxnSpPr>
          <p:cNvPr id="7" name="">
            <a:extLst>
              <a:ext uri="{FF2B5EF4-FFF2-40B4-BE49-F238E27FC236}">
                <ns2:creationId id="{8D1FB668-ABD6-4D18-B23F-10AF52E641DB}"/>
              </a:ext>
            </a:extLst>
          </p:cNvPr>
          <p:cNvCxnSpPr/>
          <p:nvPr/>
        </p:nvCxnSpPr>
        <p:spPr>
          <a:xfrm flipV="0">
            <a:off x="2562225" y="1876425"/>
            <a:ext cx="419100" cy="0"/>
          </a:xfrm>
          <a:prstGeom prst="straightConnector1">
            <a:avLst/>
          </a:prstGeom>
          <a:ln w="28575">
            <a:solidFill>
              <a:srgbClr val="2864B4"/>
            </a:solidFill>
            <a:prstDash val="solid"/>
          </a:ln>
        </p:spPr>
      </p:cxnSp>
      <p:sp>
        <p:nvSpPr>
          <p:cNvPr id="8" name="">
            <a:extLst>
              <a:ext uri="{FF2B5EF4-FFF2-40B4-BE49-F238E27FC236}">
                <ns2:creationId id="{C816FCD6-25F7-4879-A26B-6B7B4C7A644A}"/>
              </a:ext>
            </a:extLst>
          </p:cNvPr>
          <p:cNvSpPr>
            <a:spLocks noGrp="1"/>
          </p:cNvSpPr>
          <p:nvPr/>
        </p:nvSpPr>
        <p:spPr>
          <a:xfrm>
            <a:off x="3114675" y="1695450"/>
            <a:ext cx="1504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7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</a:t>
            </a:r>
          </a:p>
        </p:txBody>
      </p:sp>
      <p:sp>
        <p:nvSpPr>
          <p:cNvPr id="9" name="">
            <a:extLst>
              <a:ext uri="{FF2B5EF4-FFF2-40B4-BE49-F238E27FC236}">
                <ns2:creationId id="{28A96207-E114-4DAC-AD08-534FDAD5EF68}"/>
              </a:ext>
            </a:extLst>
          </p:cNvPr>
          <p:cNvSpPr>
            <a:spLocks noGrp="1"/>
          </p:cNvSpPr>
          <p:nvPr/>
        </p:nvSpPr>
        <p:spPr>
          <a:xfrm>
            <a:off x="7353300" y="1695450"/>
            <a:ext cx="4229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8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Lower is better</a:t>
            </a:r>
          </a:p>
        </p:txBody>
      </p:sp>
      <p:sp>
        <p:nvSpPr>
          <p:cNvPr id="10" name="">
            <a:extLst>
              <a:ext uri="{FF2B5EF4-FFF2-40B4-BE49-F238E27FC236}">
                <ns2:creationId id="{7C50AE24-E4AC-4602-B484-D00BEA8DD962}"/>
              </a:ext>
            </a:extLst>
          </p:cNvPr>
          <p:cNvSpPr>
            <a:spLocks noGrp="1"/>
          </p:cNvSpPr>
          <p:nvPr/>
        </p:nvSpPr>
        <p:spPr>
          <a:xfrm>
            <a:off x="2276475" y="2181225"/>
            <a:ext cx="30194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Single vessel</a:t>
            </a:r>
          </a:p>
        </p:txBody>
      </p:sp>
      <p:sp>
        <p:nvSpPr>
          <p:cNvPr id="11" name="">
            <a:extLst>
              <a:ext uri="{FF2B5EF4-FFF2-40B4-BE49-F238E27FC236}">
                <ns2:creationId id="{6255354C-EE8C-438A-B209-8D2A1E62217F}"/>
              </a:ext>
            </a:extLst>
          </p:cNvPr>
          <p:cNvSpPr>
            <a:spLocks noGrp="1"/>
          </p:cNvSpPr>
          <p:nvPr/>
        </p:nvSpPr>
        <p:spPr>
          <a:xfrm>
            <a:off x="5419725" y="2181225"/>
            <a:ext cx="30194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Three vessels</a:t>
            </a:r>
          </a:p>
        </p:txBody>
      </p:sp>
      <p:sp>
        <p:nvSpPr>
          <p:cNvPr id="12" name="">
            <a:extLst>
              <a:ext uri="{FF2B5EF4-FFF2-40B4-BE49-F238E27FC236}">
                <ns2:creationId id="{A3291C1B-4463-4FC0-8EB6-A9CA665B1B9E}"/>
              </a:ext>
            </a:extLst>
          </p:cNvPr>
          <p:cNvSpPr>
            <a:spLocks noGrp="1"/>
          </p:cNvSpPr>
          <p:nvPr/>
        </p:nvSpPr>
        <p:spPr>
          <a:xfrm>
            <a:off x="8562975" y="2181225"/>
            <a:ext cx="30194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Seven vessels</a:t>
            </a:r>
          </a:p>
        </p:txBody>
      </p:sp>
      <p:sp>
        <p:nvSpPr>
          <p:cNvPr id="13" name="">
            <a:extLst>
              <a:ext uri="{FF2B5EF4-FFF2-40B4-BE49-F238E27FC236}">
                <ns2:creationId id="{E22024C6-45E7-4F3C-A922-AA0FCC9AEB40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524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Inlet error</a:t>
            </a:r>
          </a:p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(%)</a:t>
            </a:r>
          </a:p>
        </p:txBody>
      </p:sp>
      <p:graphicFrame>
        <p:nvGraphicFramePr>
          <p:cNvPr id="14" name="Chart">
            <a:extLst>
              <a:ext uri="{FF2B5EF4-FFF2-40B4-BE49-F238E27FC236}">
                <ns2:creationId id="{10F617B1-26E3-468C-AB09-EA8116566176}"/>
              </a:ext>
            </a:extLst>
          </p:cNvPr>
          <p:cNvGraphicFramePr/>
          <p:nvPr/>
        </p:nvGraphicFramePr>
        <p:xfrm>
          <a:off x="2276475" y="2667000"/>
          <a:ext cx="3019425" cy="1428750"/>
        </p:xfrm>
        <a:graphic>
          <a:graphicData uri="http://schemas.openxmlformats.org/drawingml/2006/chart">
            <c:chart r:id="Ra971f948eac94c02"/>
          </a:graphicData>
        </a:graphic>
      </p:graphicFrame>
      <p:graphicFrame>
        <p:nvGraphicFramePr>
          <p:cNvPr id="15" name="Chart">
            <a:extLst>
              <a:ext uri="{FF2B5EF4-FFF2-40B4-BE49-F238E27FC236}">
                <ns2:creationId id="{2D5BB358-C511-4777-8EBF-60D65F5908EB}"/>
              </a:ext>
            </a:extLst>
          </p:cNvPr>
          <p:cNvGraphicFramePr/>
          <p:nvPr/>
        </p:nvGraphicFramePr>
        <p:xfrm>
          <a:off x="5419725" y="2667000"/>
          <a:ext cx="3019425" cy="1428750"/>
        </p:xfrm>
        <a:graphic>
          <a:graphicData uri="http://schemas.openxmlformats.org/drawingml/2006/chart">
            <c:chart r:id="R29d7dfbb1ae94382"/>
          </a:graphicData>
        </a:graphic>
      </p:graphicFrame>
      <p:graphicFrame>
        <p:nvGraphicFramePr>
          <p:cNvPr id="16" name="Chart">
            <a:extLst>
              <a:ext uri="{FF2B5EF4-FFF2-40B4-BE49-F238E27FC236}">
                <ns2:creationId id="{52CB2AE1-F287-478F-B8D4-6500F472377F}"/>
              </a:ext>
            </a:extLst>
          </p:cNvPr>
          <p:cNvGraphicFramePr/>
          <p:nvPr/>
        </p:nvGraphicFramePr>
        <p:xfrm>
          <a:off x="8562975" y="2667000"/>
          <a:ext cx="3019425" cy="1428750"/>
        </p:xfrm>
        <a:graphic>
          <a:graphicData uri="http://schemas.openxmlformats.org/drawingml/2006/chart">
            <c:chart r:id="R81de2c95b2824b25"/>
          </a:graphicData>
        </a:graphic>
      </p:graphicFrame>
      <p:sp>
        <p:nvSpPr>
          <p:cNvPr id="17" name="">
            <a:extLst>
              <a:ext uri="{FF2B5EF4-FFF2-40B4-BE49-F238E27FC236}">
                <ns2:creationId id="{C7FE6DEF-CACD-49BF-A1C3-6FD383CA6537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524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Fn error</a:t>
            </a:r>
          </a:p>
          <a:p>
            <a:pPr algn="l">
              <a:defRPr sz="202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(%)</a:t>
            </a:r>
          </a:p>
        </p:txBody>
      </p:sp>
      <p:graphicFrame>
        <p:nvGraphicFramePr>
          <p:cNvPr id="18" name="Chart">
            <a:extLst>
              <a:ext uri="{FF2B5EF4-FFF2-40B4-BE49-F238E27FC236}">
                <ns2:creationId id="{BDDA7803-29B9-4B0E-B251-B4E942CD1326}"/>
              </a:ext>
            </a:extLst>
          </p:cNvPr>
          <p:cNvGraphicFramePr/>
          <p:nvPr/>
        </p:nvGraphicFramePr>
        <p:xfrm>
          <a:off x="2276475" y="4514850"/>
          <a:ext cx="3019425" cy="1428750"/>
        </p:xfrm>
        <a:graphic>
          <a:graphicData uri="http://schemas.openxmlformats.org/drawingml/2006/chart">
            <c:chart r:id="R89ea475801204dc0"/>
          </a:graphicData>
        </a:graphic>
      </p:graphicFrame>
      <p:graphicFrame>
        <p:nvGraphicFramePr>
          <p:cNvPr id="19" name="Chart">
            <a:extLst>
              <a:ext uri="{FF2B5EF4-FFF2-40B4-BE49-F238E27FC236}">
                <ns2:creationId id="{EC24F091-CDCB-4770-BFE0-9DCD5F398012}"/>
              </a:ext>
            </a:extLst>
          </p:cNvPr>
          <p:cNvGraphicFramePr/>
          <p:nvPr/>
        </p:nvGraphicFramePr>
        <p:xfrm>
          <a:off x="5419725" y="4514850"/>
          <a:ext cx="3019425" cy="1428750"/>
        </p:xfrm>
        <a:graphic>
          <a:graphicData uri="http://schemas.openxmlformats.org/drawingml/2006/chart">
            <c:chart r:id="R6973219c37744e88"/>
          </a:graphicData>
        </a:graphic>
      </p:graphicFrame>
      <p:graphicFrame>
        <p:nvGraphicFramePr>
          <p:cNvPr id="20" name="Chart">
            <a:extLst>
              <a:ext uri="{FF2B5EF4-FFF2-40B4-BE49-F238E27FC236}">
                <ns2:creationId id="{F3E732F0-9E3C-4771-AA2E-D5FE32A80B8F}"/>
              </a:ext>
            </a:extLst>
          </p:cNvPr>
          <p:cNvGraphicFramePr/>
          <p:nvPr/>
        </p:nvGraphicFramePr>
        <p:xfrm>
          <a:off x="8562975" y="4514850"/>
          <a:ext cx="3019425" cy="1428750"/>
        </p:xfrm>
        <a:graphic>
          <a:graphicData uri="http://schemas.openxmlformats.org/drawingml/2006/chart">
            <c:chart r:id="R60974531b3af4327"/>
          </a:graphicData>
        </a:graphic>
      </p:graphicFrame>
      <p:cxnSp>
        <p:nvCxnSpPr>
          <p:cNvPr id="21" name="">
            <a:extLst>
              <a:ext uri="{FF2B5EF4-FFF2-40B4-BE49-F238E27FC236}">
                <ns2:creationId id="{23EFFEBE-7DA4-44A8-9DDB-3E16C8E86555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22" name="">
            <a:extLst>
              <a:ext uri="{FF2B5EF4-FFF2-40B4-BE49-F238E27FC236}">
                <ns2:creationId id="{61A93D28-F446-4C89-BB7D-97FCE1ACAE32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Each method uses the same three starting rules and its own validation-selected regularisation.</a:t>
            </a:r>
          </a:p>
        </p:txBody>
      </p:sp>
    </p:spTree>
    <p:extLst>
      <p:ext uri="{BB962C8B-B14F-4D97-AF65-F5344CB8AC3E}">
        <ns5:creationId val="1816493627"/>
      </p:ext>
    </p:extLst>
  </p:cSld>
</p:sld>
</file>

<file path=ppt/slides/slide16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3" name="">
            <a:extLst>
              <a:ext uri="{FF2B5EF4-FFF2-40B4-BE49-F238E27FC236}">
                <ns2:creationId id="{8EE59348-83DB-4982-846C-20974531D0DE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2" name="">
            <a:extLst>
              <a:ext uri="{FF2B5EF4-FFF2-40B4-BE49-F238E27FC236}">
                <ns2:creationId id="{39CA7244-6BC2-46BB-B5FA-5D167493DAE2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THREE-VESSEL CURVES</a:t>
            </a:r>
          </a:p>
        </p:txBody>
      </p:sp>
      <p:sp>
        <p:nvSpPr>
          <p:cNvPr id="3" name="">
            <a:extLst>
              <a:ext uri="{FF2B5EF4-FFF2-40B4-BE49-F238E27FC236}">
                <ns2:creationId id="{75C9FF9E-8A2F-446A-B111-9E8429ED2102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Example: concentrations in a daughter vessel</a:t>
            </a:r>
          </a:p>
        </p:txBody>
      </p:sp>
      <p:sp>
        <p:nvSpPr>
          <p:cNvPr id="4" name="">
            <a:extLst>
              <a:ext uri="{FF2B5EF4-FFF2-40B4-BE49-F238E27FC236}">
                <ns2:creationId id="{275396AB-BF91-4426-87C9-D20D03E28E76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Normalised concentrations. Case 80 with a known inlet.</a:t>
            </a:r>
          </a:p>
        </p:txBody>
      </p:sp>
      <p:cxnSp>
        <p:nvCxnSpPr>
          <p:cNvPr id="5" name="">
            <a:extLst>
              <a:ext uri="{FF2B5EF4-FFF2-40B4-BE49-F238E27FC236}">
                <ns2:creationId id="{14674044-DE6F-4291-A35A-CB045523ED13}"/>
              </a:ext>
            </a:extLst>
          </p:cNvPr>
          <p:cNvCxnSpPr/>
          <p:nvPr/>
        </p:nvCxnSpPr>
        <p:spPr>
          <a:xfrm flipV="0">
            <a:off x="9383078" y="1385888"/>
            <a:ext cx="722471" cy="0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cxnSp>
        <p:nvCxnSpPr>
          <p:cNvPr id="6" name="">
            <a:extLst>
              <a:ext uri="{FF2B5EF4-FFF2-40B4-BE49-F238E27FC236}">
                <ns2:creationId id="{AA0B8540-F799-4BB3-99C5-A1DD008E03C5}"/>
              </a:ext>
            </a:extLst>
          </p:cNvPr>
          <p:cNvCxnSpPr/>
          <p:nvPr/>
        </p:nvCxnSpPr>
        <p:spPr>
          <a:xfrm flipV="1">
            <a:off x="10105549" y="1123950"/>
            <a:ext cx="1152049" cy="261938"/>
          </a:xfrm>
          <a:prstGeom prst="straightConnector1">
            <a:avLst/>
          </a:prstGeom>
          <a:ln w="30480">
            <a:solidFill>
              <a:srgbClr val="B83F48"/>
            </a:solidFill>
            <a:prstDash val="solid"/>
          </a:ln>
        </p:spPr>
      </p:cxnSp>
      <p:cxnSp>
        <p:nvCxnSpPr>
          <p:cNvPr id="7" name="">
            <a:extLst>
              <a:ext uri="{FF2B5EF4-FFF2-40B4-BE49-F238E27FC236}">
                <ns2:creationId id="{D13C2CD2-A39A-4744-9076-E0C8E3DAB283}"/>
              </a:ext>
            </a:extLst>
          </p:cNvPr>
          <p:cNvCxnSpPr/>
          <p:nvPr/>
        </p:nvCxnSpPr>
        <p:spPr>
          <a:xfrm flipV="0">
            <a:off x="10105549" y="1385888"/>
            <a:ext cx="1152049" cy="261938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sp>
        <p:nvSpPr>
          <p:cNvPr id="8" name="">
            <a:extLst>
              <a:ext uri="{FF2B5EF4-FFF2-40B4-BE49-F238E27FC236}">
                <ns2:creationId id="{445DE052-A7B4-49E3-8BD6-6F90B2B24A68}"/>
              </a:ext>
            </a:extLst>
          </p:cNvPr>
          <p:cNvSpPr>
            <a:spLocks noGrp="1"/>
          </p:cNvSpPr>
          <p:nvPr/>
        </p:nvSpPr>
        <p:spPr>
          <a:xfrm>
            <a:off x="10624423" y="1197769"/>
            <a:ext cx="114300" cy="114300"/>
          </a:xfrm>
          <a:prstGeom prst="ellipse">
            <a:avLst/>
          </a:prstGeom>
          <a:solidFill>
            <a:srgbClr val="B83F48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AFDE2350-FF01-4EB2-B50D-00F4816DA52E}"/>
              </a:ext>
            </a:extLst>
          </p:cNvPr>
          <p:cNvSpPr>
            <a:spLocks noGrp="1"/>
          </p:cNvSpPr>
          <p:nvPr/>
        </p:nvSpPr>
        <p:spPr>
          <a:xfrm>
            <a:off x="8877300" y="1724025"/>
            <a:ext cx="2705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83F48"/>
                </a:solidFill>
                <a:latin typeface="Inter"/>
                <a:ea typeface="Inter"/>
                <a:cs typeface="Inter"/>
              </a:rPr>
              <a:t>V2, x = 10 mm</a:t>
            </a:r>
          </a:p>
        </p:txBody>
      </p:sp>
      <p:cxnSp>
        <p:nvCxnSpPr>
          <p:cNvPr id="10" name="">
            <a:extLst>
              <a:ext uri="{FF2B5EF4-FFF2-40B4-BE49-F238E27FC236}">
                <ns2:creationId id="{993F1EBA-017A-4D88-8DB8-FABA81F49995}"/>
              </a:ext>
            </a:extLst>
          </p:cNvPr>
          <p:cNvCxnSpPr/>
          <p:nvPr/>
        </p:nvCxnSpPr>
        <p:spPr>
          <a:xfrm flipV="0">
            <a:off x="609600" y="2066925"/>
            <a:ext cx="381000" cy="0"/>
          </a:xfrm>
          <a:prstGeom prst="straightConnector1">
            <a:avLst/>
          </a:prstGeom>
          <a:ln w="24765">
            <a:solidFill>
              <a:srgbClr val="28344A"/>
            </a:solidFill>
            <a:prstDash val="solid"/>
          </a:ln>
        </p:spPr>
      </p:cxnSp>
      <p:sp>
        <p:nvSpPr>
          <p:cNvPr id="11" name="">
            <a:extLst>
              <a:ext uri="{FF2B5EF4-FFF2-40B4-BE49-F238E27FC236}">
                <ns2:creationId id="{088B2B24-1281-44B5-A9C7-0271A17AFBC3}"/>
              </a:ext>
            </a:extLst>
          </p:cNvPr>
          <p:cNvSpPr>
            <a:spLocks noGrp="1"/>
          </p:cNvSpPr>
          <p:nvPr/>
        </p:nvSpPr>
        <p:spPr>
          <a:xfrm>
            <a:off x="1095375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CFD reference</a:t>
            </a:r>
          </a:p>
        </p:txBody>
      </p:sp>
      <p:cxnSp>
        <p:nvCxnSpPr>
          <p:cNvPr id="12" name="">
            <a:extLst>
              <a:ext uri="{FF2B5EF4-FFF2-40B4-BE49-F238E27FC236}">
                <ns2:creationId id="{41683BDA-3C19-426B-AD18-D31D2E508E46}"/>
              </a:ext>
            </a:extLst>
          </p:cNvPr>
          <p:cNvCxnSpPr/>
          <p:nvPr/>
        </p:nvCxnSpPr>
        <p:spPr>
          <a:xfrm flipV="0">
            <a:off x="3581400" y="2066925"/>
            <a:ext cx="381000" cy="0"/>
          </a:xfrm>
          <a:prstGeom prst="straightConnector1">
            <a:avLst/>
          </a:prstGeom>
          <a:ln w="24765">
            <a:solidFill>
              <a:srgbClr val="B97842"/>
            </a:solidFill>
            <a:prstDash val="dashDot"/>
          </a:ln>
        </p:spPr>
      </p:cxnSp>
      <p:sp>
        <p:nvSpPr>
          <p:cNvPr id="13" name="">
            <a:extLst>
              <a:ext uri="{FF2B5EF4-FFF2-40B4-BE49-F238E27FC236}">
                <ns2:creationId id="{61FD5DB6-4895-4759-8D1E-BD26A3590CD2}"/>
              </a:ext>
            </a:extLst>
          </p:cNvPr>
          <p:cNvSpPr>
            <a:spLocks noGrp="1"/>
          </p:cNvSpPr>
          <p:nvPr/>
        </p:nvSpPr>
        <p:spPr>
          <a:xfrm>
            <a:off x="4067175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C0</a:t>
            </a:r>
          </a:p>
        </p:txBody>
      </p:sp>
      <p:cxnSp>
        <p:nvCxnSpPr>
          <p:cNvPr id="14" name="">
            <a:extLst>
              <a:ext uri="{FF2B5EF4-FFF2-40B4-BE49-F238E27FC236}">
                <ns2:creationId id="{3CD45B91-AB86-4AF7-84F1-05C5FE6A7ED7}"/>
              </a:ext>
            </a:extLst>
          </p:cNvPr>
          <p:cNvCxnSpPr/>
          <p:nvPr/>
        </p:nvCxnSpPr>
        <p:spPr>
          <a:xfrm flipV="0">
            <a:off x="5324475" y="2066925"/>
            <a:ext cx="381000" cy="0"/>
          </a:xfrm>
          <a:prstGeom prst="straightConnector1">
            <a:avLst/>
          </a:prstGeom>
          <a:ln w="24765">
            <a:solidFill>
              <a:srgbClr val="2864B4"/>
            </a:solidFill>
            <a:prstDash val="dash"/>
          </a:ln>
        </p:spPr>
      </p:cxnSp>
      <p:sp>
        <p:nvSpPr>
          <p:cNvPr id="15" name="">
            <a:extLst>
              <a:ext uri="{FF2B5EF4-FFF2-40B4-BE49-F238E27FC236}">
                <ns2:creationId id="{65BFFB3D-15F5-4974-B04F-B6027101A3F9}"/>
              </a:ext>
            </a:extLst>
          </p:cNvPr>
          <p:cNvSpPr>
            <a:spLocks noGrp="1"/>
          </p:cNvSpPr>
          <p:nvPr/>
        </p:nvSpPr>
        <p:spPr>
          <a:xfrm>
            <a:off x="5810250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Neural</a:t>
            </a:r>
          </a:p>
        </p:txBody>
      </p:sp>
      <p:sp>
        <p:nvSpPr>
          <p:cNvPr id="16" name="">
            <a:extLst>
              <a:ext uri="{FF2B5EF4-FFF2-40B4-BE49-F238E27FC236}">
                <ns2:creationId id="{EBE2BC10-9FDD-4A51-B8F5-20BE6C043E7B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</a:t>
            </a:r>
          </a:p>
        </p:txBody>
      </p:sp>
      <p:graphicFrame>
        <p:nvGraphicFramePr>
          <p:cNvPr id="17" name="Chart">
            <a:extLst>
              <a:ext uri="{FF2B5EF4-FFF2-40B4-BE49-F238E27FC236}">
                <ns2:creationId id="{C062A77F-2B95-4422-B5C7-11A5C1CF3D8E}"/>
              </a:ext>
            </a:extLst>
          </p:cNvPr>
          <p:cNvGraphicFramePr/>
          <p:nvPr/>
        </p:nvGraphicFramePr>
        <p:xfrm>
          <a:off x="2143125" y="2400300"/>
          <a:ext cx="9439275" cy="1028700"/>
        </p:xfrm>
        <a:graphic>
          <a:graphicData uri="http://schemas.openxmlformats.org/drawingml/2006/chart">
            <c:chart r:id="Rdae8e3fa9ea7452e"/>
          </a:graphicData>
        </a:graphic>
      </p:graphicFrame>
      <p:sp>
        <p:nvSpPr>
          <p:cNvPr id="18" name="">
            <a:extLst>
              <a:ext uri="{FF2B5EF4-FFF2-40B4-BE49-F238E27FC236}">
                <ns2:creationId id="{06CBA583-2FB1-4C9D-ABB6-7F536B857DA7}"/>
              </a:ext>
            </a:extLst>
          </p:cNvPr>
          <p:cNvSpPr>
            <a:spLocks noGrp="1"/>
          </p:cNvSpPr>
          <p:nvPr/>
        </p:nvSpPr>
        <p:spPr>
          <a:xfrm>
            <a:off x="2143125" y="3429000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19" name="">
            <a:extLst>
              <a:ext uri="{FF2B5EF4-FFF2-40B4-BE49-F238E27FC236}">
                <ns2:creationId id="{0986A1DF-C899-4CB1-BA3D-098299F8DA0F}"/>
              </a:ext>
            </a:extLst>
          </p:cNvPr>
          <p:cNvSpPr>
            <a:spLocks noGrp="1"/>
          </p:cNvSpPr>
          <p:nvPr/>
        </p:nvSpPr>
        <p:spPr>
          <a:xfrm>
            <a:off x="4000500" y="342900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9.69%</a:t>
            </a:r>
          </a:p>
        </p:txBody>
      </p:sp>
      <p:sp>
        <p:nvSpPr>
          <p:cNvPr id="20" name="">
            <a:extLst>
              <a:ext uri="{FF2B5EF4-FFF2-40B4-BE49-F238E27FC236}">
                <ns2:creationId id="{0C399069-2A1D-4965-8A3C-BE1EF25D1EBF}"/>
              </a:ext>
            </a:extLst>
          </p:cNvPr>
          <p:cNvSpPr>
            <a:spLocks noGrp="1"/>
          </p:cNvSpPr>
          <p:nvPr/>
        </p:nvSpPr>
        <p:spPr>
          <a:xfrm>
            <a:off x="6686550" y="342900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9.14%</a:t>
            </a:r>
          </a:p>
        </p:txBody>
      </p:sp>
      <p:sp>
        <p:nvSpPr>
          <p:cNvPr id="21" name="">
            <a:extLst>
              <a:ext uri="{FF2B5EF4-FFF2-40B4-BE49-F238E27FC236}">
                <ns2:creationId id="{E48608EA-5196-43E6-9A8F-0F5BD1E54333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Fg</a:t>
            </a:r>
          </a:p>
        </p:txBody>
      </p:sp>
      <p:graphicFrame>
        <p:nvGraphicFramePr>
          <p:cNvPr id="22" name="Chart">
            <a:extLst>
              <a:ext uri="{FF2B5EF4-FFF2-40B4-BE49-F238E27FC236}">
                <ns2:creationId id="{76C8FF1D-6C3D-4455-A32F-2E135B69C6F8}"/>
              </a:ext>
            </a:extLst>
          </p:cNvPr>
          <p:cNvGraphicFramePr/>
          <p:nvPr/>
        </p:nvGraphicFramePr>
        <p:xfrm>
          <a:off x="2143125" y="3724275"/>
          <a:ext cx="9439275" cy="1028700"/>
        </p:xfrm>
        <a:graphic>
          <a:graphicData uri="http://schemas.openxmlformats.org/drawingml/2006/chart">
            <c:chart r:id="Ra9c1abc9155049a1"/>
          </a:graphicData>
        </a:graphic>
      </p:graphicFrame>
      <p:sp>
        <p:nvSpPr>
          <p:cNvPr id="23" name="">
            <a:extLst>
              <a:ext uri="{FF2B5EF4-FFF2-40B4-BE49-F238E27FC236}">
                <ns2:creationId id="{E18A1F53-7972-40DC-983F-DE5D37FA48A4}"/>
              </a:ext>
            </a:extLst>
          </p:cNvPr>
          <p:cNvSpPr>
            <a:spLocks noGrp="1"/>
          </p:cNvSpPr>
          <p:nvPr/>
        </p:nvSpPr>
        <p:spPr>
          <a:xfrm>
            <a:off x="2143125" y="4752975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24" name="">
            <a:extLst>
              <a:ext uri="{FF2B5EF4-FFF2-40B4-BE49-F238E27FC236}">
                <ns2:creationId id="{B18BC309-5738-4E96-8F01-00A0B6AD289F}"/>
              </a:ext>
            </a:extLst>
          </p:cNvPr>
          <p:cNvSpPr>
            <a:spLocks noGrp="1"/>
          </p:cNvSpPr>
          <p:nvPr/>
        </p:nvSpPr>
        <p:spPr>
          <a:xfrm>
            <a:off x="4000500" y="4752975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4.03%</a:t>
            </a:r>
          </a:p>
        </p:txBody>
      </p:sp>
      <p:sp>
        <p:nvSpPr>
          <p:cNvPr id="25" name="">
            <a:extLst>
              <a:ext uri="{FF2B5EF4-FFF2-40B4-BE49-F238E27FC236}">
                <ns2:creationId id="{453914E9-3FA9-4895-AAAB-2D27A96CBB7B}"/>
              </a:ext>
            </a:extLst>
          </p:cNvPr>
          <p:cNvSpPr>
            <a:spLocks noGrp="1"/>
          </p:cNvSpPr>
          <p:nvPr/>
        </p:nvSpPr>
        <p:spPr>
          <a:xfrm>
            <a:off x="6686550" y="475297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2.16%</a:t>
            </a:r>
          </a:p>
        </p:txBody>
      </p:sp>
      <p:sp>
        <p:nvSpPr>
          <p:cNvPr id="26" name="">
            <a:extLst>
              <a:ext uri="{FF2B5EF4-FFF2-40B4-BE49-F238E27FC236}">
                <ns2:creationId id="{C3586DB3-9BFE-4A74-B3FA-C624E1108A96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Fn</a:t>
            </a:r>
          </a:p>
        </p:txBody>
      </p:sp>
      <p:graphicFrame>
        <p:nvGraphicFramePr>
          <p:cNvPr id="27" name="Chart">
            <a:extLst>
              <a:ext uri="{FF2B5EF4-FFF2-40B4-BE49-F238E27FC236}">
                <ns2:creationId id="{ED773A06-2603-481D-9D44-FBC5196249EB}"/>
              </a:ext>
            </a:extLst>
          </p:cNvPr>
          <p:cNvGraphicFramePr/>
          <p:nvPr/>
        </p:nvGraphicFramePr>
        <p:xfrm>
          <a:off x="2143125" y="5048250"/>
          <a:ext cx="9439275" cy="1028700"/>
        </p:xfrm>
        <a:graphic>
          <a:graphicData uri="http://schemas.openxmlformats.org/drawingml/2006/chart">
            <c:chart r:id="R331bab2349f84115"/>
          </a:graphicData>
        </a:graphic>
      </p:graphicFrame>
      <p:sp>
        <p:nvSpPr>
          <p:cNvPr id="28" name="">
            <a:extLst>
              <a:ext uri="{FF2B5EF4-FFF2-40B4-BE49-F238E27FC236}">
                <ns2:creationId id="{330587E9-201C-410E-ACAC-8B741DA3E7D7}"/>
              </a:ext>
            </a:extLst>
          </p:cNvPr>
          <p:cNvSpPr>
            <a:spLocks noGrp="1"/>
          </p:cNvSpPr>
          <p:nvPr/>
        </p:nvSpPr>
        <p:spPr>
          <a:xfrm>
            <a:off x="2143125" y="6076950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29" name="">
            <a:extLst>
              <a:ext uri="{FF2B5EF4-FFF2-40B4-BE49-F238E27FC236}">
                <ns2:creationId id="{149B305B-042C-4532-9132-76B0DCFB53BE}"/>
              </a:ext>
            </a:extLst>
          </p:cNvPr>
          <p:cNvSpPr>
            <a:spLocks noGrp="1"/>
          </p:cNvSpPr>
          <p:nvPr/>
        </p:nvSpPr>
        <p:spPr>
          <a:xfrm>
            <a:off x="4000500" y="607695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2.53%</a:t>
            </a:r>
          </a:p>
        </p:txBody>
      </p:sp>
      <p:sp>
        <p:nvSpPr>
          <p:cNvPr id="30" name="">
            <a:extLst>
              <a:ext uri="{FF2B5EF4-FFF2-40B4-BE49-F238E27FC236}">
                <ns2:creationId id="{0B462E35-C185-4DD3-BB57-920D05E64790}"/>
              </a:ext>
            </a:extLst>
          </p:cNvPr>
          <p:cNvSpPr>
            <a:spLocks noGrp="1"/>
          </p:cNvSpPr>
          <p:nvPr/>
        </p:nvSpPr>
        <p:spPr>
          <a:xfrm>
            <a:off x="6686550" y="607695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3.70%</a:t>
            </a:r>
          </a:p>
        </p:txBody>
      </p:sp>
      <p:sp>
        <p:nvSpPr>
          <p:cNvPr id="31" name="">
            <a:extLst>
              <a:ext uri="{FF2B5EF4-FFF2-40B4-BE49-F238E27FC236}">
                <ns2:creationId id="{9CA51C12-E843-487E-9C67-3C56DBD667F2}"/>
              </a:ext>
            </a:extLst>
          </p:cNvPr>
          <p:cNvSpPr>
            <a:spLocks noGrp="1"/>
          </p:cNvSpPr>
          <p:nvPr/>
        </p:nvSpPr>
        <p:spPr>
          <a:xfrm>
            <a:off x="6200775" y="63817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Time (s)</a:t>
            </a:r>
          </a:p>
        </p:txBody>
      </p:sp>
      <p:sp>
        <p:nvSpPr>
          <p:cNvPr id="32" name="">
            <a:extLst>
              <a:ext uri="{FF2B5EF4-FFF2-40B4-BE49-F238E27FC236}">
                <ns2:creationId id="{02A348A1-63B1-45E9-9DA3-3B35A60BC78D}"/>
              </a:ext>
            </a:extLst>
          </p:cNvPr>
          <p:cNvSpPr>
            <a:spLocks noGrp="1"/>
          </p:cNvSpPr>
          <p:nvPr/>
        </p:nvSpPr>
        <p:spPr>
          <a:xfrm>
            <a:off x="609600" y="6696075"/>
            <a:ext cx="109728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616 samples, neural seed 42. Local errors for one example, distinct from the 32-case average.</a:t>
            </a:r>
          </a:p>
        </p:txBody>
      </p:sp>
    </p:spTree>
    <p:extLst>
      <p:ext uri="{BB962C8B-B14F-4D97-AF65-F5344CB8AC3E}">
        <ns5:creationId val="1968251934"/>
      </p:ext>
    </p:extLst>
  </p:cSld>
</p:sld>
</file>

<file path=ppt/slides/slide17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">
            <a:extLst>
              <a:ext uri="{FF2B5EF4-FFF2-40B4-BE49-F238E27FC236}">
                <ns2:creationId id="{FEF37A69-20FD-45FF-8DE4-AA06D33BAADC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2" name="">
            <a:extLst>
              <a:ext uri="{FF2B5EF4-FFF2-40B4-BE49-F238E27FC236}">
                <ns2:creationId id="{650A2723-3213-4299-9751-A2B00294A892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SINGLE-VESSEL CURVES</a:t>
            </a:r>
          </a:p>
        </p:txBody>
      </p:sp>
      <p:sp>
        <p:nvSpPr>
          <p:cNvPr id="3" name="">
            <a:extLst>
              <a:ext uri="{FF2B5EF4-FFF2-40B4-BE49-F238E27FC236}">
                <ns2:creationId id="{09ED47C2-E756-4BAB-99D4-E97297C259C4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Single vessel: concentration changes over time</a:t>
            </a:r>
          </a:p>
        </p:txBody>
      </p:sp>
      <p:sp>
        <p:nvSpPr>
          <p:cNvPr id="4" name="">
            <a:extLst>
              <a:ext uri="{FF2B5EF4-FFF2-40B4-BE49-F238E27FC236}">
                <ns2:creationId id="{3CA73A3F-2F4F-4344-9946-0BB87E28D9CB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Normalised concentrations. Case 80 with a known inlet.</a:t>
            </a:r>
          </a:p>
        </p:txBody>
      </p:sp>
      <p:cxnSp>
        <p:nvCxnSpPr>
          <p:cNvPr id="5" name="">
            <a:extLst>
              <a:ext uri="{FF2B5EF4-FFF2-40B4-BE49-F238E27FC236}">
                <ns2:creationId id="{DA7DE96F-A400-43CB-B603-AB2215933B2D}"/>
              </a:ext>
            </a:extLst>
          </p:cNvPr>
          <p:cNvCxnSpPr/>
          <p:nvPr/>
        </p:nvCxnSpPr>
        <p:spPr>
          <a:xfrm flipV="0">
            <a:off x="9383078" y="1385888"/>
            <a:ext cx="1874520" cy="0"/>
          </a:xfrm>
          <a:prstGeom prst="straightConnector1">
            <a:avLst/>
          </a:prstGeom>
          <a:ln w="30480">
            <a:solidFill>
              <a:srgbClr val="B83F48"/>
            </a:solidFill>
            <a:prstDash val="solid"/>
          </a:ln>
        </p:spPr>
      </p:cxnSp>
      <p:sp>
        <p:nvSpPr>
          <p:cNvPr id="6" name="">
            <a:extLst>
              <a:ext uri="{FF2B5EF4-FFF2-40B4-BE49-F238E27FC236}">
                <ns2:creationId id="{CB506EF4-BF83-4914-BFB6-710686296E63}"/>
              </a:ext>
            </a:extLst>
          </p:cNvPr>
          <p:cNvSpPr>
            <a:spLocks noGrp="1"/>
          </p:cNvSpPr>
          <p:nvPr/>
        </p:nvSpPr>
        <p:spPr>
          <a:xfrm>
            <a:off x="10263188" y="1328738"/>
            <a:ext cx="114300" cy="114300"/>
          </a:xfrm>
          <a:prstGeom prst="ellipse">
            <a:avLst/>
          </a:prstGeom>
          <a:solidFill>
            <a:srgbClr val="B83F48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4E50FDC9-A122-4151-9A12-F09AA83F7308}"/>
              </a:ext>
            </a:extLst>
          </p:cNvPr>
          <p:cNvSpPr>
            <a:spLocks noGrp="1"/>
          </p:cNvSpPr>
          <p:nvPr/>
        </p:nvSpPr>
        <p:spPr>
          <a:xfrm>
            <a:off x="8877300" y="1724025"/>
            <a:ext cx="2705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83F48"/>
                </a:solidFill>
                <a:latin typeface="Inter"/>
                <a:ea typeface="Inter"/>
                <a:cs typeface="Inter"/>
              </a:rPr>
              <a:t>V1, x = 30 mm</a:t>
            </a:r>
          </a:p>
        </p:txBody>
      </p:sp>
      <p:cxnSp>
        <p:nvCxnSpPr>
          <p:cNvPr id="8" name="">
            <a:extLst>
              <a:ext uri="{FF2B5EF4-FFF2-40B4-BE49-F238E27FC236}">
                <ns2:creationId id="{C0F87B3E-CCE8-45CF-A555-CF83DE9FB0AC}"/>
              </a:ext>
            </a:extLst>
          </p:cNvPr>
          <p:cNvCxnSpPr/>
          <p:nvPr/>
        </p:nvCxnSpPr>
        <p:spPr>
          <a:xfrm flipV="0">
            <a:off x="609600" y="2066925"/>
            <a:ext cx="381000" cy="0"/>
          </a:xfrm>
          <a:prstGeom prst="straightConnector1">
            <a:avLst/>
          </a:prstGeom>
          <a:ln w="24765">
            <a:solidFill>
              <a:srgbClr val="28344A"/>
            </a:solidFill>
            <a:prstDash val="solid"/>
          </a:ln>
        </p:spPr>
      </p:cxnSp>
      <p:sp>
        <p:nvSpPr>
          <p:cNvPr id="9" name="">
            <a:extLst>
              <a:ext uri="{FF2B5EF4-FFF2-40B4-BE49-F238E27FC236}">
                <ns2:creationId id="{FBAC350A-0C3F-45D5-AE29-A346625852A7}"/>
              </a:ext>
            </a:extLst>
          </p:cNvPr>
          <p:cNvSpPr>
            <a:spLocks noGrp="1"/>
          </p:cNvSpPr>
          <p:nvPr/>
        </p:nvSpPr>
        <p:spPr>
          <a:xfrm>
            <a:off x="1095375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CFD reference</a:t>
            </a:r>
          </a:p>
        </p:txBody>
      </p:sp>
      <p:cxnSp>
        <p:nvCxnSpPr>
          <p:cNvPr id="10" name="">
            <a:extLst>
              <a:ext uri="{FF2B5EF4-FFF2-40B4-BE49-F238E27FC236}">
                <ns2:creationId id="{DA32C623-FFD5-4CD8-B5CC-857801B0D182}"/>
              </a:ext>
            </a:extLst>
          </p:cNvPr>
          <p:cNvCxnSpPr/>
          <p:nvPr/>
        </p:nvCxnSpPr>
        <p:spPr>
          <a:xfrm flipV="0">
            <a:off x="3581400" y="2066925"/>
            <a:ext cx="381000" cy="0"/>
          </a:xfrm>
          <a:prstGeom prst="straightConnector1">
            <a:avLst/>
          </a:prstGeom>
          <a:ln w="24765">
            <a:solidFill>
              <a:srgbClr val="B97842"/>
            </a:solidFill>
            <a:prstDash val="dashDot"/>
          </a:ln>
        </p:spPr>
      </p:cxnSp>
      <p:sp>
        <p:nvSpPr>
          <p:cNvPr id="11" name="">
            <a:extLst>
              <a:ext uri="{FF2B5EF4-FFF2-40B4-BE49-F238E27FC236}">
                <ns2:creationId id="{64ADE7F9-EB8D-4BED-B3BB-4F956F8CA6E2}"/>
              </a:ext>
            </a:extLst>
          </p:cNvPr>
          <p:cNvSpPr>
            <a:spLocks noGrp="1"/>
          </p:cNvSpPr>
          <p:nvPr/>
        </p:nvSpPr>
        <p:spPr>
          <a:xfrm>
            <a:off x="4067175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C0</a:t>
            </a:r>
          </a:p>
        </p:txBody>
      </p:sp>
      <p:cxnSp>
        <p:nvCxnSpPr>
          <p:cNvPr id="12" name="">
            <a:extLst>
              <a:ext uri="{FF2B5EF4-FFF2-40B4-BE49-F238E27FC236}">
                <ns2:creationId id="{6C65CF20-1DA1-4947-8ADA-385AA9CDD1AA}"/>
              </a:ext>
            </a:extLst>
          </p:cNvPr>
          <p:cNvCxnSpPr/>
          <p:nvPr/>
        </p:nvCxnSpPr>
        <p:spPr>
          <a:xfrm flipV="0">
            <a:off x="5324475" y="2066925"/>
            <a:ext cx="381000" cy="0"/>
          </a:xfrm>
          <a:prstGeom prst="straightConnector1">
            <a:avLst/>
          </a:prstGeom>
          <a:ln w="24765">
            <a:solidFill>
              <a:srgbClr val="2864B4"/>
            </a:solidFill>
            <a:prstDash val="dash"/>
          </a:ln>
        </p:spPr>
      </p:cxnSp>
      <p:sp>
        <p:nvSpPr>
          <p:cNvPr id="13" name="">
            <a:extLst>
              <a:ext uri="{FF2B5EF4-FFF2-40B4-BE49-F238E27FC236}">
                <ns2:creationId id="{163D8EA7-868A-476E-B941-0991AB879567}"/>
              </a:ext>
            </a:extLst>
          </p:cNvPr>
          <p:cNvSpPr>
            <a:spLocks noGrp="1"/>
          </p:cNvSpPr>
          <p:nvPr/>
        </p:nvSpPr>
        <p:spPr>
          <a:xfrm>
            <a:off x="5810250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Neural</a:t>
            </a:r>
          </a:p>
        </p:txBody>
      </p:sp>
      <p:sp>
        <p:nvSpPr>
          <p:cNvPr id="14" name="">
            <a:extLst>
              <a:ext uri="{FF2B5EF4-FFF2-40B4-BE49-F238E27FC236}">
                <ns2:creationId id="{BE07EF39-A300-40B1-81F3-34E8552732DF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</a:t>
            </a:r>
          </a:p>
        </p:txBody>
      </p:sp>
      <p:graphicFrame>
        <p:nvGraphicFramePr>
          <p:cNvPr id="15" name="Chart">
            <a:extLst>
              <a:ext uri="{FF2B5EF4-FFF2-40B4-BE49-F238E27FC236}">
                <ns2:creationId id="{A5F2022E-F3E6-42F1-BF5F-E4BFE39672A5}"/>
              </a:ext>
            </a:extLst>
          </p:cNvPr>
          <p:cNvGraphicFramePr/>
          <p:nvPr/>
        </p:nvGraphicFramePr>
        <p:xfrm>
          <a:off x="2143125" y="2400300"/>
          <a:ext cx="9439275" cy="1028700"/>
        </p:xfrm>
        <a:graphic>
          <a:graphicData uri="http://schemas.openxmlformats.org/drawingml/2006/chart">
            <c:chart r:id="Rea157f43443e42c9"/>
          </a:graphicData>
        </a:graphic>
      </p:graphicFrame>
      <p:sp>
        <p:nvSpPr>
          <p:cNvPr id="16" name="">
            <a:extLst>
              <a:ext uri="{FF2B5EF4-FFF2-40B4-BE49-F238E27FC236}">
                <ns2:creationId id="{820EE469-2955-4514-9C56-6BB82C0F1D47}"/>
              </a:ext>
            </a:extLst>
          </p:cNvPr>
          <p:cNvSpPr>
            <a:spLocks noGrp="1"/>
          </p:cNvSpPr>
          <p:nvPr/>
        </p:nvSpPr>
        <p:spPr>
          <a:xfrm>
            <a:off x="2143125" y="3429000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17" name="">
            <a:extLst>
              <a:ext uri="{FF2B5EF4-FFF2-40B4-BE49-F238E27FC236}">
                <ns2:creationId id="{23345891-32D2-4847-BF23-B33D90DFBAD9}"/>
              </a:ext>
            </a:extLst>
          </p:cNvPr>
          <p:cNvSpPr>
            <a:spLocks noGrp="1"/>
          </p:cNvSpPr>
          <p:nvPr/>
        </p:nvSpPr>
        <p:spPr>
          <a:xfrm>
            <a:off x="4000500" y="342900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10.03%</a:t>
            </a:r>
          </a:p>
        </p:txBody>
      </p:sp>
      <p:sp>
        <p:nvSpPr>
          <p:cNvPr id="18" name="">
            <a:extLst>
              <a:ext uri="{FF2B5EF4-FFF2-40B4-BE49-F238E27FC236}">
                <ns2:creationId id="{F0C64F47-8472-40D6-85EB-AB920522C034}"/>
              </a:ext>
            </a:extLst>
          </p:cNvPr>
          <p:cNvSpPr>
            <a:spLocks noGrp="1"/>
          </p:cNvSpPr>
          <p:nvPr/>
        </p:nvSpPr>
        <p:spPr>
          <a:xfrm>
            <a:off x="6686550" y="342900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1.54%</a:t>
            </a:r>
          </a:p>
        </p:txBody>
      </p:sp>
      <p:sp>
        <p:nvSpPr>
          <p:cNvPr id="19" name="">
            <a:extLst>
              <a:ext uri="{FF2B5EF4-FFF2-40B4-BE49-F238E27FC236}">
                <ns2:creationId id="{7E934818-EAFC-4887-88B3-E5CE04C980A0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Fg</a:t>
            </a:r>
          </a:p>
        </p:txBody>
      </p:sp>
      <p:graphicFrame>
        <p:nvGraphicFramePr>
          <p:cNvPr id="20" name="Chart">
            <a:extLst>
              <a:ext uri="{FF2B5EF4-FFF2-40B4-BE49-F238E27FC236}">
                <ns2:creationId id="{6DF6B5BB-2B5B-478E-AD06-0098185678D9}"/>
              </a:ext>
            </a:extLst>
          </p:cNvPr>
          <p:cNvGraphicFramePr/>
          <p:nvPr/>
        </p:nvGraphicFramePr>
        <p:xfrm>
          <a:off x="2143125" y="3724275"/>
          <a:ext cx="9439275" cy="1028700"/>
        </p:xfrm>
        <a:graphic>
          <a:graphicData uri="http://schemas.openxmlformats.org/drawingml/2006/chart">
            <c:chart r:id="R8e1210585b8c4b62"/>
          </a:graphicData>
        </a:graphic>
      </p:graphicFrame>
      <p:sp>
        <p:nvSpPr>
          <p:cNvPr id="21" name="">
            <a:extLst>
              <a:ext uri="{FF2B5EF4-FFF2-40B4-BE49-F238E27FC236}">
                <ns2:creationId id="{5420304E-51A8-4E5C-9212-71B8682F7E17}"/>
              </a:ext>
            </a:extLst>
          </p:cNvPr>
          <p:cNvSpPr>
            <a:spLocks noGrp="1"/>
          </p:cNvSpPr>
          <p:nvPr/>
        </p:nvSpPr>
        <p:spPr>
          <a:xfrm>
            <a:off x="2143125" y="4752975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22" name="">
            <a:extLst>
              <a:ext uri="{FF2B5EF4-FFF2-40B4-BE49-F238E27FC236}">
                <ns2:creationId id="{94365976-0935-4444-A57A-648A082BB8B5}"/>
              </a:ext>
            </a:extLst>
          </p:cNvPr>
          <p:cNvSpPr>
            <a:spLocks noGrp="1"/>
          </p:cNvSpPr>
          <p:nvPr/>
        </p:nvSpPr>
        <p:spPr>
          <a:xfrm>
            <a:off x="4000500" y="4752975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3.16%</a:t>
            </a:r>
          </a:p>
        </p:txBody>
      </p:sp>
      <p:sp>
        <p:nvSpPr>
          <p:cNvPr id="23" name="">
            <a:extLst>
              <a:ext uri="{FF2B5EF4-FFF2-40B4-BE49-F238E27FC236}">
                <ns2:creationId id="{99B99FDE-6C97-449E-96D8-6C3D92ED64CC}"/>
              </a:ext>
            </a:extLst>
          </p:cNvPr>
          <p:cNvSpPr>
            <a:spLocks noGrp="1"/>
          </p:cNvSpPr>
          <p:nvPr/>
        </p:nvSpPr>
        <p:spPr>
          <a:xfrm>
            <a:off x="6686550" y="475297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0.35%</a:t>
            </a:r>
          </a:p>
        </p:txBody>
      </p:sp>
      <p:sp>
        <p:nvSpPr>
          <p:cNvPr id="24" name="">
            <a:extLst>
              <a:ext uri="{FF2B5EF4-FFF2-40B4-BE49-F238E27FC236}">
                <ns2:creationId id="{5F74E06E-015E-477D-B9DA-12EFE672E030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Fn</a:t>
            </a:r>
          </a:p>
        </p:txBody>
      </p:sp>
      <p:graphicFrame>
        <p:nvGraphicFramePr>
          <p:cNvPr id="25" name="Chart">
            <a:extLst>
              <a:ext uri="{FF2B5EF4-FFF2-40B4-BE49-F238E27FC236}">
                <ns2:creationId id="{7F1EE408-B308-4ACD-ACAD-3DD538548F5C}"/>
              </a:ext>
            </a:extLst>
          </p:cNvPr>
          <p:cNvGraphicFramePr/>
          <p:nvPr/>
        </p:nvGraphicFramePr>
        <p:xfrm>
          <a:off x="2143125" y="5048250"/>
          <a:ext cx="9439275" cy="1028700"/>
        </p:xfrm>
        <a:graphic>
          <a:graphicData uri="http://schemas.openxmlformats.org/drawingml/2006/chart">
            <c:chart r:id="Rec27cf18120345a3"/>
          </a:graphicData>
        </a:graphic>
      </p:graphicFrame>
      <p:sp>
        <p:nvSpPr>
          <p:cNvPr id="26" name="">
            <a:extLst>
              <a:ext uri="{FF2B5EF4-FFF2-40B4-BE49-F238E27FC236}">
                <ns2:creationId id="{1D053107-56B3-4373-953B-4CF7DB21DD1A}"/>
              </a:ext>
            </a:extLst>
          </p:cNvPr>
          <p:cNvSpPr>
            <a:spLocks noGrp="1"/>
          </p:cNvSpPr>
          <p:nvPr/>
        </p:nvSpPr>
        <p:spPr>
          <a:xfrm>
            <a:off x="2143125" y="6076950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27" name="">
            <a:extLst>
              <a:ext uri="{FF2B5EF4-FFF2-40B4-BE49-F238E27FC236}">
                <ns2:creationId id="{6AB1EBD6-6836-4AB9-BB4C-426E10C3310D}"/>
              </a:ext>
            </a:extLst>
          </p:cNvPr>
          <p:cNvSpPr>
            <a:spLocks noGrp="1"/>
          </p:cNvSpPr>
          <p:nvPr/>
        </p:nvSpPr>
        <p:spPr>
          <a:xfrm>
            <a:off x="4000500" y="607695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6.89%</a:t>
            </a:r>
          </a:p>
        </p:txBody>
      </p:sp>
      <p:sp>
        <p:nvSpPr>
          <p:cNvPr id="28" name="">
            <a:extLst>
              <a:ext uri="{FF2B5EF4-FFF2-40B4-BE49-F238E27FC236}">
                <ns2:creationId id="{FC83C374-A48E-4611-A69A-05D2E19434D2}"/>
              </a:ext>
            </a:extLst>
          </p:cNvPr>
          <p:cNvSpPr>
            <a:spLocks noGrp="1"/>
          </p:cNvSpPr>
          <p:nvPr/>
        </p:nvSpPr>
        <p:spPr>
          <a:xfrm>
            <a:off x="6686550" y="607695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0.34%</a:t>
            </a:r>
          </a:p>
        </p:txBody>
      </p:sp>
      <p:sp>
        <p:nvSpPr>
          <p:cNvPr id="29" name="">
            <a:extLst>
              <a:ext uri="{FF2B5EF4-FFF2-40B4-BE49-F238E27FC236}">
                <ns2:creationId id="{0FC6C2CC-5B5F-4CA7-8A17-934982BF4685}"/>
              </a:ext>
            </a:extLst>
          </p:cNvPr>
          <p:cNvSpPr>
            <a:spLocks noGrp="1"/>
          </p:cNvSpPr>
          <p:nvPr/>
        </p:nvSpPr>
        <p:spPr>
          <a:xfrm>
            <a:off x="6200775" y="63817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Time (s)</a:t>
            </a:r>
          </a:p>
        </p:txBody>
      </p:sp>
      <p:sp>
        <p:nvSpPr>
          <p:cNvPr id="30" name="">
            <a:extLst>
              <a:ext uri="{FF2B5EF4-FFF2-40B4-BE49-F238E27FC236}">
                <ns2:creationId id="{90A7B5C7-F5BF-4358-A7B3-579BB7FC5A75}"/>
              </a:ext>
            </a:extLst>
          </p:cNvPr>
          <p:cNvSpPr>
            <a:spLocks noGrp="1"/>
          </p:cNvSpPr>
          <p:nvPr/>
        </p:nvSpPr>
        <p:spPr>
          <a:xfrm>
            <a:off x="609600" y="6696075"/>
            <a:ext cx="109728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616 samples, neural seed 42. Local errors for one example, distinct from the 32-case average.</a:t>
            </a:r>
          </a:p>
        </p:txBody>
      </p:sp>
    </p:spTree>
    <p:extLst>
      <p:ext uri="{BB962C8B-B14F-4D97-AF65-F5344CB8AC3E}">
        <ns5:creationId val="1853350034"/>
      </p:ext>
    </p:extLst>
  </p:cSld>
</p:sld>
</file>

<file path=ppt/slides/slide1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">
            <a:extLst>
              <a:ext uri="{FF2B5EF4-FFF2-40B4-BE49-F238E27FC236}">
                <ns2:creationId id="{98AD3880-0E30-4E1D-A637-EE7F0ED523F0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2" name="">
            <a:extLst>
              <a:ext uri="{FF2B5EF4-FFF2-40B4-BE49-F238E27FC236}">
                <ns2:creationId id="{CCA305F6-AB0B-429A-ABD2-0AF7A3C044A5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SEVEN-VESSEL CURVES</a:t>
            </a:r>
          </a:p>
        </p:txBody>
      </p:sp>
      <p:sp>
        <p:nvSpPr>
          <p:cNvPr id="3" name="">
            <a:extLst>
              <a:ext uri="{FF2B5EF4-FFF2-40B4-BE49-F238E27FC236}">
                <ns2:creationId id="{B95C4929-F130-44AD-929C-55842DE2E647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Seven vessels: concentration changes over time</a:t>
            </a:r>
          </a:p>
        </p:txBody>
      </p:sp>
      <p:sp>
        <p:nvSpPr>
          <p:cNvPr id="4" name="">
            <a:extLst>
              <a:ext uri="{FF2B5EF4-FFF2-40B4-BE49-F238E27FC236}">
                <ns2:creationId id="{C60B2B03-3BF1-48B1-AEDD-BAE07412FF82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Normalised concentrations. Case 80 with a known inlet.</a:t>
            </a:r>
          </a:p>
        </p:txBody>
      </p:sp>
      <p:cxnSp>
        <p:nvCxnSpPr>
          <p:cNvPr id="5" name="">
            <a:extLst>
              <a:ext uri="{FF2B5EF4-FFF2-40B4-BE49-F238E27FC236}">
                <ns2:creationId id="{146EAFE0-C7AC-46A0-8471-0891322C54F8}"/>
              </a:ext>
            </a:extLst>
          </p:cNvPr>
          <p:cNvCxnSpPr/>
          <p:nvPr/>
        </p:nvCxnSpPr>
        <p:spPr>
          <a:xfrm flipV="0">
            <a:off x="9383078" y="1385888"/>
            <a:ext cx="527209" cy="0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cxnSp>
        <p:nvCxnSpPr>
          <p:cNvPr id="6" name="">
            <a:extLst>
              <a:ext uri="{FF2B5EF4-FFF2-40B4-BE49-F238E27FC236}">
                <ns2:creationId id="{606601BD-20E1-43C2-B920-B7AB700684BD}"/>
              </a:ext>
            </a:extLst>
          </p:cNvPr>
          <p:cNvCxnSpPr/>
          <p:nvPr/>
        </p:nvCxnSpPr>
        <p:spPr>
          <a:xfrm flipV="1">
            <a:off x="9910286" y="1233964"/>
            <a:ext cx="624840" cy="151924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cxnSp>
        <p:nvCxnSpPr>
          <p:cNvPr id="7" name="">
            <a:extLst>
              <a:ext uri="{FF2B5EF4-FFF2-40B4-BE49-F238E27FC236}">
                <ns2:creationId id="{66973F01-5AD2-413B-86E2-F7ACB6A0B0E0}"/>
              </a:ext>
            </a:extLst>
          </p:cNvPr>
          <p:cNvCxnSpPr/>
          <p:nvPr/>
        </p:nvCxnSpPr>
        <p:spPr>
          <a:xfrm flipV="0">
            <a:off x="9910286" y="1385888"/>
            <a:ext cx="624840" cy="151924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cxnSp>
        <p:nvCxnSpPr>
          <p:cNvPr id="8" name="">
            <a:extLst>
              <a:ext uri="{FF2B5EF4-FFF2-40B4-BE49-F238E27FC236}">
                <ns2:creationId id="{4F906558-D592-4727-9764-9CAFC075187D}"/>
              </a:ext>
            </a:extLst>
          </p:cNvPr>
          <p:cNvCxnSpPr/>
          <p:nvPr/>
        </p:nvCxnSpPr>
        <p:spPr>
          <a:xfrm flipV="1">
            <a:off x="10535126" y="1123950"/>
            <a:ext cx="722471" cy="110014"/>
          </a:xfrm>
          <a:prstGeom prst="straightConnector1">
            <a:avLst/>
          </a:prstGeom>
          <a:ln w="30480">
            <a:solidFill>
              <a:srgbClr val="B83F48"/>
            </a:solidFill>
            <a:prstDash val="solid"/>
          </a:ln>
        </p:spPr>
      </p:cxnSp>
      <p:cxnSp>
        <p:nvCxnSpPr>
          <p:cNvPr id="9" name="">
            <a:extLst>
              <a:ext uri="{FF2B5EF4-FFF2-40B4-BE49-F238E27FC236}">
                <ns2:creationId id="{DBF2504F-99B3-4CC1-8DB1-272D847E9684}"/>
              </a:ext>
            </a:extLst>
          </p:cNvPr>
          <p:cNvCxnSpPr/>
          <p:nvPr/>
        </p:nvCxnSpPr>
        <p:spPr>
          <a:xfrm flipV="0">
            <a:off x="10535126" y="1233964"/>
            <a:ext cx="722471" cy="110014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cxnSp>
        <p:nvCxnSpPr>
          <p:cNvPr id="10" name="">
            <a:extLst>
              <a:ext uri="{FF2B5EF4-FFF2-40B4-BE49-F238E27FC236}">
                <ns2:creationId id="{068FD661-71A1-4480-AC48-6E42D6C7D0BA}"/>
              </a:ext>
            </a:extLst>
          </p:cNvPr>
          <p:cNvCxnSpPr/>
          <p:nvPr/>
        </p:nvCxnSpPr>
        <p:spPr>
          <a:xfrm flipV="1">
            <a:off x="10535126" y="1427798"/>
            <a:ext cx="722471" cy="110014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cxnSp>
        <p:nvCxnSpPr>
          <p:cNvPr id="11" name="">
            <a:extLst>
              <a:ext uri="{FF2B5EF4-FFF2-40B4-BE49-F238E27FC236}">
                <ns2:creationId id="{DC76076E-4923-4DBA-B2FD-247E91CF7A4C}"/>
              </a:ext>
            </a:extLst>
          </p:cNvPr>
          <p:cNvCxnSpPr/>
          <p:nvPr/>
        </p:nvCxnSpPr>
        <p:spPr>
          <a:xfrm flipV="0">
            <a:off x="10535126" y="1537811"/>
            <a:ext cx="722471" cy="110014"/>
          </a:xfrm>
          <a:prstGeom prst="straightConnector1">
            <a:avLst/>
          </a:prstGeom>
          <a:ln w="19050">
            <a:solidFill>
              <a:srgbClr val="9AA7BC"/>
            </a:solidFill>
            <a:prstDash val="solid"/>
          </a:ln>
        </p:spPr>
      </p:cxnSp>
      <p:sp>
        <p:nvSpPr>
          <p:cNvPr id="12" name="">
            <a:extLst>
              <a:ext uri="{FF2B5EF4-FFF2-40B4-BE49-F238E27FC236}">
                <ns2:creationId id="{6DC300D8-833D-4E33-BC2D-F880EA0A960B}"/>
              </a:ext>
            </a:extLst>
          </p:cNvPr>
          <p:cNvSpPr>
            <a:spLocks noGrp="1"/>
          </p:cNvSpPr>
          <p:nvPr/>
        </p:nvSpPr>
        <p:spPr>
          <a:xfrm>
            <a:off x="10839212" y="1121807"/>
            <a:ext cx="114300" cy="114300"/>
          </a:xfrm>
          <a:prstGeom prst="ellipse">
            <a:avLst/>
          </a:prstGeom>
          <a:solidFill>
            <a:srgbClr val="B83F48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6C0C190B-B41F-42CC-83A8-569E5BF896E3}"/>
              </a:ext>
            </a:extLst>
          </p:cNvPr>
          <p:cNvSpPr>
            <a:spLocks noGrp="1"/>
          </p:cNvSpPr>
          <p:nvPr/>
        </p:nvSpPr>
        <p:spPr>
          <a:xfrm>
            <a:off x="8877300" y="1724025"/>
            <a:ext cx="2705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defPPr>
            <a:lvl1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1pPr>
            <a:lvl2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2pPr>
            <a:lvl3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3pPr>
            <a:lvl4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4pPr>
            <a:lvl5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5pPr>
            <a:lvl6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6pPr>
            <a:lvl7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7pPr>
            <a:lvl8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8pPr>
            <a:lvl9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575" b="1">
                <a:solidFill>
                  <a:srgbClr val="B83F48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B83F48"/>
                </a:solidFill>
                <a:latin typeface="Inter"/>
                <a:ea typeface="Inter"/>
                <a:cs typeface="Inter"/>
              </a:rPr>
              <a:t>V4, x = 19.5 mm</a:t>
            </a:r>
          </a:p>
        </p:txBody>
      </p:sp>
      <p:cxnSp>
        <p:nvCxnSpPr>
          <p:cNvPr id="14" name="">
            <a:extLst>
              <a:ext uri="{FF2B5EF4-FFF2-40B4-BE49-F238E27FC236}">
                <ns2:creationId id="{EA10292F-8E8F-46A0-99A4-A25CE656C14C}"/>
              </a:ext>
            </a:extLst>
          </p:cNvPr>
          <p:cNvCxnSpPr/>
          <p:nvPr/>
        </p:nvCxnSpPr>
        <p:spPr>
          <a:xfrm flipV="0">
            <a:off x="609600" y="2066925"/>
            <a:ext cx="381000" cy="0"/>
          </a:xfrm>
          <a:prstGeom prst="straightConnector1">
            <a:avLst/>
          </a:prstGeom>
          <a:ln w="24765">
            <a:solidFill>
              <a:srgbClr val="28344A"/>
            </a:solidFill>
            <a:prstDash val="solid"/>
          </a:ln>
        </p:spPr>
      </p:cxnSp>
      <p:sp>
        <p:nvSpPr>
          <p:cNvPr id="15" name="">
            <a:extLst>
              <a:ext uri="{FF2B5EF4-FFF2-40B4-BE49-F238E27FC236}">
                <ns2:creationId id="{558A6C9B-0FAF-49E4-888B-BF85210A0CE3}"/>
              </a:ext>
            </a:extLst>
          </p:cNvPr>
          <p:cNvSpPr>
            <a:spLocks noGrp="1"/>
          </p:cNvSpPr>
          <p:nvPr/>
        </p:nvSpPr>
        <p:spPr>
          <a:xfrm>
            <a:off x="1095375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CFD reference</a:t>
            </a:r>
          </a:p>
        </p:txBody>
      </p:sp>
      <p:cxnSp>
        <p:nvCxnSpPr>
          <p:cNvPr id="16" name="">
            <a:extLst>
              <a:ext uri="{FF2B5EF4-FFF2-40B4-BE49-F238E27FC236}">
                <ns2:creationId id="{A39E12C0-CDB4-44DA-922E-05D6540E44B8}"/>
              </a:ext>
            </a:extLst>
          </p:cNvPr>
          <p:cNvCxnSpPr/>
          <p:nvPr/>
        </p:nvCxnSpPr>
        <p:spPr>
          <a:xfrm flipV="0">
            <a:off x="3581400" y="2066925"/>
            <a:ext cx="381000" cy="0"/>
          </a:xfrm>
          <a:prstGeom prst="straightConnector1">
            <a:avLst/>
          </a:prstGeom>
          <a:ln w="24765">
            <a:solidFill>
              <a:srgbClr val="B97842"/>
            </a:solidFill>
            <a:prstDash val="dashDot"/>
          </a:ln>
        </p:spPr>
      </p:cxnSp>
      <p:sp>
        <p:nvSpPr>
          <p:cNvPr id="17" name="">
            <a:extLst>
              <a:ext uri="{FF2B5EF4-FFF2-40B4-BE49-F238E27FC236}">
                <ns2:creationId id="{17E63A15-23A7-4C7B-A255-834E14184214}"/>
              </a:ext>
            </a:extLst>
          </p:cNvPr>
          <p:cNvSpPr>
            <a:spLocks noGrp="1"/>
          </p:cNvSpPr>
          <p:nvPr/>
        </p:nvSpPr>
        <p:spPr>
          <a:xfrm>
            <a:off x="4067175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C0</a:t>
            </a:r>
          </a:p>
        </p:txBody>
      </p:sp>
      <p:cxnSp>
        <p:nvCxnSpPr>
          <p:cNvPr id="18" name="">
            <a:extLst>
              <a:ext uri="{FF2B5EF4-FFF2-40B4-BE49-F238E27FC236}">
                <ns2:creationId id="{8E01AF60-7970-4DB6-A133-A03D67C439AE}"/>
              </a:ext>
            </a:extLst>
          </p:cNvPr>
          <p:cNvCxnSpPr/>
          <p:nvPr/>
        </p:nvCxnSpPr>
        <p:spPr>
          <a:xfrm flipV="0">
            <a:off x="5324475" y="2066925"/>
            <a:ext cx="381000" cy="0"/>
          </a:xfrm>
          <a:prstGeom prst="straightConnector1">
            <a:avLst/>
          </a:prstGeom>
          <a:ln w="24765">
            <a:solidFill>
              <a:srgbClr val="2864B4"/>
            </a:solidFill>
            <a:prstDash val="dash"/>
          </a:ln>
        </p:spPr>
      </p:cxnSp>
      <p:sp>
        <p:nvSpPr>
          <p:cNvPr id="19" name="">
            <a:extLst>
              <a:ext uri="{FF2B5EF4-FFF2-40B4-BE49-F238E27FC236}">
                <ns2:creationId id="{1200451D-DC3F-48FD-BEB7-E4E1E1210293}"/>
              </a:ext>
            </a:extLst>
          </p:cNvPr>
          <p:cNvSpPr>
            <a:spLocks noGrp="1"/>
          </p:cNvSpPr>
          <p:nvPr/>
        </p:nvSpPr>
        <p:spPr>
          <a:xfrm>
            <a:off x="5810250" y="1885950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Neural</a:t>
            </a:r>
          </a:p>
        </p:txBody>
      </p:sp>
      <p:sp>
        <p:nvSpPr>
          <p:cNvPr id="20" name="">
            <a:extLst>
              <a:ext uri="{FF2B5EF4-FFF2-40B4-BE49-F238E27FC236}">
                <ns2:creationId id="{B71F23E9-E4F9-4FDA-80D7-F387A8077F82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</a:t>
            </a:r>
          </a:p>
        </p:txBody>
      </p:sp>
      <p:graphicFrame>
        <p:nvGraphicFramePr>
          <p:cNvPr id="21" name="Chart">
            <a:extLst>
              <a:ext uri="{FF2B5EF4-FFF2-40B4-BE49-F238E27FC236}">
                <ns2:creationId id="{D96BD0FC-D9F0-46C3-8E76-2C83366499E8}"/>
              </a:ext>
            </a:extLst>
          </p:cNvPr>
          <p:cNvGraphicFramePr/>
          <p:nvPr/>
        </p:nvGraphicFramePr>
        <p:xfrm>
          <a:off x="2143125" y="2400300"/>
          <a:ext cx="9439275" cy="1028700"/>
        </p:xfrm>
        <a:graphic>
          <a:graphicData uri="http://schemas.openxmlformats.org/drawingml/2006/chart">
            <c:chart r:id="Rbc0e798b46db444a"/>
          </a:graphicData>
        </a:graphic>
      </p:graphicFrame>
      <p:sp>
        <p:nvSpPr>
          <p:cNvPr id="22" name="">
            <a:extLst>
              <a:ext uri="{FF2B5EF4-FFF2-40B4-BE49-F238E27FC236}">
                <ns2:creationId id="{FCDE9B0C-8DD0-4C83-852D-96FB05C5CF20}"/>
              </a:ext>
            </a:extLst>
          </p:cNvPr>
          <p:cNvSpPr>
            <a:spLocks noGrp="1"/>
          </p:cNvSpPr>
          <p:nvPr/>
        </p:nvSpPr>
        <p:spPr>
          <a:xfrm>
            <a:off x="2143125" y="3429000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23" name="">
            <a:extLst>
              <a:ext uri="{FF2B5EF4-FFF2-40B4-BE49-F238E27FC236}">
                <ns2:creationId id="{8C0388F6-6264-4CA8-9B08-472D30BA6915}"/>
              </a:ext>
            </a:extLst>
          </p:cNvPr>
          <p:cNvSpPr>
            <a:spLocks noGrp="1"/>
          </p:cNvSpPr>
          <p:nvPr/>
        </p:nvSpPr>
        <p:spPr>
          <a:xfrm>
            <a:off x="4000500" y="342900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16.52%</a:t>
            </a:r>
          </a:p>
        </p:txBody>
      </p:sp>
      <p:sp>
        <p:nvSpPr>
          <p:cNvPr id="24" name="">
            <a:extLst>
              <a:ext uri="{FF2B5EF4-FFF2-40B4-BE49-F238E27FC236}">
                <ns2:creationId id="{F2F6C011-EFFB-4C75-93B4-907727E6FD63}"/>
              </a:ext>
            </a:extLst>
          </p:cNvPr>
          <p:cNvSpPr>
            <a:spLocks noGrp="1"/>
          </p:cNvSpPr>
          <p:nvPr/>
        </p:nvSpPr>
        <p:spPr>
          <a:xfrm>
            <a:off x="6686550" y="342900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13.40%</a:t>
            </a:r>
          </a:p>
        </p:txBody>
      </p:sp>
      <p:sp>
        <p:nvSpPr>
          <p:cNvPr id="25" name="">
            <a:extLst>
              <a:ext uri="{FF2B5EF4-FFF2-40B4-BE49-F238E27FC236}">
                <ns2:creationId id="{6C83C215-5ED7-4A1C-87C0-170FF63498E2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Fg</a:t>
            </a:r>
          </a:p>
        </p:txBody>
      </p:sp>
      <p:graphicFrame>
        <p:nvGraphicFramePr>
          <p:cNvPr id="26" name="Chart">
            <a:extLst>
              <a:ext uri="{FF2B5EF4-FFF2-40B4-BE49-F238E27FC236}">
                <ns2:creationId id="{66C949FC-0B85-46A1-ABEB-F32FE8D05601}"/>
              </a:ext>
            </a:extLst>
          </p:cNvPr>
          <p:cNvGraphicFramePr/>
          <p:nvPr/>
        </p:nvGraphicFramePr>
        <p:xfrm>
          <a:off x="2143125" y="3724275"/>
          <a:ext cx="9439275" cy="1028700"/>
        </p:xfrm>
        <a:graphic>
          <a:graphicData uri="http://schemas.openxmlformats.org/drawingml/2006/chart">
            <c:chart r:id="Re0e31d7ef0e64b96"/>
          </a:graphicData>
        </a:graphic>
      </p:graphicFrame>
      <p:sp>
        <p:nvSpPr>
          <p:cNvPr id="27" name="">
            <a:extLst>
              <a:ext uri="{FF2B5EF4-FFF2-40B4-BE49-F238E27FC236}">
                <ns2:creationId id="{D31FBCAB-56B1-4F14-B0AE-AC7760AE739B}"/>
              </a:ext>
            </a:extLst>
          </p:cNvPr>
          <p:cNvSpPr>
            <a:spLocks noGrp="1"/>
          </p:cNvSpPr>
          <p:nvPr/>
        </p:nvSpPr>
        <p:spPr>
          <a:xfrm>
            <a:off x="2143125" y="4752975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28" name="">
            <a:extLst>
              <a:ext uri="{FF2B5EF4-FFF2-40B4-BE49-F238E27FC236}">
                <ns2:creationId id="{D93140F9-841D-42C1-860F-665B31C151CE}"/>
              </a:ext>
            </a:extLst>
          </p:cNvPr>
          <p:cNvSpPr>
            <a:spLocks noGrp="1"/>
          </p:cNvSpPr>
          <p:nvPr/>
        </p:nvSpPr>
        <p:spPr>
          <a:xfrm>
            <a:off x="4000500" y="4752975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1.45%</a:t>
            </a:r>
          </a:p>
        </p:txBody>
      </p:sp>
      <p:sp>
        <p:nvSpPr>
          <p:cNvPr id="29" name="">
            <a:extLst>
              <a:ext uri="{FF2B5EF4-FFF2-40B4-BE49-F238E27FC236}">
                <ns2:creationId id="{FF9B7AC2-6CF7-46E4-A8DC-738B70CEBAE8}"/>
              </a:ext>
            </a:extLst>
          </p:cNvPr>
          <p:cNvSpPr>
            <a:spLocks noGrp="1"/>
          </p:cNvSpPr>
          <p:nvPr/>
        </p:nvSpPr>
        <p:spPr>
          <a:xfrm>
            <a:off x="6686550" y="475297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1.33%</a:t>
            </a:r>
          </a:p>
        </p:txBody>
      </p:sp>
      <p:sp>
        <p:nvSpPr>
          <p:cNvPr id="30" name="">
            <a:extLst>
              <a:ext uri="{FF2B5EF4-FFF2-40B4-BE49-F238E27FC236}">
                <ns2:creationId id="{D2923DD8-E020-444F-9BBA-9EE51391B63F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238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4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4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Fn</a:t>
            </a:r>
          </a:p>
        </p:txBody>
      </p:sp>
      <p:graphicFrame>
        <p:nvGraphicFramePr>
          <p:cNvPr id="31" name="Chart">
            <a:extLst>
              <a:ext uri="{FF2B5EF4-FFF2-40B4-BE49-F238E27FC236}">
                <ns2:creationId id="{E3820C31-BCF3-4F09-82D2-C7FB13D22AAF}"/>
              </a:ext>
            </a:extLst>
          </p:cNvPr>
          <p:cNvGraphicFramePr/>
          <p:nvPr/>
        </p:nvGraphicFramePr>
        <p:xfrm>
          <a:off x="2143125" y="5048250"/>
          <a:ext cx="9439275" cy="1028700"/>
        </p:xfrm>
        <a:graphic>
          <a:graphicData uri="http://schemas.openxmlformats.org/drawingml/2006/chart">
            <c:chart r:id="R27b05191fc624437"/>
          </a:graphicData>
        </a:graphic>
      </p:graphicFrame>
      <p:sp>
        <p:nvSpPr>
          <p:cNvPr id="32" name="">
            <a:extLst>
              <a:ext uri="{FF2B5EF4-FFF2-40B4-BE49-F238E27FC236}">
                <ns2:creationId id="{AC5090B7-2F6A-4357-AF15-CCC678D73DED}"/>
              </a:ext>
            </a:extLst>
          </p:cNvPr>
          <p:cNvSpPr>
            <a:spLocks noGrp="1"/>
          </p:cNvSpPr>
          <p:nvPr/>
        </p:nvSpPr>
        <p:spPr>
          <a:xfrm>
            <a:off x="2143125" y="6076950"/>
            <a:ext cx="18002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Local error:</a:t>
            </a:r>
          </a:p>
        </p:txBody>
      </p:sp>
      <p:sp>
        <p:nvSpPr>
          <p:cNvPr id="33" name="">
            <a:extLst>
              <a:ext uri="{FF2B5EF4-FFF2-40B4-BE49-F238E27FC236}">
                <ns2:creationId id="{41542C5D-C9D7-4E1A-9C27-AC746FEF78DB}"/>
              </a:ext>
            </a:extLst>
          </p:cNvPr>
          <p:cNvSpPr>
            <a:spLocks noGrp="1"/>
          </p:cNvSpPr>
          <p:nvPr/>
        </p:nvSpPr>
        <p:spPr>
          <a:xfrm>
            <a:off x="4000500" y="607695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B9784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B97842"/>
                </a:solidFill>
                <a:latin typeface="Inter"/>
                <a:ea typeface="Inter"/>
                <a:cs typeface="Inter"/>
              </a:rPr>
              <a:t>C0 9.65%</a:t>
            </a:r>
          </a:p>
        </p:txBody>
      </p:sp>
      <p:sp>
        <p:nvSpPr>
          <p:cNvPr id="34" name="">
            <a:extLst>
              <a:ext uri="{FF2B5EF4-FFF2-40B4-BE49-F238E27FC236}">
                <ns2:creationId id="{4ADFFB4C-AD0D-4301-BA8F-144AF856E807}"/>
              </a:ext>
            </a:extLst>
          </p:cNvPr>
          <p:cNvSpPr>
            <a:spLocks noGrp="1"/>
          </p:cNvSpPr>
          <p:nvPr/>
        </p:nvSpPr>
        <p:spPr>
          <a:xfrm>
            <a:off x="6686550" y="607695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650" b="0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864B4"/>
                </a:solidFill>
                <a:latin typeface="Inter"/>
                <a:ea typeface="Inter"/>
                <a:cs typeface="Inter"/>
              </a:rPr>
              <a:t>Neural 7.45%</a:t>
            </a:r>
          </a:p>
        </p:txBody>
      </p:sp>
      <p:sp>
        <p:nvSpPr>
          <p:cNvPr id="35" name="">
            <a:extLst>
              <a:ext uri="{FF2B5EF4-FFF2-40B4-BE49-F238E27FC236}">
                <ns2:creationId id="{38B1C255-6D76-47DA-BB61-35BD3AE4E0CA}"/>
              </a:ext>
            </a:extLst>
          </p:cNvPr>
          <p:cNvSpPr>
            <a:spLocks noGrp="1"/>
          </p:cNvSpPr>
          <p:nvPr/>
        </p:nvSpPr>
        <p:spPr>
          <a:xfrm>
            <a:off x="6200775" y="63817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6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Time (s)</a:t>
            </a:r>
          </a:p>
        </p:txBody>
      </p:sp>
      <p:sp>
        <p:nvSpPr>
          <p:cNvPr id="36" name="">
            <a:extLst>
              <a:ext uri="{FF2B5EF4-FFF2-40B4-BE49-F238E27FC236}">
                <ns2:creationId id="{56591302-BD84-4A24-AAA0-757EAD7A3F16}"/>
              </a:ext>
            </a:extLst>
          </p:cNvPr>
          <p:cNvSpPr>
            <a:spLocks noGrp="1"/>
          </p:cNvSpPr>
          <p:nvPr/>
        </p:nvSpPr>
        <p:spPr>
          <a:xfrm>
            <a:off x="609600" y="6696075"/>
            <a:ext cx="109728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616 samples, neural seed 42. Local errors for one example, distinct from the 32-case average.</a:t>
            </a:r>
          </a:p>
        </p:txBody>
      </p:sp>
    </p:spTree>
    <p:extLst>
      <p:ext uri="{BB962C8B-B14F-4D97-AF65-F5344CB8AC3E}">
        <ns5:creationId val="1567993739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18949195-79C0-4EE9-A67F-E9947873EB00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2" name="">
            <a:extLst>
              <a:ext uri="{FF2B5EF4-FFF2-40B4-BE49-F238E27FC236}">
                <ns2:creationId id="{27FE8B30-5DA1-4D1F-B367-D8C9847C1913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RESULTS AND LIMITS</a:t>
            </a:r>
          </a:p>
        </p:txBody>
      </p:sp>
      <p:sp>
        <p:nvSpPr>
          <p:cNvPr id="3" name="">
            <a:extLst>
              <a:ext uri="{FF2B5EF4-FFF2-40B4-BE49-F238E27FC236}">
                <ns2:creationId id="{C435F346-BEC9-492F-882C-6C005F7FC24A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Three-site reconstruction and the scope of the result</a:t>
            </a:r>
          </a:p>
        </p:txBody>
      </p:sp>
      <p:sp>
        <p:nvSpPr>
          <p:cNvPr id="4" name="">
            <a:extLst>
              <a:ext uri="{FF2B5EF4-FFF2-40B4-BE49-F238E27FC236}">
                <ns2:creationId id="{A684A2C2-974D-4DDF-9D2B-6C4932ABE897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Mean relative L₂ error (%) over 32 held-out cases. Each entry compares C0 with the neural model.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56BDEF5D-F0A1-4990-97A5-C4353BC444DD}"/>
              </a:ext>
            </a:extLst>
          </p:cNvPr>
          <p:cNvGraphicFramePr/>
          <p:nvPr/>
        </p:nvGraphicFramePr>
        <p:xfrm>
          <a:off x="609600" y="1638300"/>
          <a:ext cx="10972800" cy="2314575"/>
        </p:xfrm>
        <a:graphic>
          <a:graphicData uri="http://schemas.openxmlformats.org/drawingml/2006/table">
            <a:tbl>
              <a:tblPr/>
              <a:tblGrid>
                <a:gridCol w="2667000"/>
                <a:gridCol w="2076450"/>
                <a:gridCol w="2076450"/>
                <a:gridCol w="2076450"/>
                <a:gridCol w="2076450"/>
              </a:tblGrid>
              <a:tr h="578644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7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Network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Inlet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Th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Fg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Fn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644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Single vessel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15.08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4.14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8.41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1.87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3.40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0.60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4.24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0.78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644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Three vessels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39.37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24.25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14.89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7.24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3.74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1.60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10.00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4.05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644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875" b="0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Seven vessels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40.43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23.91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15.25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6.94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3.21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1.40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875" b="0">
                          <a:solidFill>
                            <a:srgbClr val="B97842"/>
                          </a:solidFill>
                          <a:latin typeface="Inter"/>
                          <a:ea typeface="Inter"/>
                          <a:cs typeface="Inter"/>
                        </a:rPr>
                        <a:t>10.71</a:t>
                      </a:r>
                      <a:r>
                        <a:rPr sz="1875" b="0">
                          <a:solidFill>
                            <a:srgbClr val="5A667B"/>
                          </a:solidFill>
                          <a:latin typeface="Inter"/>
                          <a:ea typeface="Inter"/>
                          <a:cs typeface="Inter"/>
                        </a:rPr>
                        <a:t> → </a:t>
                      </a:r>
                      <a:r>
                        <a:rPr sz="1875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4.23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">
            <a:extLst>
              <a:ext uri="{FF2B5EF4-FFF2-40B4-BE49-F238E27FC236}">
                <ns2:creationId id="{962A3AE4-8B7C-418C-A252-726ED24E610E}"/>
              </a:ext>
            </a:extLst>
          </p:cNvPr>
          <p:cNvCxnSpPr/>
          <p:nvPr/>
        </p:nvCxnSpPr>
        <p:spPr>
          <a:xfrm flipV="0">
            <a:off x="609600" y="2216944"/>
            <a:ext cx="10972800" cy="0"/>
          </a:xfrm>
          <a:prstGeom prst="straightConnector1">
            <a:avLst/>
          </a:prstGeom>
          <a:ln w="13335">
            <a:solidFill>
              <a:srgbClr val="E3E8F0"/>
            </a:solidFill>
            <a:prstDash val="solid"/>
          </a:ln>
        </p:spPr>
      </p:cxnSp>
      <p:sp>
        <p:nvSpPr>
          <p:cNvPr id="7" name="">
            <a:extLst>
              <a:ext uri="{FF2B5EF4-FFF2-40B4-BE49-F238E27FC236}">
                <ns2:creationId id="{32B8633B-9E8D-4911-A14B-697975181A89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5267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Demonstrated under this protocol</a:t>
            </a:r>
          </a:p>
        </p:txBody>
      </p:sp>
      <p:sp>
        <p:nvSpPr>
          <p:cNvPr id="8" name="">
            <a:extLst>
              <a:ext uri="{FF2B5EF4-FFF2-40B4-BE49-F238E27FC236}">
                <ns2:creationId id="{D843313F-AF1B-44B3-97D4-61CF6DE42F63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5267325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Lower mean prediction and reconstruction errors.</a:t>
            </a:r>
          </a:p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Fn improves although it was hidden during fitting.</a:t>
            </a:r>
          </a:p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Branched inlet errors remain about 24%.</a:t>
            </a:r>
          </a:p>
        </p:txBody>
      </p:sp>
      <p:sp>
        <p:nvSpPr>
          <p:cNvPr id="9" name="">
            <a:extLst>
              <a:ext uri="{FF2B5EF4-FFF2-40B4-BE49-F238E27FC236}">
                <ns2:creationId id="{2CE919E9-ADD7-410A-96E4-48F770302A56}"/>
              </a:ext>
            </a:extLst>
          </p:cNvPr>
          <p:cNvSpPr>
            <a:spLocks noGrp="1"/>
          </p:cNvSpPr>
          <p:nvPr/>
        </p:nvSpPr>
        <p:spPr>
          <a:xfrm>
            <a:off x="6705600" y="4343400"/>
            <a:ext cx="4876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25" b="1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68758C"/>
                </a:solidFill>
                <a:latin typeface="Inter"/>
                <a:ea typeface="Inter"/>
                <a:cs typeface="Inter"/>
              </a:rPr>
              <a:t>Evidence still needed</a:t>
            </a:r>
          </a:p>
        </p:txBody>
      </p:sp>
      <p:sp>
        <p:nvSpPr>
          <p:cNvPr id="10" name="">
            <a:extLst>
              <a:ext uri="{FF2B5EF4-FFF2-40B4-BE49-F238E27FC236}">
                <ns2:creationId id="{9E75026F-9756-4E82-B11E-BB421991E382}"/>
              </a:ext>
            </a:extLst>
          </p:cNvPr>
          <p:cNvSpPr>
            <a:spLocks noGrp="1"/>
          </p:cNvSpPr>
          <p:nvPr/>
        </p:nvSpPr>
        <p:spPr>
          <a:xfrm>
            <a:off x="6705600" y="4895850"/>
            <a:ext cx="487680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New blood conditions and geometry.</a:t>
            </a:r>
          </a:p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Speed and graph-specific benefit.</a:t>
            </a:r>
          </a:p>
          <a:p>
            <a:pPr algn="l">
              <a:defRPr sz="18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Local exceptions remain (see the V2 example).</a:t>
            </a:r>
          </a:p>
        </p:txBody>
      </p:sp>
      <p:cxnSp>
        <p:nvCxnSpPr>
          <p:cNvPr id="11" name="">
            <a:extLst>
              <a:ext uri="{FF2B5EF4-FFF2-40B4-BE49-F238E27FC236}">
                <ns2:creationId id="{869DDE0E-BDBF-44CF-8929-3DAC926F02B5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12" name="">
            <a:extLst>
              <a:ext uri="{FF2B5EF4-FFF2-40B4-BE49-F238E27FC236}">
                <ns2:creationId id="{597CB3A1-F2F1-497E-B385-D08F9EAE82BA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Concentration errors cover the full network. Accuracy gains come from learned closure information in the solver.</a:t>
            </a:r>
          </a:p>
        </p:txBody>
      </p:sp>
    </p:spTree>
    <p:extLst>
      <p:ext uri="{BB962C8B-B14F-4D97-AF65-F5344CB8AC3E}">
        <ns3:creationId val="1844595901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">
            <a:extLst>
              <a:ext uri="{FF2B5EF4-FFF2-40B4-BE49-F238E27FC236}">
                <ns2:creationId id="{5EFC599A-5EA2-4275-8791-8A8474A2936D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3429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2" name="">
            <a:extLst>
              <a:ext uri="{FF2B5EF4-FFF2-40B4-BE49-F238E27FC236}">
                <ns2:creationId id="{D998E04C-2496-47EB-A3C0-E6D27361B4F1}"/>
              </a:ext>
            </a:extLst>
          </p:cNvPr>
          <p:cNvSpPr>
            <a:spLocks noGrp="1"/>
          </p:cNvSpPr>
          <p:nvPr/>
        </p:nvSpPr>
        <p:spPr>
          <a:xfrm>
            <a:off x="609600" y="1714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2864B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864B4"/>
                </a:solidFill>
                <a:latin typeface="Inter"/>
                <a:ea typeface="Inter"/>
                <a:cs typeface="Inter"/>
              </a:rPr>
              <a:t>LIMITATIONS AND NEXT STEPS</a:t>
            </a:r>
          </a:p>
        </p:txBody>
      </p:sp>
      <p:sp>
        <p:nvSpPr>
          <p:cNvPr id="3" name="">
            <a:extLst>
              <a:ext uri="{FF2B5EF4-FFF2-40B4-BE49-F238E27FC236}">
                <ns2:creationId id="{2CB3C394-9D91-4A3A-A862-7169E811D0DE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75" b="1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1B2840"/>
                </a:solidFill>
                <a:latin typeface="Inter"/>
                <a:ea typeface="Inter"/>
                <a:cs typeface="Inter"/>
              </a:rPr>
              <a:t>Current limitations and next evidence</a:t>
            </a:r>
          </a:p>
        </p:txBody>
      </p:sp>
      <p:sp>
        <p:nvSpPr>
          <p:cNvPr id="4" name="">
            <a:extLst>
              <a:ext uri="{FF2B5EF4-FFF2-40B4-BE49-F238E27FC236}">
                <ns2:creationId id="{E1144390-A8BA-4FE1-A263-3889CF9E2C46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725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Three observed limitations and one untested capability in the current unified evaluation.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DB1AA9FE-23F1-40D9-8C64-7A4930F7ECE6}"/>
              </a:ext>
            </a:extLst>
          </p:cNvPr>
          <p:cNvGraphicFramePr/>
          <p:nvPr/>
        </p:nvGraphicFramePr>
        <p:xfrm>
          <a:off x="609600" y="1619250"/>
          <a:ext cx="10972800" cy="4000500"/>
        </p:xfrm>
        <a:graphic>
          <a:graphicData uri="http://schemas.openxmlformats.org/drawingml/2006/table">
            <a:tbl>
              <a:tblPr/>
              <a:tblGrid>
                <a:gridCol w="3048000"/>
                <a:gridCol w="4333875"/>
                <a:gridCol w="3590925"/>
              </a:tblGrid>
              <a:tr h="800100">
                <a:tc>
                  <a:txBody>
                    <a:bodyPr lIns="28575" tIns="28575" rIns="28575" bIns="28575"/>
                    <a:lstStyle/>
                    <a:p>
                      <a:pPr algn="l"/>
                      <a:r>
                        <a:rPr sz="1650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Limitation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650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Neural-model evidence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650" b="1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Next check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Inlet recovery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remains difficult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3 sites, no noise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Three: 22.37%   Seven: 22.18%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Separate model error,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observability and fitting.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Modest gains from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more measurement sites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1 site vs 3 sites, with noise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Three: 26.44% to 24.25%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Seven: 25.36% to 23.91%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Test sensor positions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and inlet sensitivity.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Residual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transport error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Known-inlet Th error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Three: 4.92%   Seven: 4.91%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Isolate transport from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reaction corrections.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Generalisation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B2840"/>
                          </a:solidFill>
                          <a:latin typeface="Inter"/>
                          <a:ea typeface="Inter"/>
                          <a:cs typeface="Inter"/>
                        </a:rPr>
                        <a:t>remains untested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/>
                    <a:lstStyle/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One blood condition per topology.</a:t>
                      </a:r>
                    </a:p>
                    <a:p>
                      <a:pPr algn="ctr"/>
                      <a:r>
                        <a:rPr sz="1650" b="0">
                          <a:solidFill>
                            <a:srgbClr val="2864B4"/>
                          </a:solidFill>
                          <a:latin typeface="Inter"/>
                          <a:ea typeface="Inter"/>
                          <a:cs typeface="Inter"/>
                        </a:rPr>
                        <a:t>Separately trained weights.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Freeze weights and test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68758C"/>
                          </a:solidFill>
                          <a:latin typeface="Inter"/>
                          <a:ea typeface="Inter"/>
                          <a:cs typeface="Inter"/>
                        </a:rPr>
                        <a:t>new flow and geometry.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">
            <a:extLst>
              <a:ext uri="{FF2B5EF4-FFF2-40B4-BE49-F238E27FC236}">
                <ns2:creationId id="{6CD1FC7A-7188-4344-9760-5A0D81C349AB}"/>
              </a:ext>
            </a:extLst>
          </p:cNvPr>
          <p:cNvCxnSpPr/>
          <p:nvPr/>
        </p:nvCxnSpPr>
        <p:spPr>
          <a:xfrm flipV="0">
            <a:off x="609600" y="2419350"/>
            <a:ext cx="10972800" cy="0"/>
          </a:xfrm>
          <a:prstGeom prst="straightConnector1">
            <a:avLst/>
          </a:prstGeom>
          <a:ln w="13335">
            <a:solidFill>
              <a:srgbClr val="E3E8F0"/>
            </a:solidFill>
            <a:prstDash val="solid"/>
          </a:ln>
        </p:spPr>
      </p:cxnSp>
      <p:sp>
        <p:nvSpPr>
          <p:cNvPr id="7" name="">
            <a:extLst>
              <a:ext uri="{FF2B5EF4-FFF2-40B4-BE49-F238E27FC236}">
                <ns2:creationId id="{A56E5DA0-8AFB-4E05-9903-77EB6D4C5DE2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Further checks: seven-vessel reference convergence and equal-parameter no-graph ablation.</a:t>
            </a:r>
          </a:p>
          <a:p>
            <a:pPr algn="l">
              <a:defRPr sz="1500" b="0">
                <a:solidFill>
                  <a:srgbClr val="1B2840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B2840"/>
                </a:solidFill>
                <a:latin typeface="Inter"/>
                <a:ea typeface="Inter"/>
                <a:cs typeface="Inter"/>
              </a:rPr>
              <a:t>Meeting decisions: closure focus, experiment priority, success criteria and team roles.</a:t>
            </a:r>
          </a:p>
        </p:txBody>
      </p:sp>
      <p:cxnSp>
        <p:nvCxnSpPr>
          <p:cNvPr id="8" name="">
            <a:extLst>
              <a:ext uri="{FF2B5EF4-FFF2-40B4-BE49-F238E27FC236}">
                <ns2:creationId id="{3CB0304A-59C3-4376-91AA-8750061C0BEB}"/>
              </a:ext>
            </a:extLst>
          </p:cNvPr>
          <p:cNvCxnSpPr/>
          <p:nvPr/>
        </p:nvCxnSpPr>
        <p:spPr>
          <a:xfrm flipV="0">
            <a:off x="609600" y="6343650"/>
            <a:ext cx="10972800" cy="0"/>
          </a:xfrm>
          <a:prstGeom prst="straightConnector1">
            <a:avLst/>
          </a:prstGeom>
          <a:ln w="9525">
            <a:solidFill>
              <a:srgbClr val="E3E8F0"/>
            </a:solidFill>
            <a:prstDash val="solid"/>
          </a:ln>
        </p:spPr>
      </p:cxnSp>
      <p:sp>
        <p:nvSpPr>
          <p:cNvPr id="9" name="">
            <a:extLst>
              <a:ext uri="{FF2B5EF4-FFF2-40B4-BE49-F238E27FC236}">
                <ns2:creationId id="{C946FC6F-0D73-42EC-BF4E-C100ACAAF682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0">
                <a:solidFill>
                  <a:srgbClr val="68758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8758C"/>
                </a:solidFill>
                <a:latin typeface="Inter"/>
                <a:ea typeface="Inter"/>
                <a:cs typeface="Inter"/>
              </a:rPr>
              <a:t>Errors: mean relative L₂ over 32 test cases. Sensor distances, geometry and flow differ across topologies.</a:t>
            </a:r>
          </a:p>
        </p:txBody>
      </p:sp>
    </p:spTree>
    <p:extLst>
      <p:ext uri="{BB962C8B-B14F-4D97-AF65-F5344CB8AC3E}">
        <ns3:creationId val="695366707"/>
      </p:ext>
    </p:extLst>
  </p:cSld>
</p:sld>
</file>

<file path=ppt/theme/theme1.xml><?xml version="1.0" encoding="utf-8"?>
<a:theme xmlns:a="http://schemas.openxmlformats.org/drawingml/2006/main" name="GP52">
  <a:themeElements>
    <a:clrScheme name="GP5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GP5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PresentationFormat>Widescreen</PresentationFormat>
  <Slides>20</Slides>
  <Notes>0</Notes>
  <HiddenSlides>0</HiddenSlides>
  <SharedDoc>false</SharedDoc>
  <DocSecurity>0</DocSecurity>
</Properties>
</file>

<file path=docProps/core.xml><?xml version="1.0" encoding="utf-8"?>
<cp:coreProperties xmlns:cp="http://schemas.openxmlformats.org/package/2006/metadata/core-properties" xmlns:dc="http://purl.org/dc/elements/1.1/">
  <dc:title>GP52 Group Update</dc:title>
</cp:coreProperties>
</file>